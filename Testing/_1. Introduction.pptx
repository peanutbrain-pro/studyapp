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Lst>
  <p:sldSz cy="6858000" cx="12192000"/>
  <p:notesSz cx="6858000" cy="9144000"/>
  <p:embeddedFontLst>
    <p:embeddedFont>
      <p:font typeface="Libre Franklin"/>
      <p:regular r:id="rId112"/>
      <p:bold r:id="rId113"/>
      <p:italic r:id="rId114"/>
      <p:boldItalic r:id="rId115"/>
    </p:embeddedFont>
    <p:embeddedFont>
      <p:font typeface="Franklin Gothic"/>
      <p:bold r:id="rId116"/>
    </p:embeddedFont>
    <p:embeddedFont>
      <p:font typeface="Gill Sans"/>
      <p:regular r:id="rId117"/>
      <p:bold r:id="rId1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9" roundtripDataSignature="AMtx7mijRM3kNAhkQaILz2hdUKPhOQOI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font" Target="fonts/GillSans-bold.fntdata"/><Relationship Id="rId117" Type="http://schemas.openxmlformats.org/officeDocument/2006/relationships/font" Target="fonts/GillSans-regular.fntdata"/><Relationship Id="rId116" Type="http://schemas.openxmlformats.org/officeDocument/2006/relationships/font" Target="fonts/FranklinGothic-bold.fntdata"/><Relationship Id="rId115" Type="http://schemas.openxmlformats.org/officeDocument/2006/relationships/font" Target="fonts/LibreFranklin-boldItalic.fntdata"/><Relationship Id="rId119" Type="http://customschemas.google.com/relationships/presentationmetadata" Target="metadata"/><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LibreFranklin-italic.fntdata"/><Relationship Id="rId18" Type="http://schemas.openxmlformats.org/officeDocument/2006/relationships/slide" Target="slides/slide13.xml"/><Relationship Id="rId113" Type="http://schemas.openxmlformats.org/officeDocument/2006/relationships/font" Target="fonts/LibreFranklin-bold.fntdata"/><Relationship Id="rId112" Type="http://schemas.openxmlformats.org/officeDocument/2006/relationships/font" Target="fonts/LibreFranklin-regular.fntdata"/><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eople.cs.umass.edu/~phuthipong/" TargetMode="Externa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3" name="Google Shape;73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4" name="Google Shape;73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4" name="Google Shape;79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7" name="Google Shape;127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7" name="Shape 1737"/>
        <p:cNvGrpSpPr/>
        <p:nvPr/>
      </p:nvGrpSpPr>
      <p:grpSpPr>
        <a:xfrm>
          <a:off x="0" y="0"/>
          <a:ext cx="0" cy="0"/>
          <a:chOff x="0" y="0"/>
          <a:chExt cx="0" cy="0"/>
        </a:xfrm>
      </p:grpSpPr>
      <p:sp>
        <p:nvSpPr>
          <p:cNvPr id="1738" name="Google Shape;173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9" name="Google Shape;173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3" name="Shape 1743"/>
        <p:cNvGrpSpPr/>
        <p:nvPr/>
      </p:nvGrpSpPr>
      <p:grpSpPr>
        <a:xfrm>
          <a:off x="0" y="0"/>
          <a:ext cx="0" cy="0"/>
          <a:chOff x="0" y="0"/>
          <a:chExt cx="0" cy="0"/>
        </a:xfrm>
      </p:grpSpPr>
      <p:sp>
        <p:nvSpPr>
          <p:cNvPr id="1744" name="Google Shape;174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5" name="Google Shape;174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6" name="Google Shape;174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7" name="Shape 2327"/>
        <p:cNvGrpSpPr/>
        <p:nvPr/>
      </p:nvGrpSpPr>
      <p:grpSpPr>
        <a:xfrm>
          <a:off x="0" y="0"/>
          <a:ext cx="0" cy="0"/>
          <a:chOff x="0" y="0"/>
          <a:chExt cx="0" cy="0"/>
        </a:xfrm>
      </p:grpSpPr>
      <p:sp>
        <p:nvSpPr>
          <p:cNvPr id="2328" name="Google Shape;232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9" name="Google Shape;232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3" name="Shape 2333"/>
        <p:cNvGrpSpPr/>
        <p:nvPr/>
      </p:nvGrpSpPr>
      <p:grpSpPr>
        <a:xfrm>
          <a:off x="0" y="0"/>
          <a:ext cx="0" cy="0"/>
          <a:chOff x="0" y="0"/>
          <a:chExt cx="0" cy="0"/>
        </a:xfrm>
      </p:grpSpPr>
      <p:sp>
        <p:nvSpPr>
          <p:cNvPr id="2334" name="Google Shape;233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5" name="Google Shape;233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0" name="Shape 2340"/>
        <p:cNvGrpSpPr/>
        <p:nvPr/>
      </p:nvGrpSpPr>
      <p:grpSpPr>
        <a:xfrm>
          <a:off x="0" y="0"/>
          <a:ext cx="0" cy="0"/>
          <a:chOff x="0" y="0"/>
          <a:chExt cx="0" cy="0"/>
        </a:xfrm>
      </p:grpSpPr>
      <p:sp>
        <p:nvSpPr>
          <p:cNvPr id="2341" name="Google Shape;234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2" name="Google Shape;234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 Ask students to connect five devices with other in any manner they see fit.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6" name="Shape 2346"/>
        <p:cNvGrpSpPr/>
        <p:nvPr/>
      </p:nvGrpSpPr>
      <p:grpSpPr>
        <a:xfrm>
          <a:off x="0" y="0"/>
          <a:ext cx="0" cy="0"/>
          <a:chOff x="0" y="0"/>
          <a:chExt cx="0" cy="0"/>
        </a:xfrm>
      </p:grpSpPr>
      <p:sp>
        <p:nvSpPr>
          <p:cNvPr id="2347" name="Google Shape;234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8" name="Google Shape;234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3" name="Shape 2353"/>
        <p:cNvGrpSpPr/>
        <p:nvPr/>
      </p:nvGrpSpPr>
      <p:grpSpPr>
        <a:xfrm>
          <a:off x="0" y="0"/>
          <a:ext cx="0" cy="0"/>
          <a:chOff x="0" y="0"/>
          <a:chExt cx="0" cy="0"/>
        </a:xfrm>
      </p:grpSpPr>
      <p:sp>
        <p:nvSpPr>
          <p:cNvPr id="2354" name="Google Shape;235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5" name="Google Shape;235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0" name="Shape 2360"/>
        <p:cNvGrpSpPr/>
        <p:nvPr/>
      </p:nvGrpSpPr>
      <p:grpSpPr>
        <a:xfrm>
          <a:off x="0" y="0"/>
          <a:ext cx="0" cy="0"/>
          <a:chOff x="0" y="0"/>
          <a:chExt cx="0" cy="0"/>
        </a:xfrm>
      </p:grpSpPr>
      <p:sp>
        <p:nvSpPr>
          <p:cNvPr id="2361" name="Google Shape;236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2" name="Google Shape;236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9" name="Google Shape;236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5" name="Shape 2375"/>
        <p:cNvGrpSpPr/>
        <p:nvPr/>
      </p:nvGrpSpPr>
      <p:grpSpPr>
        <a:xfrm>
          <a:off x="0" y="0"/>
          <a:ext cx="0" cy="0"/>
          <a:chOff x="0" y="0"/>
          <a:chExt cx="0" cy="0"/>
        </a:xfrm>
      </p:grpSpPr>
      <p:sp>
        <p:nvSpPr>
          <p:cNvPr id="2376" name="Google Shape;237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7" name="Google Shape;237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2" name="Shape 2382"/>
        <p:cNvGrpSpPr/>
        <p:nvPr/>
      </p:nvGrpSpPr>
      <p:grpSpPr>
        <a:xfrm>
          <a:off x="0" y="0"/>
          <a:ext cx="0" cy="0"/>
          <a:chOff x="0" y="0"/>
          <a:chExt cx="0" cy="0"/>
        </a:xfrm>
      </p:grpSpPr>
      <p:sp>
        <p:nvSpPr>
          <p:cNvPr id="2383" name="Google Shape;238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4" name="Google Shape;238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9" name="Shape 2389"/>
        <p:cNvGrpSpPr/>
        <p:nvPr/>
      </p:nvGrpSpPr>
      <p:grpSpPr>
        <a:xfrm>
          <a:off x="0" y="0"/>
          <a:ext cx="0" cy="0"/>
          <a:chOff x="0" y="0"/>
          <a:chExt cx="0" cy="0"/>
        </a:xfrm>
      </p:grpSpPr>
      <p:sp>
        <p:nvSpPr>
          <p:cNvPr id="2390" name="Google Shape;239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1" name="Google Shape;239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5" name="Shape 2395"/>
        <p:cNvGrpSpPr/>
        <p:nvPr/>
      </p:nvGrpSpPr>
      <p:grpSpPr>
        <a:xfrm>
          <a:off x="0" y="0"/>
          <a:ext cx="0" cy="0"/>
          <a:chOff x="0" y="0"/>
          <a:chExt cx="0" cy="0"/>
        </a:xfrm>
      </p:grpSpPr>
      <p:sp>
        <p:nvSpPr>
          <p:cNvPr id="2396" name="Google Shape;2396;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7" name="Google Shape;239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1" name="Shape 2401"/>
        <p:cNvGrpSpPr/>
        <p:nvPr/>
      </p:nvGrpSpPr>
      <p:grpSpPr>
        <a:xfrm>
          <a:off x="0" y="0"/>
          <a:ext cx="0" cy="0"/>
          <a:chOff x="0" y="0"/>
          <a:chExt cx="0" cy="0"/>
        </a:xfrm>
      </p:grpSpPr>
      <p:sp>
        <p:nvSpPr>
          <p:cNvPr id="2402" name="Google Shape;2402;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3" name="Google Shape;240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7" name="Shape 2407"/>
        <p:cNvGrpSpPr/>
        <p:nvPr/>
      </p:nvGrpSpPr>
      <p:grpSpPr>
        <a:xfrm>
          <a:off x="0" y="0"/>
          <a:ext cx="0" cy="0"/>
          <a:chOff x="0" y="0"/>
          <a:chExt cx="0" cy="0"/>
        </a:xfrm>
      </p:grpSpPr>
      <p:sp>
        <p:nvSpPr>
          <p:cNvPr id="2408" name="Google Shape;2408;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9" name="Google Shape;240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2" name="Shape 2412"/>
        <p:cNvGrpSpPr/>
        <p:nvPr/>
      </p:nvGrpSpPr>
      <p:grpSpPr>
        <a:xfrm>
          <a:off x="0" y="0"/>
          <a:ext cx="0" cy="0"/>
          <a:chOff x="0" y="0"/>
          <a:chExt cx="0" cy="0"/>
        </a:xfrm>
      </p:grpSpPr>
      <p:sp>
        <p:nvSpPr>
          <p:cNvPr id="2413" name="Google Shape;241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4" name="Google Shape;241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8" name="Shape 2418"/>
        <p:cNvGrpSpPr/>
        <p:nvPr/>
      </p:nvGrpSpPr>
      <p:grpSpPr>
        <a:xfrm>
          <a:off x="0" y="0"/>
          <a:ext cx="0" cy="0"/>
          <a:chOff x="0" y="0"/>
          <a:chExt cx="0" cy="0"/>
        </a:xfrm>
      </p:grpSpPr>
      <p:sp>
        <p:nvSpPr>
          <p:cNvPr id="2419" name="Google Shape;241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0" name="Google Shape;242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7" name="Shape 2427"/>
        <p:cNvGrpSpPr/>
        <p:nvPr/>
      </p:nvGrpSpPr>
      <p:grpSpPr>
        <a:xfrm>
          <a:off x="0" y="0"/>
          <a:ext cx="0" cy="0"/>
          <a:chOff x="0" y="0"/>
          <a:chExt cx="0" cy="0"/>
        </a:xfrm>
      </p:grpSpPr>
      <p:sp>
        <p:nvSpPr>
          <p:cNvPr id="2428" name="Google Shape;2428;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9" name="Google Shape;242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2" name="Shape 2432"/>
        <p:cNvGrpSpPr/>
        <p:nvPr/>
      </p:nvGrpSpPr>
      <p:grpSpPr>
        <a:xfrm>
          <a:off x="0" y="0"/>
          <a:ext cx="0" cy="0"/>
          <a:chOff x="0" y="0"/>
          <a:chExt cx="0" cy="0"/>
        </a:xfrm>
      </p:grpSpPr>
      <p:sp>
        <p:nvSpPr>
          <p:cNvPr id="2433" name="Google Shape;2433;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4" name="Google Shape;243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9" name="Shape 2439"/>
        <p:cNvGrpSpPr/>
        <p:nvPr/>
      </p:nvGrpSpPr>
      <p:grpSpPr>
        <a:xfrm>
          <a:off x="0" y="0"/>
          <a:ext cx="0" cy="0"/>
          <a:chOff x="0" y="0"/>
          <a:chExt cx="0" cy="0"/>
        </a:xfrm>
      </p:grpSpPr>
      <p:sp>
        <p:nvSpPr>
          <p:cNvPr id="2440" name="Google Shape;2440;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1" name="Google Shape;244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5" name="Shape 2445"/>
        <p:cNvGrpSpPr/>
        <p:nvPr/>
      </p:nvGrpSpPr>
      <p:grpSpPr>
        <a:xfrm>
          <a:off x="0" y="0"/>
          <a:ext cx="0" cy="0"/>
          <a:chOff x="0" y="0"/>
          <a:chExt cx="0" cy="0"/>
        </a:xfrm>
      </p:grpSpPr>
      <p:sp>
        <p:nvSpPr>
          <p:cNvPr id="2446" name="Google Shape;244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7" name="Google Shape;244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8" name="Google Shape;2448;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0" name="Shape 3030"/>
        <p:cNvGrpSpPr/>
        <p:nvPr/>
      </p:nvGrpSpPr>
      <p:grpSpPr>
        <a:xfrm>
          <a:off x="0" y="0"/>
          <a:ext cx="0" cy="0"/>
          <a:chOff x="0" y="0"/>
          <a:chExt cx="0" cy="0"/>
        </a:xfrm>
      </p:grpSpPr>
      <p:sp>
        <p:nvSpPr>
          <p:cNvPr id="3031" name="Google Shape;303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2" name="Google Shape;303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3" name="Google Shape;303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9" name="Shape 3449"/>
        <p:cNvGrpSpPr/>
        <p:nvPr/>
      </p:nvGrpSpPr>
      <p:grpSpPr>
        <a:xfrm>
          <a:off x="0" y="0"/>
          <a:ext cx="0" cy="0"/>
          <a:chOff x="0" y="0"/>
          <a:chExt cx="0" cy="0"/>
        </a:xfrm>
      </p:grpSpPr>
      <p:sp>
        <p:nvSpPr>
          <p:cNvPr id="3450" name="Google Shape;345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1" name="Google Shape;345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2" name="Google Shape;345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1" name="Shape 3511"/>
        <p:cNvGrpSpPr/>
        <p:nvPr/>
      </p:nvGrpSpPr>
      <p:grpSpPr>
        <a:xfrm>
          <a:off x="0" y="0"/>
          <a:ext cx="0" cy="0"/>
          <a:chOff x="0" y="0"/>
          <a:chExt cx="0" cy="0"/>
        </a:xfrm>
      </p:grpSpPr>
      <p:sp>
        <p:nvSpPr>
          <p:cNvPr id="3512" name="Google Shape;351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3" name="Google Shape;351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4" name="Google Shape;3514;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7" name="Shape 3627"/>
        <p:cNvGrpSpPr/>
        <p:nvPr/>
      </p:nvGrpSpPr>
      <p:grpSpPr>
        <a:xfrm>
          <a:off x="0" y="0"/>
          <a:ext cx="0" cy="0"/>
          <a:chOff x="0" y="0"/>
          <a:chExt cx="0" cy="0"/>
        </a:xfrm>
      </p:grpSpPr>
      <p:sp>
        <p:nvSpPr>
          <p:cNvPr id="3628" name="Google Shape;362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9" name="Google Shape;362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0" name="Google Shape;363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1" name="Shape 3781"/>
        <p:cNvGrpSpPr/>
        <p:nvPr/>
      </p:nvGrpSpPr>
      <p:grpSpPr>
        <a:xfrm>
          <a:off x="0" y="0"/>
          <a:ext cx="0" cy="0"/>
          <a:chOff x="0" y="0"/>
          <a:chExt cx="0" cy="0"/>
        </a:xfrm>
      </p:grpSpPr>
      <p:sp>
        <p:nvSpPr>
          <p:cNvPr id="3782" name="Google Shape;3782;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3" name="Google Shape;3783;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4" name="Google Shape;3784;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4" name="Shape 4084"/>
        <p:cNvGrpSpPr/>
        <p:nvPr/>
      </p:nvGrpSpPr>
      <p:grpSpPr>
        <a:xfrm>
          <a:off x="0" y="0"/>
          <a:ext cx="0" cy="0"/>
          <a:chOff x="0" y="0"/>
          <a:chExt cx="0" cy="0"/>
        </a:xfrm>
      </p:grpSpPr>
      <p:sp>
        <p:nvSpPr>
          <p:cNvPr id="4085" name="Google Shape;408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6" name="Google Shape;4086;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7" name="Google Shape;4087;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0" name="Shape 4410"/>
        <p:cNvGrpSpPr/>
        <p:nvPr/>
      </p:nvGrpSpPr>
      <p:grpSpPr>
        <a:xfrm>
          <a:off x="0" y="0"/>
          <a:ext cx="0" cy="0"/>
          <a:chOff x="0" y="0"/>
          <a:chExt cx="0" cy="0"/>
        </a:xfrm>
      </p:grpSpPr>
      <p:sp>
        <p:nvSpPr>
          <p:cNvPr id="4411" name="Google Shape;441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2" name="Google Shape;4412;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3" name="Google Shape;4413;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4" name="Shape 4734"/>
        <p:cNvGrpSpPr/>
        <p:nvPr/>
      </p:nvGrpSpPr>
      <p:grpSpPr>
        <a:xfrm>
          <a:off x="0" y="0"/>
          <a:ext cx="0" cy="0"/>
          <a:chOff x="0" y="0"/>
          <a:chExt cx="0" cy="0"/>
        </a:xfrm>
      </p:grpSpPr>
      <p:sp>
        <p:nvSpPr>
          <p:cNvPr id="4735" name="Google Shape;473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6" name="Google Shape;473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7" name="Google Shape;4737;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5" name="Shape 5125"/>
        <p:cNvGrpSpPr/>
        <p:nvPr/>
      </p:nvGrpSpPr>
      <p:grpSpPr>
        <a:xfrm>
          <a:off x="0" y="0"/>
          <a:ext cx="0" cy="0"/>
          <a:chOff x="0" y="0"/>
          <a:chExt cx="0" cy="0"/>
        </a:xfrm>
      </p:grpSpPr>
      <p:sp>
        <p:nvSpPr>
          <p:cNvPr id="5126" name="Google Shape;512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7" name="Google Shape;5127;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8" name="Google Shape;5128;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9" name="Shape 5189"/>
        <p:cNvGrpSpPr/>
        <p:nvPr/>
      </p:nvGrpSpPr>
      <p:grpSpPr>
        <a:xfrm>
          <a:off x="0" y="0"/>
          <a:ext cx="0" cy="0"/>
          <a:chOff x="0" y="0"/>
          <a:chExt cx="0" cy="0"/>
        </a:xfrm>
      </p:grpSpPr>
      <p:sp>
        <p:nvSpPr>
          <p:cNvPr id="5190" name="Google Shape;5190;g36edd33540e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1" name="Google Shape;5191;g36edd33540e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2" name="Google Shape;5192;g36edd33540e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3" name="Shape 5253"/>
        <p:cNvGrpSpPr/>
        <p:nvPr/>
      </p:nvGrpSpPr>
      <p:grpSpPr>
        <a:xfrm>
          <a:off x="0" y="0"/>
          <a:ext cx="0" cy="0"/>
          <a:chOff x="0" y="0"/>
          <a:chExt cx="0" cy="0"/>
        </a:xfrm>
      </p:grpSpPr>
      <p:sp>
        <p:nvSpPr>
          <p:cNvPr id="5254" name="Google Shape;5254;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5" name="Google Shape;5255;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6" name="Google Shape;5256;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6" name="Shape 5726"/>
        <p:cNvGrpSpPr/>
        <p:nvPr/>
      </p:nvGrpSpPr>
      <p:grpSpPr>
        <a:xfrm>
          <a:off x="0" y="0"/>
          <a:ext cx="0" cy="0"/>
          <a:chOff x="0" y="0"/>
          <a:chExt cx="0" cy="0"/>
        </a:xfrm>
      </p:grpSpPr>
      <p:sp>
        <p:nvSpPr>
          <p:cNvPr id="5727" name="Google Shape;5727;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8" name="Google Shape;5728;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9" name="Google Shape;5729;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6" name="Shape 6186"/>
        <p:cNvGrpSpPr/>
        <p:nvPr/>
      </p:nvGrpSpPr>
      <p:grpSpPr>
        <a:xfrm>
          <a:off x="0" y="0"/>
          <a:ext cx="0" cy="0"/>
          <a:chOff x="0" y="0"/>
          <a:chExt cx="0" cy="0"/>
        </a:xfrm>
      </p:grpSpPr>
      <p:sp>
        <p:nvSpPr>
          <p:cNvPr id="6187" name="Google Shape;6187;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8" name="Google Shape;6188;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9" name="Google Shape;6189;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3" name="Shape 6633"/>
        <p:cNvGrpSpPr/>
        <p:nvPr/>
      </p:nvGrpSpPr>
      <p:grpSpPr>
        <a:xfrm>
          <a:off x="0" y="0"/>
          <a:ext cx="0" cy="0"/>
          <a:chOff x="0" y="0"/>
          <a:chExt cx="0" cy="0"/>
        </a:xfrm>
      </p:grpSpPr>
      <p:sp>
        <p:nvSpPr>
          <p:cNvPr id="6634" name="Google Shape;6634;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5" name="Google Shape;6635;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6" name="Google Shape;6636;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2" name="Shape 7092"/>
        <p:cNvGrpSpPr/>
        <p:nvPr/>
      </p:nvGrpSpPr>
      <p:grpSpPr>
        <a:xfrm>
          <a:off x="0" y="0"/>
          <a:ext cx="0" cy="0"/>
          <a:chOff x="0" y="0"/>
          <a:chExt cx="0" cy="0"/>
        </a:xfrm>
      </p:grpSpPr>
      <p:sp>
        <p:nvSpPr>
          <p:cNvPr id="7093" name="Google Shape;709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4" name="Google Shape;7094;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5" name="Google Shape;7095;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8" name="Shape 7218"/>
        <p:cNvGrpSpPr/>
        <p:nvPr/>
      </p:nvGrpSpPr>
      <p:grpSpPr>
        <a:xfrm>
          <a:off x="0" y="0"/>
          <a:ext cx="0" cy="0"/>
          <a:chOff x="0" y="0"/>
          <a:chExt cx="0" cy="0"/>
        </a:xfrm>
      </p:grpSpPr>
      <p:sp>
        <p:nvSpPr>
          <p:cNvPr id="7219" name="Google Shape;721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0" name="Google Shape;7220;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1" name="Google Shape;7221;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4" name="Shape 7304"/>
        <p:cNvGrpSpPr/>
        <p:nvPr/>
      </p:nvGrpSpPr>
      <p:grpSpPr>
        <a:xfrm>
          <a:off x="0" y="0"/>
          <a:ext cx="0" cy="0"/>
          <a:chOff x="0" y="0"/>
          <a:chExt cx="0" cy="0"/>
        </a:xfrm>
      </p:grpSpPr>
      <p:sp>
        <p:nvSpPr>
          <p:cNvPr id="7305" name="Google Shape;730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6" name="Google Shape;7306;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7" name="Google Shape;7307;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8" name="Shape 7418"/>
        <p:cNvGrpSpPr/>
        <p:nvPr/>
      </p:nvGrpSpPr>
      <p:grpSpPr>
        <a:xfrm>
          <a:off x="0" y="0"/>
          <a:ext cx="0" cy="0"/>
          <a:chOff x="0" y="0"/>
          <a:chExt cx="0" cy="0"/>
        </a:xfrm>
      </p:grpSpPr>
      <p:sp>
        <p:nvSpPr>
          <p:cNvPr id="7419" name="Google Shape;741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0" name="Google Shape;7420;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21" name="Google Shape;7421;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2" name="Shape 7622"/>
        <p:cNvGrpSpPr/>
        <p:nvPr/>
      </p:nvGrpSpPr>
      <p:grpSpPr>
        <a:xfrm>
          <a:off x="0" y="0"/>
          <a:ext cx="0" cy="0"/>
          <a:chOff x="0" y="0"/>
          <a:chExt cx="0" cy="0"/>
        </a:xfrm>
      </p:grpSpPr>
      <p:sp>
        <p:nvSpPr>
          <p:cNvPr id="7623" name="Google Shape;762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4" name="Google Shape;7624;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25" name="Google Shape;7625;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9" name="Shape 8069"/>
        <p:cNvGrpSpPr/>
        <p:nvPr/>
      </p:nvGrpSpPr>
      <p:grpSpPr>
        <a:xfrm>
          <a:off x="0" y="0"/>
          <a:ext cx="0" cy="0"/>
          <a:chOff x="0" y="0"/>
          <a:chExt cx="0" cy="0"/>
        </a:xfrm>
      </p:grpSpPr>
      <p:sp>
        <p:nvSpPr>
          <p:cNvPr id="8070" name="Google Shape;8070;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71" name="Google Shape;807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5" name="Shape 8075"/>
        <p:cNvGrpSpPr/>
        <p:nvPr/>
      </p:nvGrpSpPr>
      <p:grpSpPr>
        <a:xfrm>
          <a:off x="0" y="0"/>
          <a:ext cx="0" cy="0"/>
          <a:chOff x="0" y="0"/>
          <a:chExt cx="0" cy="0"/>
        </a:xfrm>
      </p:grpSpPr>
      <p:sp>
        <p:nvSpPr>
          <p:cNvPr id="8076" name="Google Shape;8076;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77" name="Google Shape;8077;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1" name="Shape 8081"/>
        <p:cNvGrpSpPr/>
        <p:nvPr/>
      </p:nvGrpSpPr>
      <p:grpSpPr>
        <a:xfrm>
          <a:off x="0" y="0"/>
          <a:ext cx="0" cy="0"/>
          <a:chOff x="0" y="0"/>
          <a:chExt cx="0" cy="0"/>
        </a:xfrm>
      </p:grpSpPr>
      <p:sp>
        <p:nvSpPr>
          <p:cNvPr id="8082" name="Google Shape;8082;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3" name="Google Shape;808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8" name="Shape 8088"/>
        <p:cNvGrpSpPr/>
        <p:nvPr/>
      </p:nvGrpSpPr>
      <p:grpSpPr>
        <a:xfrm>
          <a:off x="0" y="0"/>
          <a:ext cx="0" cy="0"/>
          <a:chOff x="0" y="0"/>
          <a:chExt cx="0" cy="0"/>
        </a:xfrm>
      </p:grpSpPr>
      <p:sp>
        <p:nvSpPr>
          <p:cNvPr id="8089" name="Google Shape;8089;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90" name="Google Shape;8090;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4" name="Shape 8094"/>
        <p:cNvGrpSpPr/>
        <p:nvPr/>
      </p:nvGrpSpPr>
      <p:grpSpPr>
        <a:xfrm>
          <a:off x="0" y="0"/>
          <a:ext cx="0" cy="0"/>
          <a:chOff x="0" y="0"/>
          <a:chExt cx="0" cy="0"/>
        </a:xfrm>
      </p:grpSpPr>
      <p:sp>
        <p:nvSpPr>
          <p:cNvPr id="8095" name="Google Shape;8095;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6" name="Google Shape;8096;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97" name="Google Shape;8097;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4" name="Shape 8264"/>
        <p:cNvGrpSpPr/>
        <p:nvPr/>
      </p:nvGrpSpPr>
      <p:grpSpPr>
        <a:xfrm>
          <a:off x="0" y="0"/>
          <a:ext cx="0" cy="0"/>
          <a:chOff x="0" y="0"/>
          <a:chExt cx="0" cy="0"/>
        </a:xfrm>
      </p:grpSpPr>
      <p:sp>
        <p:nvSpPr>
          <p:cNvPr id="8265" name="Google Shape;8265;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6" name="Google Shape;8266;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67" name="Google Shape;8267;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2" name="Shape 8272"/>
        <p:cNvGrpSpPr/>
        <p:nvPr/>
      </p:nvGrpSpPr>
      <p:grpSpPr>
        <a:xfrm>
          <a:off x="0" y="0"/>
          <a:ext cx="0" cy="0"/>
          <a:chOff x="0" y="0"/>
          <a:chExt cx="0" cy="0"/>
        </a:xfrm>
      </p:grpSpPr>
      <p:sp>
        <p:nvSpPr>
          <p:cNvPr id="8273" name="Google Shape;8273;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74" name="Google Shape;8274;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75" name="Google Shape;8275;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7" name="Shape 8287"/>
        <p:cNvGrpSpPr/>
        <p:nvPr/>
      </p:nvGrpSpPr>
      <p:grpSpPr>
        <a:xfrm>
          <a:off x="0" y="0"/>
          <a:ext cx="0" cy="0"/>
          <a:chOff x="0" y="0"/>
          <a:chExt cx="0" cy="0"/>
        </a:xfrm>
      </p:grpSpPr>
      <p:sp>
        <p:nvSpPr>
          <p:cNvPr id="8288" name="Google Shape;828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89" name="Google Shape;8289;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90" name="Google Shape;8290;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8" name="Shape 8358"/>
        <p:cNvGrpSpPr/>
        <p:nvPr/>
      </p:nvGrpSpPr>
      <p:grpSpPr>
        <a:xfrm>
          <a:off x="0" y="0"/>
          <a:ext cx="0" cy="0"/>
          <a:chOff x="0" y="0"/>
          <a:chExt cx="0" cy="0"/>
        </a:xfrm>
      </p:grpSpPr>
      <p:sp>
        <p:nvSpPr>
          <p:cNvPr id="8359" name="Google Shape;8359;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60" name="Google Shape;8360;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5" name="Shape 8365"/>
        <p:cNvGrpSpPr/>
        <p:nvPr/>
      </p:nvGrpSpPr>
      <p:grpSpPr>
        <a:xfrm>
          <a:off x="0" y="0"/>
          <a:ext cx="0" cy="0"/>
          <a:chOff x="0" y="0"/>
          <a:chExt cx="0" cy="0"/>
        </a:xfrm>
      </p:grpSpPr>
      <p:sp>
        <p:nvSpPr>
          <p:cNvPr id="8366" name="Google Shape;8366;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7" name="Google Shape;8367;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68" name="Google Shape;8368;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1" name="Shape 8451"/>
        <p:cNvGrpSpPr/>
        <p:nvPr/>
      </p:nvGrpSpPr>
      <p:grpSpPr>
        <a:xfrm>
          <a:off x="0" y="0"/>
          <a:ext cx="0" cy="0"/>
          <a:chOff x="0" y="0"/>
          <a:chExt cx="0" cy="0"/>
        </a:xfrm>
      </p:grpSpPr>
      <p:sp>
        <p:nvSpPr>
          <p:cNvPr id="8452" name="Google Shape;8452;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53" name="Google Shape;8453;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54" name="Google Shape;8454;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3" name="Shape 8533"/>
        <p:cNvGrpSpPr/>
        <p:nvPr/>
      </p:nvGrpSpPr>
      <p:grpSpPr>
        <a:xfrm>
          <a:off x="0" y="0"/>
          <a:ext cx="0" cy="0"/>
          <a:chOff x="0" y="0"/>
          <a:chExt cx="0" cy="0"/>
        </a:xfrm>
      </p:grpSpPr>
      <p:sp>
        <p:nvSpPr>
          <p:cNvPr id="8534" name="Google Shape;8534;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35" name="Google Shape;8535;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36" name="Google Shape;8536;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0" name="Shape 8570"/>
        <p:cNvGrpSpPr/>
        <p:nvPr/>
      </p:nvGrpSpPr>
      <p:grpSpPr>
        <a:xfrm>
          <a:off x="0" y="0"/>
          <a:ext cx="0" cy="0"/>
          <a:chOff x="0" y="0"/>
          <a:chExt cx="0" cy="0"/>
        </a:xfrm>
      </p:grpSpPr>
      <p:sp>
        <p:nvSpPr>
          <p:cNvPr id="8571" name="Google Shape;8571;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72" name="Google Shape;8572;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7" name="Shape 8577"/>
        <p:cNvGrpSpPr/>
        <p:nvPr/>
      </p:nvGrpSpPr>
      <p:grpSpPr>
        <a:xfrm>
          <a:off x="0" y="0"/>
          <a:ext cx="0" cy="0"/>
          <a:chOff x="0" y="0"/>
          <a:chExt cx="0" cy="0"/>
        </a:xfrm>
      </p:grpSpPr>
      <p:sp>
        <p:nvSpPr>
          <p:cNvPr id="8578" name="Google Shape;8578;g37146fc350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79" name="Google Shape;8579;g37146fc350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3" name="Shape 8583"/>
        <p:cNvGrpSpPr/>
        <p:nvPr/>
      </p:nvGrpSpPr>
      <p:grpSpPr>
        <a:xfrm>
          <a:off x="0" y="0"/>
          <a:ext cx="0" cy="0"/>
          <a:chOff x="0" y="0"/>
          <a:chExt cx="0" cy="0"/>
        </a:xfrm>
      </p:grpSpPr>
      <p:sp>
        <p:nvSpPr>
          <p:cNvPr id="8584" name="Google Shape;8584;g37146fc350b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85" name="Google Shape;8585;g37146fc350b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9" name="Shape 8589"/>
        <p:cNvGrpSpPr/>
        <p:nvPr/>
      </p:nvGrpSpPr>
      <p:grpSpPr>
        <a:xfrm>
          <a:off x="0" y="0"/>
          <a:ext cx="0" cy="0"/>
          <a:chOff x="0" y="0"/>
          <a:chExt cx="0" cy="0"/>
        </a:xfrm>
      </p:grpSpPr>
      <p:sp>
        <p:nvSpPr>
          <p:cNvPr id="8590" name="Google Shape;859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91" name="Google Shape;8591;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92" name="Google Shape;8592;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1" name="Shape 8641"/>
        <p:cNvGrpSpPr/>
        <p:nvPr/>
      </p:nvGrpSpPr>
      <p:grpSpPr>
        <a:xfrm>
          <a:off x="0" y="0"/>
          <a:ext cx="0" cy="0"/>
          <a:chOff x="0" y="0"/>
          <a:chExt cx="0" cy="0"/>
        </a:xfrm>
      </p:grpSpPr>
      <p:sp>
        <p:nvSpPr>
          <p:cNvPr id="8642" name="Google Shape;8642;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43" name="Google Shape;8643;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4" name="Google Shape;8644;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5" name="Shape 8695"/>
        <p:cNvGrpSpPr/>
        <p:nvPr/>
      </p:nvGrpSpPr>
      <p:grpSpPr>
        <a:xfrm>
          <a:off x="0" y="0"/>
          <a:ext cx="0" cy="0"/>
          <a:chOff x="0" y="0"/>
          <a:chExt cx="0" cy="0"/>
        </a:xfrm>
      </p:grpSpPr>
      <p:sp>
        <p:nvSpPr>
          <p:cNvPr id="8696" name="Google Shape;8696;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97" name="Google Shape;8697;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 Transmission delay: This is the amount of time required to push (that is, transmit) all of the packet’s bits into the link. Transmission delays are typically on the order of microseconds to milliseconds in practice.</a:t>
            </a:r>
            <a:endParaRPr/>
          </a:p>
          <a:p>
            <a:pPr indent="0" lvl="0" marL="0" rtl="0" algn="l">
              <a:spcBef>
                <a:spcPts val="0"/>
              </a:spcBef>
              <a:spcAft>
                <a:spcPts val="0"/>
              </a:spcAft>
              <a:buNone/>
            </a:pPr>
            <a:r>
              <a:rPr lang="en-US"/>
              <a:t>- Propagation delay:  Once a bit is pushed into the link, it needs to propagate to router B. The time required to propagate from the beginning of the link to router B is the propagation delay.</a:t>
            </a:r>
            <a:endParaRPr/>
          </a:p>
        </p:txBody>
      </p:sp>
      <p:sp>
        <p:nvSpPr>
          <p:cNvPr id="8698" name="Google Shape;8698;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5" name="Shape 8755"/>
        <p:cNvGrpSpPr/>
        <p:nvPr/>
      </p:nvGrpSpPr>
      <p:grpSpPr>
        <a:xfrm>
          <a:off x="0" y="0"/>
          <a:ext cx="0" cy="0"/>
          <a:chOff x="0" y="0"/>
          <a:chExt cx="0" cy="0"/>
        </a:xfrm>
      </p:grpSpPr>
      <p:sp>
        <p:nvSpPr>
          <p:cNvPr id="8756" name="Google Shape;8756;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57" name="Google Shape;8757;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1" name="Shape 8761"/>
        <p:cNvGrpSpPr/>
        <p:nvPr/>
      </p:nvGrpSpPr>
      <p:grpSpPr>
        <a:xfrm>
          <a:off x="0" y="0"/>
          <a:ext cx="0" cy="0"/>
          <a:chOff x="0" y="0"/>
          <a:chExt cx="0" cy="0"/>
        </a:xfrm>
      </p:grpSpPr>
      <p:sp>
        <p:nvSpPr>
          <p:cNvPr id="8762" name="Google Shape;8762;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63" name="Google Shape;8763;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8" name="Shape 8768"/>
        <p:cNvGrpSpPr/>
        <p:nvPr/>
      </p:nvGrpSpPr>
      <p:grpSpPr>
        <a:xfrm>
          <a:off x="0" y="0"/>
          <a:ext cx="0" cy="0"/>
          <a:chOff x="0" y="0"/>
          <a:chExt cx="0" cy="0"/>
        </a:xfrm>
      </p:grpSpPr>
      <p:sp>
        <p:nvSpPr>
          <p:cNvPr id="8769" name="Google Shape;8769;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0" name="Google Shape;8770;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71" name="Google Shape;8771;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3" name="Shape 8803"/>
        <p:cNvGrpSpPr/>
        <p:nvPr/>
      </p:nvGrpSpPr>
      <p:grpSpPr>
        <a:xfrm>
          <a:off x="0" y="0"/>
          <a:ext cx="0" cy="0"/>
          <a:chOff x="0" y="0"/>
          <a:chExt cx="0" cy="0"/>
        </a:xfrm>
      </p:grpSpPr>
      <p:sp>
        <p:nvSpPr>
          <p:cNvPr id="8804" name="Google Shape;8804;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05" name="Google Shape;8805;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06" name="Google Shape;8806;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6" name="Shape 8866"/>
        <p:cNvGrpSpPr/>
        <p:nvPr/>
      </p:nvGrpSpPr>
      <p:grpSpPr>
        <a:xfrm>
          <a:off x="0" y="0"/>
          <a:ext cx="0" cy="0"/>
          <a:chOff x="0" y="0"/>
          <a:chExt cx="0" cy="0"/>
        </a:xfrm>
      </p:grpSpPr>
      <p:sp>
        <p:nvSpPr>
          <p:cNvPr id="8867" name="Google Shape;8867;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68" name="Google Shape;8868;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69" name="Google Shape;8869;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3" name="Shape 8903"/>
        <p:cNvGrpSpPr/>
        <p:nvPr/>
      </p:nvGrpSpPr>
      <p:grpSpPr>
        <a:xfrm>
          <a:off x="0" y="0"/>
          <a:ext cx="0" cy="0"/>
          <a:chOff x="0" y="0"/>
          <a:chExt cx="0" cy="0"/>
        </a:xfrm>
      </p:grpSpPr>
      <p:sp>
        <p:nvSpPr>
          <p:cNvPr id="8904" name="Google Shape;8904;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05" name="Google Shape;8905;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06" name="Google Shape;8906;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0" name="Shape 8950"/>
        <p:cNvGrpSpPr/>
        <p:nvPr/>
      </p:nvGrpSpPr>
      <p:grpSpPr>
        <a:xfrm>
          <a:off x="0" y="0"/>
          <a:ext cx="0" cy="0"/>
          <a:chOff x="0" y="0"/>
          <a:chExt cx="0" cy="0"/>
        </a:xfrm>
      </p:grpSpPr>
      <p:sp>
        <p:nvSpPr>
          <p:cNvPr id="8951" name="Google Shape;8951;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2" name="Google Shape;8952;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6" name="Shape 8956"/>
        <p:cNvGrpSpPr/>
        <p:nvPr/>
      </p:nvGrpSpPr>
      <p:grpSpPr>
        <a:xfrm>
          <a:off x="0" y="0"/>
          <a:ext cx="0" cy="0"/>
          <a:chOff x="0" y="0"/>
          <a:chExt cx="0" cy="0"/>
        </a:xfrm>
      </p:grpSpPr>
      <p:sp>
        <p:nvSpPr>
          <p:cNvPr id="8957" name="Google Shape;8957;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8" name="Google Shape;8958;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2" name="Shape 8962"/>
        <p:cNvGrpSpPr/>
        <p:nvPr/>
      </p:nvGrpSpPr>
      <p:grpSpPr>
        <a:xfrm>
          <a:off x="0" y="0"/>
          <a:ext cx="0" cy="0"/>
          <a:chOff x="0" y="0"/>
          <a:chExt cx="0" cy="0"/>
        </a:xfrm>
      </p:grpSpPr>
      <p:sp>
        <p:nvSpPr>
          <p:cNvPr id="8963" name="Google Shape;8963;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64" name="Google Shape;8964;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65" name="Google Shape;8965;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3" name="Shape 9113"/>
        <p:cNvGrpSpPr/>
        <p:nvPr/>
      </p:nvGrpSpPr>
      <p:grpSpPr>
        <a:xfrm>
          <a:off x="0" y="0"/>
          <a:ext cx="0" cy="0"/>
          <a:chOff x="0" y="0"/>
          <a:chExt cx="0" cy="0"/>
        </a:xfrm>
      </p:grpSpPr>
      <p:sp>
        <p:nvSpPr>
          <p:cNvPr id="9114" name="Google Shape;9114;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15" name="Google Shape;9115;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16" name="Google Shape;9116;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5" name="Shape 9275"/>
        <p:cNvGrpSpPr/>
        <p:nvPr/>
      </p:nvGrpSpPr>
      <p:grpSpPr>
        <a:xfrm>
          <a:off x="0" y="0"/>
          <a:ext cx="0" cy="0"/>
          <a:chOff x="0" y="0"/>
          <a:chExt cx="0" cy="0"/>
        </a:xfrm>
      </p:grpSpPr>
      <p:sp>
        <p:nvSpPr>
          <p:cNvPr id="9276" name="Google Shape;9276;g37197852de2_0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277" name="Google Shape;9277;g37197852de2_0_1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78" name="Google Shape;9278;g37197852de2_0_1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3" name="Shape 9283"/>
        <p:cNvGrpSpPr/>
        <p:nvPr/>
      </p:nvGrpSpPr>
      <p:grpSpPr>
        <a:xfrm>
          <a:off x="0" y="0"/>
          <a:ext cx="0" cy="0"/>
          <a:chOff x="0" y="0"/>
          <a:chExt cx="0" cy="0"/>
        </a:xfrm>
      </p:grpSpPr>
      <p:sp>
        <p:nvSpPr>
          <p:cNvPr id="9284" name="Google Shape;9284;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85" name="Google Shape;9285;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8" name="Shape 9288"/>
        <p:cNvGrpSpPr/>
        <p:nvPr/>
      </p:nvGrpSpPr>
      <p:grpSpPr>
        <a:xfrm>
          <a:off x="0" y="0"/>
          <a:ext cx="0" cy="0"/>
          <a:chOff x="0" y="0"/>
          <a:chExt cx="0" cy="0"/>
        </a:xfrm>
      </p:grpSpPr>
      <p:sp>
        <p:nvSpPr>
          <p:cNvPr id="9289" name="Google Shape;9289;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90" name="Google Shape;9290;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4" name="Shape 9294"/>
        <p:cNvGrpSpPr/>
        <p:nvPr/>
      </p:nvGrpSpPr>
      <p:grpSpPr>
        <a:xfrm>
          <a:off x="0" y="0"/>
          <a:ext cx="0" cy="0"/>
          <a:chOff x="0" y="0"/>
          <a:chExt cx="0" cy="0"/>
        </a:xfrm>
      </p:grpSpPr>
      <p:sp>
        <p:nvSpPr>
          <p:cNvPr id="9295" name="Google Shape;9295;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96" name="Google Shape;9296;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0" name="Shape 9300"/>
        <p:cNvGrpSpPr/>
        <p:nvPr/>
      </p:nvGrpSpPr>
      <p:grpSpPr>
        <a:xfrm>
          <a:off x="0" y="0"/>
          <a:ext cx="0" cy="0"/>
          <a:chOff x="0" y="0"/>
          <a:chExt cx="0" cy="0"/>
        </a:xfrm>
      </p:grpSpPr>
      <p:sp>
        <p:nvSpPr>
          <p:cNvPr id="9301" name="Google Shape;9301;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02" name="Google Shape;9302;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6" name="Shape 9306"/>
        <p:cNvGrpSpPr/>
        <p:nvPr/>
      </p:nvGrpSpPr>
      <p:grpSpPr>
        <a:xfrm>
          <a:off x="0" y="0"/>
          <a:ext cx="0" cy="0"/>
          <a:chOff x="0" y="0"/>
          <a:chExt cx="0" cy="0"/>
        </a:xfrm>
      </p:grpSpPr>
      <p:sp>
        <p:nvSpPr>
          <p:cNvPr id="9307" name="Google Shape;9307;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08" name="Google Shape;9308;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09" name="Google Shape;9309;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6" name="Shape 9326"/>
        <p:cNvGrpSpPr/>
        <p:nvPr/>
      </p:nvGrpSpPr>
      <p:grpSpPr>
        <a:xfrm>
          <a:off x="0" y="0"/>
          <a:ext cx="0" cy="0"/>
          <a:chOff x="0" y="0"/>
          <a:chExt cx="0" cy="0"/>
        </a:xfrm>
      </p:grpSpPr>
      <p:sp>
        <p:nvSpPr>
          <p:cNvPr id="9327" name="Google Shape;9327;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28" name="Google Shape;9328;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9" name="Google Shape;9329;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2" name="Shape 9362"/>
        <p:cNvGrpSpPr/>
        <p:nvPr/>
      </p:nvGrpSpPr>
      <p:grpSpPr>
        <a:xfrm>
          <a:off x="0" y="0"/>
          <a:ext cx="0" cy="0"/>
          <a:chOff x="0" y="0"/>
          <a:chExt cx="0" cy="0"/>
        </a:xfrm>
      </p:grpSpPr>
      <p:sp>
        <p:nvSpPr>
          <p:cNvPr id="9363" name="Google Shape;9363;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4" name="Google Shape;9364;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65" name="Google Shape;9365;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0" name="Shape 9370"/>
        <p:cNvGrpSpPr/>
        <p:nvPr/>
      </p:nvGrpSpPr>
      <p:grpSpPr>
        <a:xfrm>
          <a:off x="0" y="0"/>
          <a:ext cx="0" cy="0"/>
          <a:chOff x="0" y="0"/>
          <a:chExt cx="0" cy="0"/>
        </a:xfrm>
      </p:grpSpPr>
      <p:sp>
        <p:nvSpPr>
          <p:cNvPr id="9371" name="Google Shape;9371;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72" name="Google Shape;9372;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6" name="Shape 9376"/>
        <p:cNvGrpSpPr/>
        <p:nvPr/>
      </p:nvGrpSpPr>
      <p:grpSpPr>
        <a:xfrm>
          <a:off x="0" y="0"/>
          <a:ext cx="0" cy="0"/>
          <a:chOff x="0" y="0"/>
          <a:chExt cx="0" cy="0"/>
        </a:xfrm>
      </p:grpSpPr>
      <p:sp>
        <p:nvSpPr>
          <p:cNvPr id="9377" name="Google Shape;9377;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78" name="Google Shape;9378;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2" name="Shape 9382"/>
        <p:cNvGrpSpPr/>
        <p:nvPr/>
      </p:nvGrpSpPr>
      <p:grpSpPr>
        <a:xfrm>
          <a:off x="0" y="0"/>
          <a:ext cx="0" cy="0"/>
          <a:chOff x="0" y="0"/>
          <a:chExt cx="0" cy="0"/>
        </a:xfrm>
      </p:grpSpPr>
      <p:sp>
        <p:nvSpPr>
          <p:cNvPr id="9383" name="Google Shape;9383;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84" name="Google Shape;9384;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85" name="Google Shape;9385;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0" name="Shape 9390"/>
        <p:cNvGrpSpPr/>
        <p:nvPr/>
      </p:nvGrpSpPr>
      <p:grpSpPr>
        <a:xfrm>
          <a:off x="0" y="0"/>
          <a:ext cx="0" cy="0"/>
          <a:chOff x="0" y="0"/>
          <a:chExt cx="0" cy="0"/>
        </a:xfrm>
      </p:grpSpPr>
      <p:sp>
        <p:nvSpPr>
          <p:cNvPr id="9391" name="Google Shape;9391;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2" name="Google Shape;9392;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93" name="Google Shape;9393;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8" name="Shape 9398"/>
        <p:cNvGrpSpPr/>
        <p:nvPr/>
      </p:nvGrpSpPr>
      <p:grpSpPr>
        <a:xfrm>
          <a:off x="0" y="0"/>
          <a:ext cx="0" cy="0"/>
          <a:chOff x="0" y="0"/>
          <a:chExt cx="0" cy="0"/>
        </a:xfrm>
      </p:grpSpPr>
      <p:sp>
        <p:nvSpPr>
          <p:cNvPr id="9399" name="Google Shape;9399;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00" name="Google Shape;9400;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5" name="Shape 9405"/>
        <p:cNvGrpSpPr/>
        <p:nvPr/>
      </p:nvGrpSpPr>
      <p:grpSpPr>
        <a:xfrm>
          <a:off x="0" y="0"/>
          <a:ext cx="0" cy="0"/>
          <a:chOff x="0" y="0"/>
          <a:chExt cx="0" cy="0"/>
        </a:xfrm>
      </p:grpSpPr>
      <p:sp>
        <p:nvSpPr>
          <p:cNvPr id="9406" name="Google Shape;9406;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07" name="Google Shape;9407;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2" name="Shape 9412"/>
        <p:cNvGrpSpPr/>
        <p:nvPr/>
      </p:nvGrpSpPr>
      <p:grpSpPr>
        <a:xfrm>
          <a:off x="0" y="0"/>
          <a:ext cx="0" cy="0"/>
          <a:chOff x="0" y="0"/>
          <a:chExt cx="0" cy="0"/>
        </a:xfrm>
      </p:grpSpPr>
      <p:sp>
        <p:nvSpPr>
          <p:cNvPr id="9413" name="Google Shape;9413;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14" name="Google Shape;9414;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9" name="Shape 9419"/>
        <p:cNvGrpSpPr/>
        <p:nvPr/>
      </p:nvGrpSpPr>
      <p:grpSpPr>
        <a:xfrm>
          <a:off x="0" y="0"/>
          <a:ext cx="0" cy="0"/>
          <a:chOff x="0" y="0"/>
          <a:chExt cx="0" cy="0"/>
        </a:xfrm>
      </p:grpSpPr>
      <p:sp>
        <p:nvSpPr>
          <p:cNvPr id="9420" name="Google Shape;9420;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21" name="Google Shape;9421;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4" name="Shape 9424"/>
        <p:cNvGrpSpPr/>
        <p:nvPr/>
      </p:nvGrpSpPr>
      <p:grpSpPr>
        <a:xfrm>
          <a:off x="0" y="0"/>
          <a:ext cx="0" cy="0"/>
          <a:chOff x="0" y="0"/>
          <a:chExt cx="0" cy="0"/>
        </a:xfrm>
      </p:grpSpPr>
      <p:sp>
        <p:nvSpPr>
          <p:cNvPr id="9425" name="Google Shape;9425;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26" name="Google Shape;9426;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27" name="Google Shape;9427;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6" name="Shape 9456"/>
        <p:cNvGrpSpPr/>
        <p:nvPr/>
      </p:nvGrpSpPr>
      <p:grpSpPr>
        <a:xfrm>
          <a:off x="0" y="0"/>
          <a:ext cx="0" cy="0"/>
          <a:chOff x="0" y="0"/>
          <a:chExt cx="0" cy="0"/>
        </a:xfrm>
      </p:grpSpPr>
      <p:sp>
        <p:nvSpPr>
          <p:cNvPr id="9457" name="Google Shape;9457;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58" name="Google Shape;9458;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2" name="Shape 9462"/>
        <p:cNvGrpSpPr/>
        <p:nvPr/>
      </p:nvGrpSpPr>
      <p:grpSpPr>
        <a:xfrm>
          <a:off x="0" y="0"/>
          <a:ext cx="0" cy="0"/>
          <a:chOff x="0" y="0"/>
          <a:chExt cx="0" cy="0"/>
        </a:xfrm>
      </p:grpSpPr>
      <p:sp>
        <p:nvSpPr>
          <p:cNvPr id="9463" name="Google Shape;9463;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64" name="Google Shape;9464;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8" name="Shape 9468"/>
        <p:cNvGrpSpPr/>
        <p:nvPr/>
      </p:nvGrpSpPr>
      <p:grpSpPr>
        <a:xfrm>
          <a:off x="0" y="0"/>
          <a:ext cx="0" cy="0"/>
          <a:chOff x="0" y="0"/>
          <a:chExt cx="0" cy="0"/>
        </a:xfrm>
      </p:grpSpPr>
      <p:sp>
        <p:nvSpPr>
          <p:cNvPr id="9469" name="Google Shape;9469;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70" name="Google Shape;9470;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71" name="Google Shape;9471;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8" name="Shape 9548"/>
        <p:cNvGrpSpPr/>
        <p:nvPr/>
      </p:nvGrpSpPr>
      <p:grpSpPr>
        <a:xfrm>
          <a:off x="0" y="0"/>
          <a:ext cx="0" cy="0"/>
          <a:chOff x="0" y="0"/>
          <a:chExt cx="0" cy="0"/>
        </a:xfrm>
      </p:grpSpPr>
      <p:sp>
        <p:nvSpPr>
          <p:cNvPr id="9549" name="Google Shape;9549;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50" name="Google Shape;9550;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51" name="Google Shape;9551;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9" name="Shape 9659"/>
        <p:cNvGrpSpPr/>
        <p:nvPr/>
      </p:nvGrpSpPr>
      <p:grpSpPr>
        <a:xfrm>
          <a:off x="0" y="0"/>
          <a:ext cx="0" cy="0"/>
          <a:chOff x="0" y="0"/>
          <a:chExt cx="0" cy="0"/>
        </a:xfrm>
      </p:grpSpPr>
      <p:sp>
        <p:nvSpPr>
          <p:cNvPr id="9660" name="Google Shape;9660;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61" name="Google Shape;9661;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Thanks to </a:t>
            </a:r>
            <a:r>
              <a:rPr lang="en-US" u="sng">
                <a:solidFill>
                  <a:schemeClr val="hlink"/>
                </a:solidFill>
                <a:hlinkClick r:id="rId2"/>
              </a:rPr>
              <a:t>Nikko Bovornkeeratiroj</a:t>
            </a:r>
            <a:r>
              <a:rPr lang="en-US"/>
              <a:t>,  Phuthipong &lt;phuthipong@cs.umass.edu&gt;, for the stacking dolls idea and slides</a:t>
            </a:r>
            <a:endParaRPr/>
          </a:p>
        </p:txBody>
      </p:sp>
      <p:sp>
        <p:nvSpPr>
          <p:cNvPr id="9662" name="Google Shape;9662;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6" name="Shape 9676"/>
        <p:cNvGrpSpPr/>
        <p:nvPr/>
      </p:nvGrpSpPr>
      <p:grpSpPr>
        <a:xfrm>
          <a:off x="0" y="0"/>
          <a:ext cx="0" cy="0"/>
          <a:chOff x="0" y="0"/>
          <a:chExt cx="0" cy="0"/>
        </a:xfrm>
      </p:grpSpPr>
      <p:sp>
        <p:nvSpPr>
          <p:cNvPr id="9677" name="Google Shape;9677;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78" name="Google Shape;9678;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79" name="Google Shape;9679;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3" name="Shape 9813"/>
        <p:cNvGrpSpPr/>
        <p:nvPr/>
      </p:nvGrpSpPr>
      <p:grpSpPr>
        <a:xfrm>
          <a:off x="0" y="0"/>
          <a:ext cx="0" cy="0"/>
          <a:chOff x="0" y="0"/>
          <a:chExt cx="0" cy="0"/>
        </a:xfrm>
      </p:grpSpPr>
      <p:sp>
        <p:nvSpPr>
          <p:cNvPr id="9814" name="Google Shape;9814;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15" name="Google Shape;9815;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16" name="Google Shape;9816;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3" name="Shape 9953"/>
        <p:cNvGrpSpPr/>
        <p:nvPr/>
      </p:nvGrpSpPr>
      <p:grpSpPr>
        <a:xfrm>
          <a:off x="0" y="0"/>
          <a:ext cx="0" cy="0"/>
          <a:chOff x="0" y="0"/>
          <a:chExt cx="0" cy="0"/>
        </a:xfrm>
      </p:grpSpPr>
      <p:sp>
        <p:nvSpPr>
          <p:cNvPr id="9954" name="Google Shape;9954;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55" name="Google Shape;9955;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9" name="Shape 9959"/>
        <p:cNvGrpSpPr/>
        <p:nvPr/>
      </p:nvGrpSpPr>
      <p:grpSpPr>
        <a:xfrm>
          <a:off x="0" y="0"/>
          <a:ext cx="0" cy="0"/>
          <a:chOff x="0" y="0"/>
          <a:chExt cx="0" cy="0"/>
        </a:xfrm>
      </p:grpSpPr>
      <p:sp>
        <p:nvSpPr>
          <p:cNvPr id="9960" name="Google Shape;9960;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61" name="Google Shape;9961;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6" name="Shape 9966"/>
        <p:cNvGrpSpPr/>
        <p:nvPr/>
      </p:nvGrpSpPr>
      <p:grpSpPr>
        <a:xfrm>
          <a:off x="0" y="0"/>
          <a:ext cx="0" cy="0"/>
          <a:chOff x="0" y="0"/>
          <a:chExt cx="0" cy="0"/>
        </a:xfrm>
      </p:grpSpPr>
      <p:sp>
        <p:nvSpPr>
          <p:cNvPr id="9967" name="Google Shape;9967;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68" name="Google Shape;9968;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2" name="Shape 9972"/>
        <p:cNvGrpSpPr/>
        <p:nvPr/>
      </p:nvGrpSpPr>
      <p:grpSpPr>
        <a:xfrm>
          <a:off x="0" y="0"/>
          <a:ext cx="0" cy="0"/>
          <a:chOff x="0" y="0"/>
          <a:chExt cx="0" cy="0"/>
        </a:xfrm>
      </p:grpSpPr>
      <p:sp>
        <p:nvSpPr>
          <p:cNvPr id="9973" name="Google Shape;9973;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74" name="Google Shape;9974;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8" name="Shape 9978"/>
        <p:cNvGrpSpPr/>
        <p:nvPr/>
      </p:nvGrpSpPr>
      <p:grpSpPr>
        <a:xfrm>
          <a:off x="0" y="0"/>
          <a:ext cx="0" cy="0"/>
          <a:chOff x="0" y="0"/>
          <a:chExt cx="0" cy="0"/>
        </a:xfrm>
      </p:grpSpPr>
      <p:sp>
        <p:nvSpPr>
          <p:cNvPr id="9979" name="Google Shape;9979;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80" name="Google Shape;9980;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4" name="Shape 9984"/>
        <p:cNvGrpSpPr/>
        <p:nvPr/>
      </p:nvGrpSpPr>
      <p:grpSpPr>
        <a:xfrm>
          <a:off x="0" y="0"/>
          <a:ext cx="0" cy="0"/>
          <a:chOff x="0" y="0"/>
          <a:chExt cx="0" cy="0"/>
        </a:xfrm>
      </p:grpSpPr>
      <p:sp>
        <p:nvSpPr>
          <p:cNvPr id="9985" name="Google Shape;9985;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86" name="Google Shape;9986;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0" name="Shape 9990"/>
        <p:cNvGrpSpPr/>
        <p:nvPr/>
      </p:nvGrpSpPr>
      <p:grpSpPr>
        <a:xfrm>
          <a:off x="0" y="0"/>
          <a:ext cx="0" cy="0"/>
          <a:chOff x="0" y="0"/>
          <a:chExt cx="0" cy="0"/>
        </a:xfrm>
      </p:grpSpPr>
      <p:sp>
        <p:nvSpPr>
          <p:cNvPr id="9991" name="Google Shape;9991;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92" name="Google Shape;9992;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09"/>
          <p:cNvSpPr/>
          <p:nvPr/>
        </p:nvSpPr>
        <p:spPr>
          <a:xfrm>
            <a:off x="446534" y="3085764"/>
            <a:ext cx="11298932" cy="3338149"/>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09"/>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sz="3600" u="none" cap="none" strike="noStrike">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09"/>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10000"/>
              </a:lnSpc>
              <a:spcBef>
                <a:spcPts val="320"/>
              </a:spcBef>
              <a:spcAft>
                <a:spcPts val="0"/>
              </a:spcAft>
              <a:buSzPts val="1472"/>
              <a:buNone/>
              <a:defRPr sz="1600" u="none" cap="none" strike="noStrike">
                <a:solidFill>
                  <a:schemeClr val="accent1"/>
                </a:solidFill>
              </a:defRPr>
            </a:lvl1pPr>
            <a:lvl2pPr lvl="1" algn="ctr">
              <a:spcBef>
                <a:spcPts val="600"/>
              </a:spcBef>
              <a:spcAft>
                <a:spcPts val="0"/>
              </a:spcAft>
              <a:buSzPts val="1288"/>
              <a:buNone/>
              <a:defRPr>
                <a:solidFill>
                  <a:srgbClr val="888888"/>
                </a:solidFill>
              </a:defRPr>
            </a:lvl2pPr>
            <a:lvl3pPr lvl="2" algn="ctr">
              <a:spcBef>
                <a:spcPts val="600"/>
              </a:spcBef>
              <a:spcAft>
                <a:spcPts val="0"/>
              </a:spcAft>
              <a:buSzPts val="1196"/>
              <a:buNone/>
              <a:defRPr>
                <a:solidFill>
                  <a:srgbClr val="888888"/>
                </a:solidFill>
              </a:defRPr>
            </a:lvl3pPr>
            <a:lvl4pPr lvl="3" algn="ctr">
              <a:spcBef>
                <a:spcPts val="600"/>
              </a:spcBef>
              <a:spcAft>
                <a:spcPts val="0"/>
              </a:spcAft>
              <a:buSzPts val="1012"/>
              <a:buNone/>
              <a:defRPr>
                <a:solidFill>
                  <a:srgbClr val="888888"/>
                </a:solidFill>
              </a:defRPr>
            </a:lvl4pPr>
            <a:lvl5pPr lvl="4" algn="ctr">
              <a:spcBef>
                <a:spcPts val="600"/>
              </a:spcBef>
              <a:spcAft>
                <a:spcPts val="0"/>
              </a:spcAft>
              <a:buSzPts val="1012"/>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p:txBody>
      </p:sp>
      <p:sp>
        <p:nvSpPr>
          <p:cNvPr id="22" name="Google Shape;22;p109"/>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09"/>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09"/>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10"/>
          <p:cNvSpPr txBox="1"/>
          <p:nvPr>
            <p:ph type="title"/>
          </p:nvPr>
        </p:nvSpPr>
        <p:spPr>
          <a:xfrm>
            <a:off x="581192" y="702156"/>
            <a:ext cx="11029616" cy="118872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2800"/>
              <a:buFont typeface="Franklin Gothic"/>
              <a:buNone/>
              <a:defRPr u="none" cap="none" strike="noStrike">
                <a:solidFill>
                  <a:srgbClr val="3F3F3F"/>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10"/>
          <p:cNvSpPr txBox="1"/>
          <p:nvPr>
            <p:ph idx="1" type="body"/>
          </p:nvPr>
        </p:nvSpPr>
        <p:spPr>
          <a:xfrm>
            <a:off x="581192" y="2340864"/>
            <a:ext cx="11029615" cy="3634486"/>
          </a:xfrm>
          <a:prstGeom prst="rect">
            <a:avLst/>
          </a:prstGeom>
          <a:noFill/>
          <a:ln>
            <a:noFill/>
          </a:ln>
        </p:spPr>
        <p:txBody>
          <a:bodyPr anchorCtr="0" anchor="ctr" bIns="45700" lIns="91425" spcFirstLastPara="1" rIns="91425" wrap="square" tIns="45700">
            <a:normAutofit/>
          </a:bodyPr>
          <a:lstStyle>
            <a:lvl1pPr indent="-368808" lvl="0" marL="457200" algn="l">
              <a:lnSpc>
                <a:spcPct val="110000"/>
              </a:lnSpc>
              <a:spcBef>
                <a:spcPts val="480"/>
              </a:spcBef>
              <a:spcAft>
                <a:spcPts val="0"/>
              </a:spcAft>
              <a:buSzPts val="2208"/>
              <a:buFont typeface="Noto Sans Symbols"/>
              <a:buChar char="⮚"/>
              <a:defRPr sz="2400">
                <a:latin typeface="Georgia"/>
                <a:ea typeface="Georgia"/>
                <a:cs typeface="Georgia"/>
                <a:sym typeface="Georgia"/>
              </a:defRPr>
            </a:lvl1pPr>
            <a:lvl2pPr indent="-345440" lvl="1" marL="914400" algn="l">
              <a:spcBef>
                <a:spcPts val="600"/>
              </a:spcBef>
              <a:spcAft>
                <a:spcPts val="0"/>
              </a:spcAft>
              <a:buSzPts val="1840"/>
              <a:buChar char="◼"/>
              <a:defRPr sz="2000">
                <a:latin typeface="Georgia"/>
                <a:ea typeface="Georgia"/>
                <a:cs typeface="Georgia"/>
                <a:sym typeface="Georgia"/>
              </a:defRPr>
            </a:lvl2pPr>
            <a:lvl3pPr indent="-333756" lvl="2" marL="1371600" algn="l">
              <a:spcBef>
                <a:spcPts val="600"/>
              </a:spcBef>
              <a:spcAft>
                <a:spcPts val="0"/>
              </a:spcAft>
              <a:buSzPts val="1656"/>
              <a:buFont typeface="Arial"/>
              <a:buChar char="•"/>
              <a:defRPr sz="1800">
                <a:latin typeface="Georgia"/>
                <a:ea typeface="Georgia"/>
                <a:cs typeface="Georgia"/>
                <a:sym typeface="Georgia"/>
              </a:defRPr>
            </a:lvl3pPr>
            <a:lvl4pPr indent="-322072" lvl="3" marL="1828800" algn="l">
              <a:spcBef>
                <a:spcPts val="600"/>
              </a:spcBef>
              <a:spcAft>
                <a:spcPts val="0"/>
              </a:spcAft>
              <a:buSzPts val="1472"/>
              <a:buFont typeface="Arial"/>
              <a:buChar char="•"/>
              <a:defRPr sz="1600">
                <a:latin typeface="Georgia"/>
                <a:ea typeface="Georgia"/>
                <a:cs typeface="Georgia"/>
                <a:sym typeface="Georgia"/>
              </a:defRPr>
            </a:lvl4pPr>
            <a:lvl5pPr indent="-310388" lvl="4" marL="2286000" algn="l">
              <a:spcBef>
                <a:spcPts val="600"/>
              </a:spcBef>
              <a:spcAft>
                <a:spcPts val="0"/>
              </a:spcAft>
              <a:buSzPts val="1288"/>
              <a:buFont typeface="Arial"/>
              <a:buChar char="•"/>
              <a:defRPr sz="1400">
                <a:latin typeface="Georgia"/>
                <a:ea typeface="Georgia"/>
                <a:cs typeface="Georgia"/>
                <a:sym typeface="Georgia"/>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28" name="Google Shape;28;p110"/>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10"/>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000">
                <a:latin typeface="Georgia"/>
                <a:ea typeface="Georgia"/>
                <a:cs typeface="Georgia"/>
                <a:sym typeface="Georgi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10"/>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rgbClr val="3F3F3F"/>
                </a:solidFill>
                <a:latin typeface="Georgia"/>
                <a:ea typeface="Georgia"/>
                <a:cs typeface="Georgia"/>
                <a:sym typeface="Georgia"/>
              </a:defRPr>
            </a:lvl1pPr>
            <a:lvl2pPr indent="0" lvl="1" marL="0" algn="r">
              <a:spcBef>
                <a:spcPts val="0"/>
              </a:spcBef>
              <a:buNone/>
              <a:defRPr sz="1000">
                <a:solidFill>
                  <a:srgbClr val="3F3F3F"/>
                </a:solidFill>
                <a:latin typeface="Georgia"/>
                <a:ea typeface="Georgia"/>
                <a:cs typeface="Georgia"/>
                <a:sym typeface="Georgia"/>
              </a:defRPr>
            </a:lvl2pPr>
            <a:lvl3pPr indent="0" lvl="2" marL="0" algn="r">
              <a:spcBef>
                <a:spcPts val="0"/>
              </a:spcBef>
              <a:buNone/>
              <a:defRPr sz="1000">
                <a:solidFill>
                  <a:srgbClr val="3F3F3F"/>
                </a:solidFill>
                <a:latin typeface="Georgia"/>
                <a:ea typeface="Georgia"/>
                <a:cs typeface="Georgia"/>
                <a:sym typeface="Georgia"/>
              </a:defRPr>
            </a:lvl3pPr>
            <a:lvl4pPr indent="0" lvl="3" marL="0" algn="r">
              <a:spcBef>
                <a:spcPts val="0"/>
              </a:spcBef>
              <a:buNone/>
              <a:defRPr sz="1000">
                <a:solidFill>
                  <a:srgbClr val="3F3F3F"/>
                </a:solidFill>
                <a:latin typeface="Georgia"/>
                <a:ea typeface="Georgia"/>
                <a:cs typeface="Georgia"/>
                <a:sym typeface="Georgia"/>
              </a:defRPr>
            </a:lvl4pPr>
            <a:lvl5pPr indent="0" lvl="4" marL="0" algn="r">
              <a:spcBef>
                <a:spcPts val="0"/>
              </a:spcBef>
              <a:buNone/>
              <a:defRPr sz="1000">
                <a:solidFill>
                  <a:srgbClr val="3F3F3F"/>
                </a:solidFill>
                <a:latin typeface="Georgia"/>
                <a:ea typeface="Georgia"/>
                <a:cs typeface="Georgia"/>
                <a:sym typeface="Georgia"/>
              </a:defRPr>
            </a:lvl5pPr>
            <a:lvl6pPr indent="0" lvl="5" marL="0" algn="r">
              <a:spcBef>
                <a:spcPts val="0"/>
              </a:spcBef>
              <a:buNone/>
              <a:defRPr sz="1000">
                <a:solidFill>
                  <a:srgbClr val="3F3F3F"/>
                </a:solidFill>
                <a:latin typeface="Georgia"/>
                <a:ea typeface="Georgia"/>
                <a:cs typeface="Georgia"/>
                <a:sym typeface="Georgia"/>
              </a:defRPr>
            </a:lvl6pPr>
            <a:lvl7pPr indent="0" lvl="6" marL="0" algn="r">
              <a:spcBef>
                <a:spcPts val="0"/>
              </a:spcBef>
              <a:buNone/>
              <a:defRPr sz="1000">
                <a:solidFill>
                  <a:srgbClr val="3F3F3F"/>
                </a:solidFill>
                <a:latin typeface="Georgia"/>
                <a:ea typeface="Georgia"/>
                <a:cs typeface="Georgia"/>
                <a:sym typeface="Georgia"/>
              </a:defRPr>
            </a:lvl7pPr>
            <a:lvl8pPr indent="0" lvl="7" marL="0" algn="r">
              <a:spcBef>
                <a:spcPts val="0"/>
              </a:spcBef>
              <a:buNone/>
              <a:defRPr sz="1000">
                <a:solidFill>
                  <a:srgbClr val="3F3F3F"/>
                </a:solidFill>
                <a:latin typeface="Georgia"/>
                <a:ea typeface="Georgia"/>
                <a:cs typeface="Georgia"/>
                <a:sym typeface="Georgia"/>
              </a:defRPr>
            </a:lvl8pPr>
            <a:lvl9pPr indent="0" lvl="8" marL="0" algn="r">
              <a:spcBef>
                <a:spcPts val="0"/>
              </a:spcBef>
              <a:buNone/>
              <a:defRPr sz="1000">
                <a:solidFill>
                  <a:srgbClr val="3F3F3F"/>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1" name="Shape 31"/>
        <p:cNvGrpSpPr/>
        <p:nvPr/>
      </p:nvGrpSpPr>
      <p:grpSpPr>
        <a:xfrm>
          <a:off x="0" y="0"/>
          <a:ext cx="0" cy="0"/>
          <a:chOff x="0" y="0"/>
          <a:chExt cx="0" cy="0"/>
        </a:xfrm>
      </p:grpSpPr>
      <p:sp>
        <p:nvSpPr>
          <p:cNvPr id="32" name="Google Shape;32;p111"/>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11"/>
          <p:cNvSpPr txBox="1"/>
          <p:nvPr>
            <p:ph idx="1" type="body"/>
          </p:nvPr>
        </p:nvSpPr>
        <p:spPr>
          <a:xfrm>
            <a:off x="581191" y="2250891"/>
            <a:ext cx="5194769" cy="557784"/>
          </a:xfrm>
          <a:prstGeom prst="rect">
            <a:avLst/>
          </a:prstGeom>
          <a:noFill/>
          <a:ln>
            <a:noFill/>
          </a:ln>
        </p:spPr>
        <p:txBody>
          <a:bodyPr anchorCtr="0" anchor="ctr" bIns="45700" lIns="91425" spcFirstLastPara="1" rIns="91425" wrap="square" tIns="45700">
            <a:noAutofit/>
          </a:bodyPr>
          <a:lstStyle>
            <a:lvl1pPr indent="-228600" lvl="0" marL="457200" algn="l">
              <a:lnSpc>
                <a:spcPct val="110000"/>
              </a:lnSpc>
              <a:spcBef>
                <a:spcPts val="400"/>
              </a:spcBef>
              <a:spcAft>
                <a:spcPts val="0"/>
              </a:spcAft>
              <a:buSzPts val="1840"/>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34" name="Google Shape;34;p111"/>
          <p:cNvSpPr txBox="1"/>
          <p:nvPr>
            <p:ph idx="2" type="body"/>
          </p:nvPr>
        </p:nvSpPr>
        <p:spPr>
          <a:xfrm>
            <a:off x="581194" y="2926052"/>
            <a:ext cx="5194766"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35" name="Google Shape;35;p111"/>
          <p:cNvSpPr txBox="1"/>
          <p:nvPr>
            <p:ph idx="3" type="body"/>
          </p:nvPr>
        </p:nvSpPr>
        <p:spPr>
          <a:xfrm>
            <a:off x="6416039" y="2250892"/>
            <a:ext cx="5194770" cy="553373"/>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400"/>
              </a:spcBef>
              <a:spcAft>
                <a:spcPts val="0"/>
              </a:spcAft>
              <a:buClr>
                <a:schemeClr val="accent1"/>
              </a:buClr>
              <a:buSzPts val="1840"/>
              <a:buFont typeface="Noto Sans Symbols"/>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36" name="Google Shape;36;p111"/>
          <p:cNvSpPr txBox="1"/>
          <p:nvPr>
            <p:ph idx="4" type="body"/>
          </p:nvPr>
        </p:nvSpPr>
        <p:spPr>
          <a:xfrm>
            <a:off x="6416037" y="2926052"/>
            <a:ext cx="5194771"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37" name="Google Shape;37;p111"/>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11"/>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1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116"/>
          <p:cNvSpPr/>
          <p:nvPr/>
        </p:nvSpPr>
        <p:spPr>
          <a:xfrm>
            <a:off x="447817" y="5141974"/>
            <a:ext cx="11290860" cy="125882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16"/>
          <p:cNvSpPr txBox="1"/>
          <p:nvPr>
            <p:ph type="title"/>
          </p:nvPr>
        </p:nvSpPr>
        <p:spPr>
          <a:xfrm>
            <a:off x="581193" y="2393950"/>
            <a:ext cx="11029615" cy="214746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b="0" sz="3600" cap="none">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16"/>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60"/>
              </a:spcBef>
              <a:spcAft>
                <a:spcPts val="0"/>
              </a:spcAft>
              <a:buSzPts val="1656"/>
              <a:buNone/>
              <a:defRPr sz="1800" cap="none">
                <a:solidFill>
                  <a:schemeClr val="accent1"/>
                </a:solidFill>
              </a:defRPr>
            </a:lvl1pPr>
            <a:lvl2pPr indent="-228600" lvl="1" marL="914400" algn="l">
              <a:spcBef>
                <a:spcPts val="600"/>
              </a:spcBef>
              <a:spcAft>
                <a:spcPts val="0"/>
              </a:spcAft>
              <a:buSzPts val="1656"/>
              <a:buNone/>
              <a:defRPr sz="1800">
                <a:solidFill>
                  <a:srgbClr val="888888"/>
                </a:solidFill>
              </a:defRPr>
            </a:lvl2pPr>
            <a:lvl3pPr indent="-228600" lvl="2" marL="1371600" algn="l">
              <a:spcBef>
                <a:spcPts val="600"/>
              </a:spcBef>
              <a:spcAft>
                <a:spcPts val="0"/>
              </a:spcAft>
              <a:buSzPts val="1472"/>
              <a:buNone/>
              <a:defRPr sz="1600">
                <a:solidFill>
                  <a:srgbClr val="888888"/>
                </a:solidFill>
              </a:defRPr>
            </a:lvl3pPr>
            <a:lvl4pPr indent="-228600" lvl="3" marL="1828800" algn="l">
              <a:spcBef>
                <a:spcPts val="600"/>
              </a:spcBef>
              <a:spcAft>
                <a:spcPts val="0"/>
              </a:spcAft>
              <a:buSzPts val="1288"/>
              <a:buNone/>
              <a:defRPr sz="1400">
                <a:solidFill>
                  <a:srgbClr val="888888"/>
                </a:solidFill>
              </a:defRPr>
            </a:lvl4pPr>
            <a:lvl5pPr indent="-228600" lvl="4" marL="2286000" algn="l">
              <a:spcBef>
                <a:spcPts val="600"/>
              </a:spcBef>
              <a:spcAft>
                <a:spcPts val="0"/>
              </a:spcAft>
              <a:buSzPts val="1288"/>
              <a:buNone/>
              <a:defRPr sz="1400">
                <a:solidFill>
                  <a:srgbClr val="888888"/>
                </a:solidFill>
              </a:defRPr>
            </a:lvl5pPr>
            <a:lvl6pPr indent="-228600" lvl="5" marL="2743200" algn="l">
              <a:spcBef>
                <a:spcPts val="600"/>
              </a:spcBef>
              <a:spcAft>
                <a:spcPts val="0"/>
              </a:spcAft>
              <a:buSzPts val="1288"/>
              <a:buNone/>
              <a:defRPr sz="1400">
                <a:solidFill>
                  <a:srgbClr val="888888"/>
                </a:solidFill>
              </a:defRPr>
            </a:lvl6pPr>
            <a:lvl7pPr indent="-228600" lvl="6" marL="3200400" algn="l">
              <a:spcBef>
                <a:spcPts val="600"/>
              </a:spcBef>
              <a:spcAft>
                <a:spcPts val="0"/>
              </a:spcAft>
              <a:buSzPts val="1288"/>
              <a:buNone/>
              <a:defRPr sz="1400">
                <a:solidFill>
                  <a:srgbClr val="888888"/>
                </a:solidFill>
              </a:defRPr>
            </a:lvl7pPr>
            <a:lvl8pPr indent="-228600" lvl="7" marL="3657600" algn="l">
              <a:spcBef>
                <a:spcPts val="600"/>
              </a:spcBef>
              <a:spcAft>
                <a:spcPts val="0"/>
              </a:spcAft>
              <a:buSzPts val="1288"/>
              <a:buNone/>
              <a:defRPr sz="1400">
                <a:solidFill>
                  <a:srgbClr val="888888"/>
                </a:solidFill>
              </a:defRPr>
            </a:lvl8pPr>
            <a:lvl9pPr indent="-228600" lvl="8" marL="4114800" algn="l">
              <a:spcBef>
                <a:spcPts val="600"/>
              </a:spcBef>
              <a:spcAft>
                <a:spcPts val="600"/>
              </a:spcAft>
              <a:buSzPts val="1288"/>
              <a:buNone/>
              <a:defRPr sz="1400">
                <a:solidFill>
                  <a:srgbClr val="888888"/>
                </a:solidFill>
              </a:defRPr>
            </a:lvl9pPr>
          </a:lstStyle>
          <a:p/>
        </p:txBody>
      </p:sp>
      <p:sp>
        <p:nvSpPr>
          <p:cNvPr id="44" name="Google Shape;44;p116"/>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16"/>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16"/>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117"/>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17"/>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17"/>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17"/>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2" name="Shape 52"/>
        <p:cNvGrpSpPr/>
        <p:nvPr/>
      </p:nvGrpSpPr>
      <p:grpSpPr>
        <a:xfrm>
          <a:off x="0" y="0"/>
          <a:ext cx="0" cy="0"/>
          <a:chOff x="0" y="0"/>
          <a:chExt cx="0" cy="0"/>
        </a:xfrm>
      </p:grpSpPr>
      <p:sp>
        <p:nvSpPr>
          <p:cNvPr id="53" name="Google Shape;53;p118"/>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18"/>
          <p:cNvSpPr txBox="1"/>
          <p:nvPr>
            <p:ph idx="1" type="body"/>
          </p:nvPr>
        </p:nvSpPr>
        <p:spPr>
          <a:xfrm>
            <a:off x="581193" y="2228003"/>
            <a:ext cx="5194767"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5" name="Google Shape;55;p118"/>
          <p:cNvSpPr txBox="1"/>
          <p:nvPr>
            <p:ph idx="2" type="body"/>
          </p:nvPr>
        </p:nvSpPr>
        <p:spPr>
          <a:xfrm>
            <a:off x="6416039" y="2228003"/>
            <a:ext cx="5194769"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6" name="Google Shape;56;p118"/>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18"/>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18"/>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119"/>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19"/>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19"/>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120"/>
          <p:cNvSpPr/>
          <p:nvPr/>
        </p:nvSpPr>
        <p:spPr>
          <a:xfrm>
            <a:off x="447817" y="601200"/>
            <a:ext cx="3682723" cy="5815475"/>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20"/>
          <p:cNvSpPr txBox="1"/>
          <p:nvPr>
            <p:ph type="title"/>
          </p:nvPr>
        </p:nvSpPr>
        <p:spPr>
          <a:xfrm>
            <a:off x="767857" y="933450"/>
            <a:ext cx="3031852" cy="1722419"/>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2400"/>
              <a:buFont typeface="Franklin Gothic"/>
              <a:buNone/>
              <a:defRPr b="0" sz="24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20"/>
          <p:cNvSpPr txBox="1"/>
          <p:nvPr>
            <p:ph idx="1" type="body"/>
          </p:nvPr>
        </p:nvSpPr>
        <p:spPr>
          <a:xfrm>
            <a:off x="4900928" y="1179829"/>
            <a:ext cx="6650991" cy="4658216"/>
          </a:xfrm>
          <a:prstGeom prst="rect">
            <a:avLst/>
          </a:prstGeom>
          <a:noFill/>
          <a:ln>
            <a:noFill/>
          </a:ln>
        </p:spPr>
        <p:txBody>
          <a:bodyPr anchorCtr="0" anchor="ctr" bIns="45700" lIns="91425" spcFirstLastPara="1" rIns="91425" wrap="square" tIns="45700">
            <a:normAutofit/>
          </a:bodyPr>
          <a:lstStyle>
            <a:lvl1pPr indent="-345440" lvl="0" marL="457200" algn="l">
              <a:lnSpc>
                <a:spcPct val="110000"/>
              </a:lnSpc>
              <a:spcBef>
                <a:spcPts val="400"/>
              </a:spcBef>
              <a:spcAft>
                <a:spcPts val="0"/>
              </a:spcAft>
              <a:buSzPts val="1840"/>
              <a:buChar char="◼"/>
              <a:defRPr sz="2000">
                <a:solidFill>
                  <a:schemeClr val="dk2"/>
                </a:solidFill>
              </a:defRPr>
            </a:lvl1pPr>
            <a:lvl2pPr indent="-333756" lvl="1" marL="914400" algn="l">
              <a:spcBef>
                <a:spcPts val="600"/>
              </a:spcBef>
              <a:spcAft>
                <a:spcPts val="0"/>
              </a:spcAft>
              <a:buSzPts val="1656"/>
              <a:buChar char="◼"/>
              <a:defRPr sz="1800">
                <a:solidFill>
                  <a:schemeClr val="dk2"/>
                </a:solidFill>
              </a:defRPr>
            </a:lvl2pPr>
            <a:lvl3pPr indent="-322072" lvl="2" marL="1371600" algn="l">
              <a:spcBef>
                <a:spcPts val="600"/>
              </a:spcBef>
              <a:spcAft>
                <a:spcPts val="0"/>
              </a:spcAft>
              <a:buSzPts val="1472"/>
              <a:buChar char="◼"/>
              <a:defRPr sz="1600">
                <a:solidFill>
                  <a:schemeClr val="dk2"/>
                </a:solidFill>
              </a:defRPr>
            </a:lvl3pPr>
            <a:lvl4pPr indent="-310388" lvl="3" marL="1828800" algn="l">
              <a:spcBef>
                <a:spcPts val="600"/>
              </a:spcBef>
              <a:spcAft>
                <a:spcPts val="0"/>
              </a:spcAft>
              <a:buSzPts val="1288"/>
              <a:buChar char="◼"/>
              <a:defRPr sz="1400">
                <a:solidFill>
                  <a:schemeClr val="dk2"/>
                </a:solidFill>
              </a:defRPr>
            </a:lvl4pPr>
            <a:lvl5pPr indent="-310388" lvl="4" marL="2286000" algn="l">
              <a:spcBef>
                <a:spcPts val="600"/>
              </a:spcBef>
              <a:spcAft>
                <a:spcPts val="0"/>
              </a:spcAft>
              <a:buSzPts val="1288"/>
              <a:buChar char="◼"/>
              <a:defRPr sz="1400">
                <a:solidFill>
                  <a:schemeClr val="dk2"/>
                </a:solidFill>
              </a:defRPr>
            </a:lvl5pPr>
            <a:lvl6pPr indent="-310388" lvl="5" marL="2743200" algn="l">
              <a:spcBef>
                <a:spcPts val="600"/>
              </a:spcBef>
              <a:spcAft>
                <a:spcPts val="0"/>
              </a:spcAft>
              <a:buSzPts val="1288"/>
              <a:buChar char="◼"/>
              <a:defRPr sz="1400">
                <a:solidFill>
                  <a:schemeClr val="dk2"/>
                </a:solidFill>
              </a:defRPr>
            </a:lvl6pPr>
            <a:lvl7pPr indent="-310388" lvl="6" marL="3200400" algn="l">
              <a:spcBef>
                <a:spcPts val="600"/>
              </a:spcBef>
              <a:spcAft>
                <a:spcPts val="0"/>
              </a:spcAft>
              <a:buSzPts val="1288"/>
              <a:buChar char="◼"/>
              <a:defRPr sz="1400">
                <a:solidFill>
                  <a:schemeClr val="dk2"/>
                </a:solidFill>
              </a:defRPr>
            </a:lvl7pPr>
            <a:lvl8pPr indent="-310388" lvl="7" marL="3657600" algn="l">
              <a:spcBef>
                <a:spcPts val="600"/>
              </a:spcBef>
              <a:spcAft>
                <a:spcPts val="0"/>
              </a:spcAft>
              <a:buSzPts val="1288"/>
              <a:buChar char="◼"/>
              <a:defRPr sz="1400">
                <a:solidFill>
                  <a:schemeClr val="dk2"/>
                </a:solidFill>
              </a:defRPr>
            </a:lvl8pPr>
            <a:lvl9pPr indent="-310388" lvl="8" marL="4114800" algn="l">
              <a:spcBef>
                <a:spcPts val="600"/>
              </a:spcBef>
              <a:spcAft>
                <a:spcPts val="600"/>
              </a:spcAft>
              <a:buSzPts val="1288"/>
              <a:buChar char="◼"/>
              <a:defRPr sz="1400">
                <a:solidFill>
                  <a:schemeClr val="dk2"/>
                </a:solidFill>
              </a:defRPr>
            </a:lvl9pPr>
          </a:lstStyle>
          <a:p/>
        </p:txBody>
      </p:sp>
      <p:sp>
        <p:nvSpPr>
          <p:cNvPr id="67" name="Google Shape;67;p120"/>
          <p:cNvSpPr txBox="1"/>
          <p:nvPr>
            <p:ph idx="2" type="body"/>
          </p:nvPr>
        </p:nvSpPr>
        <p:spPr>
          <a:xfrm>
            <a:off x="767857" y="2836654"/>
            <a:ext cx="3031852" cy="300139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solidFill>
                  <a:srgbClr val="FFFFFF"/>
                </a:solidFill>
              </a:defRPr>
            </a:lvl1pPr>
            <a:lvl2pPr indent="-228600" lvl="1" marL="914400" algn="l">
              <a:spcBef>
                <a:spcPts val="600"/>
              </a:spcBef>
              <a:spcAft>
                <a:spcPts val="0"/>
              </a:spcAft>
              <a:buSzPts val="1012"/>
              <a:buNone/>
              <a:defRPr sz="11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68" name="Google Shape;68;p120"/>
          <p:cNvSpPr txBox="1"/>
          <p:nvPr>
            <p:ph idx="10" type="dt"/>
          </p:nvPr>
        </p:nvSpPr>
        <p:spPr>
          <a:xfrm>
            <a:off x="7605951" y="6456916"/>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20"/>
          <p:cNvSpPr txBox="1"/>
          <p:nvPr>
            <p:ph idx="11" type="ftr"/>
          </p:nvPr>
        </p:nvSpPr>
        <p:spPr>
          <a:xfrm>
            <a:off x="581192" y="6452590"/>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20"/>
          <p:cNvSpPr txBox="1"/>
          <p:nvPr>
            <p:ph idx="12" type="sldNum"/>
          </p:nvPr>
        </p:nvSpPr>
        <p:spPr>
          <a:xfrm>
            <a:off x="10558300" y="6456916"/>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21"/>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2400"/>
              <a:buFont typeface="Franklin Gothic"/>
              <a:buNone/>
              <a:defRPr b="0" sz="24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1"/>
          <p:cNvSpPr/>
          <p:nvPr>
            <p:ph idx="2" type="pic"/>
          </p:nvPr>
        </p:nvSpPr>
        <p:spPr>
          <a:xfrm>
            <a:off x="447817" y="641350"/>
            <a:ext cx="11290859" cy="3651249"/>
          </a:xfrm>
          <a:prstGeom prst="rect">
            <a:avLst/>
          </a:prstGeom>
          <a:noFill/>
          <a:ln>
            <a:noFill/>
          </a:ln>
        </p:spPr>
      </p:sp>
      <p:sp>
        <p:nvSpPr>
          <p:cNvPr id="74" name="Google Shape;74;p121"/>
          <p:cNvSpPr txBox="1"/>
          <p:nvPr>
            <p:ph idx="1" type="body"/>
          </p:nvPr>
        </p:nvSpPr>
        <p:spPr>
          <a:xfrm>
            <a:off x="581192" y="5260127"/>
            <a:ext cx="11029617" cy="99814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lvl1pPr>
            <a:lvl2pPr indent="-228600" lvl="1" marL="914400" algn="l">
              <a:spcBef>
                <a:spcPts val="600"/>
              </a:spcBef>
              <a:spcAft>
                <a:spcPts val="0"/>
              </a:spcAft>
              <a:buSzPts val="1104"/>
              <a:buNone/>
              <a:defRPr sz="12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5" name="Google Shape;75;p121"/>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1"/>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22"/>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2"/>
          <p:cNvSpPr txBox="1"/>
          <p:nvPr>
            <p:ph idx="1" type="body"/>
          </p:nvPr>
        </p:nvSpPr>
        <p:spPr>
          <a:xfrm rot="5400000">
            <a:off x="4269977" y="-1352782"/>
            <a:ext cx="3652047" cy="11029616"/>
          </a:xfrm>
          <a:prstGeom prst="rect">
            <a:avLst/>
          </a:prstGeom>
          <a:noFill/>
          <a:ln>
            <a:noFill/>
          </a:ln>
        </p:spPr>
        <p:txBody>
          <a:bodyPr anchorCtr="0" anchor="t" bIns="45700" lIns="91425" spcFirstLastPara="1" rIns="91425" wrap="square" tIns="45700">
            <a:normAutofit/>
          </a:bodyPr>
          <a:lstStyle>
            <a:lvl1pPr indent="-327914" lvl="0" marL="457200" algn="l">
              <a:lnSpc>
                <a:spcPct val="110000"/>
              </a:lnSpc>
              <a:spcBef>
                <a:spcPts val="340"/>
              </a:spcBef>
              <a:spcAft>
                <a:spcPts val="0"/>
              </a:spcAft>
              <a:buSzPts val="1564"/>
              <a:buChar char="◼"/>
              <a:defRPr/>
            </a:lvl1pPr>
            <a:lvl2pPr indent="-310387" lvl="1" marL="914400" algn="l">
              <a:spcBef>
                <a:spcPts val="600"/>
              </a:spcBef>
              <a:spcAft>
                <a:spcPts val="0"/>
              </a:spcAft>
              <a:buSzPts val="1288"/>
              <a:buChar char="◼"/>
              <a:defRPr/>
            </a:lvl2pPr>
            <a:lvl3pPr indent="-304546" lvl="2" marL="1371600" algn="l">
              <a:spcBef>
                <a:spcPts val="600"/>
              </a:spcBef>
              <a:spcAft>
                <a:spcPts val="0"/>
              </a:spcAft>
              <a:buSzPts val="1196"/>
              <a:buChar char="◼"/>
              <a:defRPr/>
            </a:lvl3pPr>
            <a:lvl4pPr indent="-292861" lvl="3" marL="1828800" algn="l">
              <a:spcBef>
                <a:spcPts val="600"/>
              </a:spcBef>
              <a:spcAft>
                <a:spcPts val="0"/>
              </a:spcAft>
              <a:buSzPts val="1012"/>
              <a:buChar char="◼"/>
              <a:defRPr/>
            </a:lvl4pPr>
            <a:lvl5pPr indent="-292861" lvl="4" marL="2286000" algn="l">
              <a:spcBef>
                <a:spcPts val="600"/>
              </a:spcBef>
              <a:spcAft>
                <a:spcPts val="0"/>
              </a:spcAft>
              <a:buSzPts val="1012"/>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1" name="Google Shape;81;p122"/>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2"/>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4" name="Shape 84"/>
        <p:cNvGrpSpPr/>
        <p:nvPr/>
      </p:nvGrpSpPr>
      <p:grpSpPr>
        <a:xfrm>
          <a:off x="0" y="0"/>
          <a:ext cx="0" cy="0"/>
          <a:chOff x="0" y="0"/>
          <a:chExt cx="0" cy="0"/>
        </a:xfrm>
      </p:grpSpPr>
      <p:sp>
        <p:nvSpPr>
          <p:cNvPr id="85" name="Google Shape;85;p123"/>
          <p:cNvSpPr/>
          <p:nvPr/>
        </p:nvSpPr>
        <p:spPr>
          <a:xfrm>
            <a:off x="8058151" y="599725"/>
            <a:ext cx="3687316" cy="581695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23"/>
          <p:cNvSpPr txBox="1"/>
          <p:nvPr>
            <p:ph type="title"/>
          </p:nvPr>
        </p:nvSpPr>
        <p:spPr>
          <a:xfrm rot="5400000">
            <a:off x="7362637" y="1705163"/>
            <a:ext cx="4807326" cy="3124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FFFFFF"/>
              </a:buClr>
              <a:buSzPts val="2800"/>
              <a:buFont typeface="Franklin Gothic"/>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23"/>
          <p:cNvSpPr txBox="1"/>
          <p:nvPr>
            <p:ph idx="1" type="body"/>
          </p:nvPr>
        </p:nvSpPr>
        <p:spPr>
          <a:xfrm rot="5400000">
            <a:off x="1952072" y="-313549"/>
            <a:ext cx="4807326" cy="7161625"/>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8" name="Google Shape;88;p123"/>
          <p:cNvSpPr/>
          <p:nvPr/>
        </p:nvSpPr>
        <p:spPr>
          <a:xfrm>
            <a:off x="446534" y="457200"/>
            <a:ext cx="3703320" cy="94997"/>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23"/>
          <p:cNvSpPr/>
          <p:nvPr/>
        </p:nvSpPr>
        <p:spPr>
          <a:xfrm>
            <a:off x="8042147" y="453643"/>
            <a:ext cx="3703320" cy="98554"/>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23"/>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23"/>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3"/>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23"/>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94" name="Shape 94"/>
        <p:cNvGrpSpPr/>
        <p:nvPr/>
      </p:nvGrpSpPr>
      <p:grpSpPr>
        <a:xfrm>
          <a:off x="0" y="0"/>
          <a:ext cx="0" cy="0"/>
          <a:chOff x="0" y="0"/>
          <a:chExt cx="0" cy="0"/>
        </a:xfrm>
      </p:grpSpPr>
      <p:sp>
        <p:nvSpPr>
          <p:cNvPr id="95" name="Google Shape;95;p124"/>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24"/>
          <p:cNvSpPr txBox="1"/>
          <p:nvPr>
            <p:ph idx="1" type="body"/>
          </p:nvPr>
        </p:nvSpPr>
        <p:spPr>
          <a:xfrm>
            <a:off x="581192" y="2336002"/>
            <a:ext cx="11029616" cy="3652047"/>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97" name="Google Shape;97;p124"/>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24"/>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24"/>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4" name="Shape 104"/>
        <p:cNvGrpSpPr/>
        <p:nvPr/>
      </p:nvGrpSpPr>
      <p:grpSpPr>
        <a:xfrm>
          <a:off x="0" y="0"/>
          <a:ext cx="0" cy="0"/>
          <a:chOff x="0" y="0"/>
          <a:chExt cx="0" cy="0"/>
        </a:xfrm>
      </p:grpSpPr>
      <p:sp>
        <p:nvSpPr>
          <p:cNvPr id="105" name="Google Shape;105;p11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1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9" name="Shape 109"/>
        <p:cNvGrpSpPr/>
        <p:nvPr/>
      </p:nvGrpSpPr>
      <p:grpSpPr>
        <a:xfrm>
          <a:off x="0" y="0"/>
          <a:ext cx="0" cy="0"/>
          <a:chOff x="0" y="0"/>
          <a:chExt cx="0" cy="0"/>
        </a:xfrm>
      </p:grpSpPr>
      <p:sp>
        <p:nvSpPr>
          <p:cNvPr id="110" name="Google Shape;110;p11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1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12" name="Shape 112"/>
        <p:cNvGrpSpPr/>
        <p:nvPr/>
      </p:nvGrpSpPr>
      <p:grpSpPr>
        <a:xfrm>
          <a:off x="0" y="0"/>
          <a:ext cx="0" cy="0"/>
          <a:chOff x="0" y="0"/>
          <a:chExt cx="0" cy="0"/>
        </a:xfrm>
      </p:grpSpPr>
      <p:sp>
        <p:nvSpPr>
          <p:cNvPr id="113" name="Google Shape;113;p115"/>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11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1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6" name="Shape 116"/>
        <p:cNvGrpSpPr/>
        <p:nvPr/>
      </p:nvGrpSpPr>
      <p:grpSpPr>
        <a:xfrm>
          <a:off x="0" y="0"/>
          <a:ext cx="0" cy="0"/>
          <a:chOff x="0" y="0"/>
          <a:chExt cx="0" cy="0"/>
        </a:xfrm>
      </p:grpSpPr>
      <p:sp>
        <p:nvSpPr>
          <p:cNvPr id="117" name="Google Shape;117;p12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12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19" name="Google Shape;119;p1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20" name="Shape 120"/>
        <p:cNvGrpSpPr/>
        <p:nvPr/>
      </p:nvGrpSpPr>
      <p:grpSpPr>
        <a:xfrm>
          <a:off x="0" y="0"/>
          <a:ext cx="0" cy="0"/>
          <a:chOff x="0" y="0"/>
          <a:chExt cx="0" cy="0"/>
        </a:xfrm>
      </p:grpSpPr>
      <p:sp>
        <p:nvSpPr>
          <p:cNvPr id="121" name="Google Shape;121;p12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1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1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 name="Google Shape;124;p1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5" name="Google Shape;125;p1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8"/>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3F3F3F"/>
              </a:buClr>
              <a:buSzPts val="2800"/>
              <a:buFont typeface="Franklin Gothic"/>
              <a:buNone/>
              <a:defRPr b="0" i="0" sz="2800" u="none" cap="none" strike="noStrike">
                <a:solidFill>
                  <a:srgbClr val="3F3F3F"/>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 name="Google Shape;11;p108"/>
          <p:cNvSpPr txBox="1"/>
          <p:nvPr>
            <p:ph idx="1" type="body"/>
          </p:nvPr>
        </p:nvSpPr>
        <p:spPr>
          <a:xfrm>
            <a:off x="581192" y="2336002"/>
            <a:ext cx="11029616" cy="3652047"/>
          </a:xfrm>
          <a:prstGeom prst="rect">
            <a:avLst/>
          </a:prstGeom>
          <a:noFill/>
          <a:ln>
            <a:noFill/>
          </a:ln>
        </p:spPr>
        <p:txBody>
          <a:bodyPr anchorCtr="0" anchor="ctr" bIns="45700" lIns="91425" spcFirstLastPara="1" rIns="91425" wrap="square" tIns="45700">
            <a:normAutofit/>
          </a:bodyPr>
          <a:lstStyle>
            <a:lvl1pPr indent="-327914" lvl="0" marL="457200" marR="0" rtl="0" algn="l">
              <a:lnSpc>
                <a:spcPct val="110000"/>
              </a:lnSpc>
              <a:spcBef>
                <a:spcPts val="340"/>
              </a:spcBef>
              <a:spcAft>
                <a:spcPts val="0"/>
              </a:spcAft>
              <a:buClr>
                <a:schemeClr val="accent1"/>
              </a:buClr>
              <a:buSzPts val="1564"/>
              <a:buFont typeface="Noto Sans Symbols"/>
              <a:buChar char="◼"/>
              <a:defRPr b="0" i="0" sz="1700" u="none" cap="none" strike="noStrike">
                <a:solidFill>
                  <a:srgbClr val="3F3F3F"/>
                </a:solidFill>
                <a:latin typeface="Libre Franklin"/>
                <a:ea typeface="Libre Franklin"/>
                <a:cs typeface="Libre Franklin"/>
                <a:sym typeface="Libre Franklin"/>
              </a:defRPr>
            </a:lvl1pPr>
            <a:lvl2pPr indent="-310387" lvl="1" marL="914400"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Libre Franklin"/>
                <a:ea typeface="Libre Franklin"/>
                <a:cs typeface="Libre Franklin"/>
                <a:sym typeface="Libre Franklin"/>
              </a:defRPr>
            </a:lvl2pPr>
            <a:lvl3pPr indent="-304546" lvl="2" marL="1371600" marR="0" rtl="0" algn="l">
              <a:spcBef>
                <a:spcPts val="600"/>
              </a:spcBef>
              <a:spcAft>
                <a:spcPts val="0"/>
              </a:spcAft>
              <a:buClr>
                <a:schemeClr val="accent1"/>
              </a:buClr>
              <a:buSzPts val="1196"/>
              <a:buFont typeface="Noto Sans Symbols"/>
              <a:buChar char="◼"/>
              <a:defRPr b="0" i="0" sz="1300" u="none" cap="none" strike="noStrike">
                <a:solidFill>
                  <a:srgbClr val="3F3F3F"/>
                </a:solidFill>
                <a:latin typeface="Libre Franklin"/>
                <a:ea typeface="Libre Franklin"/>
                <a:cs typeface="Libre Franklin"/>
                <a:sym typeface="Libre Franklin"/>
              </a:defRPr>
            </a:lvl3pPr>
            <a:lvl4pPr indent="-292861" lvl="3" marL="18288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4pPr>
            <a:lvl5pPr indent="-292861" lvl="4" marL="22860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7pPr>
            <a:lvl8pPr indent="-298703"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8pPr>
            <a:lvl9pPr indent="-298703"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9pPr>
          </a:lstStyle>
          <a:p/>
        </p:txBody>
      </p:sp>
      <p:sp>
        <p:nvSpPr>
          <p:cNvPr id="12" name="Google Shape;12;p108"/>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3" name="Google Shape;13;p108"/>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4" name="Google Shape;14;p108"/>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3F3F3F"/>
                </a:solidFill>
                <a:latin typeface="Libre Franklin"/>
                <a:ea typeface="Libre Franklin"/>
                <a:cs typeface="Libre Franklin"/>
                <a:sym typeface="Libre Franklin"/>
              </a:defRPr>
            </a:lvl1pPr>
            <a:lvl2pPr indent="0" lvl="1" marL="0" marR="0" rtl="0" algn="r">
              <a:spcBef>
                <a:spcPts val="0"/>
              </a:spcBef>
              <a:buNone/>
              <a:defRPr b="0" i="0" sz="900" u="none" cap="none" strike="noStrike">
                <a:solidFill>
                  <a:srgbClr val="3F3F3F"/>
                </a:solidFill>
                <a:latin typeface="Libre Franklin"/>
                <a:ea typeface="Libre Franklin"/>
                <a:cs typeface="Libre Franklin"/>
                <a:sym typeface="Libre Franklin"/>
              </a:defRPr>
            </a:lvl2pPr>
            <a:lvl3pPr indent="0" lvl="2" marL="0" marR="0" rtl="0" algn="r">
              <a:spcBef>
                <a:spcPts val="0"/>
              </a:spcBef>
              <a:buNone/>
              <a:defRPr b="0" i="0" sz="900" u="none" cap="none" strike="noStrike">
                <a:solidFill>
                  <a:srgbClr val="3F3F3F"/>
                </a:solidFill>
                <a:latin typeface="Libre Franklin"/>
                <a:ea typeface="Libre Franklin"/>
                <a:cs typeface="Libre Franklin"/>
                <a:sym typeface="Libre Franklin"/>
              </a:defRPr>
            </a:lvl3pPr>
            <a:lvl4pPr indent="0" lvl="3" marL="0" marR="0" rtl="0" algn="r">
              <a:spcBef>
                <a:spcPts val="0"/>
              </a:spcBef>
              <a:buNone/>
              <a:defRPr b="0" i="0" sz="900" u="none" cap="none" strike="noStrike">
                <a:solidFill>
                  <a:srgbClr val="3F3F3F"/>
                </a:solidFill>
                <a:latin typeface="Libre Franklin"/>
                <a:ea typeface="Libre Franklin"/>
                <a:cs typeface="Libre Franklin"/>
                <a:sym typeface="Libre Franklin"/>
              </a:defRPr>
            </a:lvl4pPr>
            <a:lvl5pPr indent="0" lvl="4" marL="0" marR="0" rtl="0" algn="r">
              <a:spcBef>
                <a:spcPts val="0"/>
              </a:spcBef>
              <a:buNone/>
              <a:defRPr b="0" i="0" sz="900" u="none" cap="none" strike="noStrike">
                <a:solidFill>
                  <a:srgbClr val="3F3F3F"/>
                </a:solidFill>
                <a:latin typeface="Libre Franklin"/>
                <a:ea typeface="Libre Franklin"/>
                <a:cs typeface="Libre Franklin"/>
                <a:sym typeface="Libre Franklin"/>
              </a:defRPr>
            </a:lvl5pPr>
            <a:lvl6pPr indent="0" lvl="5" marL="0" marR="0" rtl="0" algn="r">
              <a:spcBef>
                <a:spcPts val="0"/>
              </a:spcBef>
              <a:buNone/>
              <a:defRPr b="0" i="0" sz="900" u="none" cap="none" strike="noStrike">
                <a:solidFill>
                  <a:srgbClr val="3F3F3F"/>
                </a:solidFill>
                <a:latin typeface="Libre Franklin"/>
                <a:ea typeface="Libre Franklin"/>
                <a:cs typeface="Libre Franklin"/>
                <a:sym typeface="Libre Franklin"/>
              </a:defRPr>
            </a:lvl6pPr>
            <a:lvl7pPr indent="0" lvl="6" marL="0" marR="0" rtl="0" algn="r">
              <a:spcBef>
                <a:spcPts val="0"/>
              </a:spcBef>
              <a:buNone/>
              <a:defRPr b="0" i="0" sz="900" u="none" cap="none" strike="noStrike">
                <a:solidFill>
                  <a:srgbClr val="3F3F3F"/>
                </a:solidFill>
                <a:latin typeface="Libre Franklin"/>
                <a:ea typeface="Libre Franklin"/>
                <a:cs typeface="Libre Franklin"/>
                <a:sym typeface="Libre Franklin"/>
              </a:defRPr>
            </a:lvl7pPr>
            <a:lvl8pPr indent="0" lvl="7" marL="0" marR="0" rtl="0" algn="r">
              <a:spcBef>
                <a:spcPts val="0"/>
              </a:spcBef>
              <a:buNone/>
              <a:defRPr b="0" i="0" sz="900" u="none" cap="none" strike="noStrike">
                <a:solidFill>
                  <a:srgbClr val="3F3F3F"/>
                </a:solidFill>
                <a:latin typeface="Libre Franklin"/>
                <a:ea typeface="Libre Franklin"/>
                <a:cs typeface="Libre Franklin"/>
                <a:sym typeface="Libre Franklin"/>
              </a:defRPr>
            </a:lvl8pPr>
            <a:lvl9pPr indent="0" lvl="8" marL="0" marR="0" rtl="0" algn="r">
              <a:spcBef>
                <a:spcPts val="0"/>
              </a:spcBef>
              <a:buNone/>
              <a:defRPr b="0" i="0" sz="900" u="none" cap="none" strike="noStrike">
                <a:solidFill>
                  <a:srgbClr val="3F3F3F"/>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08"/>
          <p:cNvSpPr/>
          <p:nvPr/>
        </p:nvSpPr>
        <p:spPr>
          <a:xfrm>
            <a:off x="446534" y="457200"/>
            <a:ext cx="3703320" cy="9499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08"/>
          <p:cNvSpPr/>
          <p:nvPr/>
        </p:nvSpPr>
        <p:spPr>
          <a:xfrm>
            <a:off x="8042147" y="453643"/>
            <a:ext cx="3703320" cy="98554"/>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08"/>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11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2" name="Google Shape;102;p1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3" name="Google Shape;103;p1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100">
                <a:solidFill>
                  <a:srgbClr val="7F7F7F"/>
                </a:solidFill>
                <a:latin typeface="Calibri"/>
                <a:ea typeface="Calibri"/>
                <a:cs typeface="Calibri"/>
                <a:sym typeface="Calibri"/>
              </a:defRPr>
            </a:lvl1pPr>
            <a:lvl2pPr indent="0" lvl="1" marL="0" marR="0" rtl="0" algn="r">
              <a:spcBef>
                <a:spcPts val="0"/>
              </a:spcBef>
              <a:buNone/>
              <a:defRPr sz="1100">
                <a:solidFill>
                  <a:srgbClr val="7F7F7F"/>
                </a:solidFill>
                <a:latin typeface="Calibri"/>
                <a:ea typeface="Calibri"/>
                <a:cs typeface="Calibri"/>
                <a:sym typeface="Calibri"/>
              </a:defRPr>
            </a:lvl2pPr>
            <a:lvl3pPr indent="0" lvl="2" marL="0" marR="0" rtl="0" algn="r">
              <a:spcBef>
                <a:spcPts val="0"/>
              </a:spcBef>
              <a:buNone/>
              <a:defRPr sz="1100">
                <a:solidFill>
                  <a:srgbClr val="7F7F7F"/>
                </a:solidFill>
                <a:latin typeface="Calibri"/>
                <a:ea typeface="Calibri"/>
                <a:cs typeface="Calibri"/>
                <a:sym typeface="Calibri"/>
              </a:defRPr>
            </a:lvl3pPr>
            <a:lvl4pPr indent="0" lvl="3" marL="0" marR="0" rtl="0" algn="r">
              <a:spcBef>
                <a:spcPts val="0"/>
              </a:spcBef>
              <a:buNone/>
              <a:defRPr sz="1100">
                <a:solidFill>
                  <a:srgbClr val="7F7F7F"/>
                </a:solidFill>
                <a:latin typeface="Calibri"/>
                <a:ea typeface="Calibri"/>
                <a:cs typeface="Calibri"/>
                <a:sym typeface="Calibri"/>
              </a:defRPr>
            </a:lvl4pPr>
            <a:lvl5pPr indent="0" lvl="4" marL="0" marR="0" rtl="0" algn="r">
              <a:spcBef>
                <a:spcPts val="0"/>
              </a:spcBef>
              <a:buNone/>
              <a:defRPr sz="1100">
                <a:solidFill>
                  <a:srgbClr val="7F7F7F"/>
                </a:solidFill>
                <a:latin typeface="Calibri"/>
                <a:ea typeface="Calibri"/>
                <a:cs typeface="Calibri"/>
                <a:sym typeface="Calibri"/>
              </a:defRPr>
            </a:lvl5pPr>
            <a:lvl6pPr indent="0" lvl="5" marL="0" marR="0" rtl="0" algn="r">
              <a:spcBef>
                <a:spcPts val="0"/>
              </a:spcBef>
              <a:buNone/>
              <a:defRPr sz="1100">
                <a:solidFill>
                  <a:srgbClr val="7F7F7F"/>
                </a:solidFill>
                <a:latin typeface="Calibri"/>
                <a:ea typeface="Calibri"/>
                <a:cs typeface="Calibri"/>
                <a:sym typeface="Calibri"/>
              </a:defRPr>
            </a:lvl6pPr>
            <a:lvl7pPr indent="0" lvl="6" marL="0" marR="0" rtl="0" algn="r">
              <a:spcBef>
                <a:spcPts val="0"/>
              </a:spcBef>
              <a:buNone/>
              <a:defRPr sz="1100">
                <a:solidFill>
                  <a:srgbClr val="7F7F7F"/>
                </a:solidFill>
                <a:latin typeface="Calibri"/>
                <a:ea typeface="Calibri"/>
                <a:cs typeface="Calibri"/>
                <a:sym typeface="Calibri"/>
              </a:defRPr>
            </a:lvl7pPr>
            <a:lvl8pPr indent="0" lvl="7" marL="0" marR="0" rtl="0" algn="r">
              <a:spcBef>
                <a:spcPts val="0"/>
              </a:spcBef>
              <a:buNone/>
              <a:defRPr sz="1100">
                <a:solidFill>
                  <a:srgbClr val="7F7F7F"/>
                </a:solidFill>
                <a:latin typeface="Calibri"/>
                <a:ea typeface="Calibri"/>
                <a:cs typeface="Calibri"/>
                <a:sym typeface="Calibri"/>
              </a:defRPr>
            </a:lvl8pPr>
            <a:lvl9pPr indent="0" lvl="8" marL="0" marR="0" rt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youtube.com/watch?v=Dxcc6ycZ73M&amp;ab_channel=Code.org" TargetMode="External"/><Relationship Id="rId4" Type="http://schemas.openxmlformats.org/officeDocument/2006/relationships/hyperlink" Target="https://www.youtube.com/watch?v=Dxcc6ycZ73M&amp;ab_channel=Code.org" TargetMode="External"/></Relationships>
</file>

<file path=ppt/slides/_rels/slide4.xml.rels><?xml version="1.0" encoding="UTF-8" standalone="yes"?><Relationships xmlns="http://schemas.openxmlformats.org/package/2006/relationships"><Relationship Id="rId20" Type="http://schemas.openxmlformats.org/officeDocument/2006/relationships/image" Target="../media/image20.png"/><Relationship Id="rId11" Type="http://schemas.openxmlformats.org/officeDocument/2006/relationships/image" Target="../media/image3.png"/><Relationship Id="rId22" Type="http://schemas.openxmlformats.org/officeDocument/2006/relationships/image" Target="../media/image22.png"/><Relationship Id="rId10" Type="http://schemas.openxmlformats.org/officeDocument/2006/relationships/image" Target="../media/image15.png"/><Relationship Id="rId21" Type="http://schemas.openxmlformats.org/officeDocument/2006/relationships/image" Target="../media/image45.png"/><Relationship Id="rId13" Type="http://schemas.openxmlformats.org/officeDocument/2006/relationships/image" Target="../media/image5.png"/><Relationship Id="rId24" Type="http://schemas.openxmlformats.org/officeDocument/2006/relationships/image" Target="../media/image28.png"/><Relationship Id="rId12" Type="http://schemas.openxmlformats.org/officeDocument/2006/relationships/image" Target="../media/image6.png"/><Relationship Id="rId23" Type="http://schemas.openxmlformats.org/officeDocument/2006/relationships/image" Target="../media/image21.png"/><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9.png"/><Relationship Id="rId9" Type="http://schemas.openxmlformats.org/officeDocument/2006/relationships/image" Target="../media/image10.png"/><Relationship Id="rId15" Type="http://schemas.openxmlformats.org/officeDocument/2006/relationships/image" Target="../media/image7.png"/><Relationship Id="rId14" Type="http://schemas.openxmlformats.org/officeDocument/2006/relationships/image" Target="../media/image9.png"/><Relationship Id="rId17" Type="http://schemas.openxmlformats.org/officeDocument/2006/relationships/image" Target="../media/image13.png"/><Relationship Id="rId16" Type="http://schemas.openxmlformats.org/officeDocument/2006/relationships/image" Target="../media/image4.png"/><Relationship Id="rId5" Type="http://schemas.openxmlformats.org/officeDocument/2006/relationships/image" Target="../media/image1.png"/><Relationship Id="rId19" Type="http://schemas.openxmlformats.org/officeDocument/2006/relationships/image" Target="../media/image14.png"/><Relationship Id="rId6" Type="http://schemas.openxmlformats.org/officeDocument/2006/relationships/image" Target="../media/image23.jpg"/><Relationship Id="rId18"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20" Type="http://schemas.openxmlformats.org/officeDocument/2006/relationships/image" Target="../media/image42.jpg"/><Relationship Id="rId11" Type="http://schemas.openxmlformats.org/officeDocument/2006/relationships/image" Target="../media/image40.png"/><Relationship Id="rId22" Type="http://schemas.openxmlformats.org/officeDocument/2006/relationships/image" Target="../media/image62.png"/><Relationship Id="rId10" Type="http://schemas.openxmlformats.org/officeDocument/2006/relationships/oleObject" Target="../embeddings/oleObject1.bin"/><Relationship Id="rId21" Type="http://schemas.openxmlformats.org/officeDocument/2006/relationships/image" Target="../media/image69.png"/><Relationship Id="rId13" Type="http://schemas.openxmlformats.org/officeDocument/2006/relationships/image" Target="../media/image55.png"/><Relationship Id="rId12" Type="http://schemas.openxmlformats.org/officeDocument/2006/relationships/image" Target="../media/image37.png"/><Relationship Id="rId23" Type="http://schemas.openxmlformats.org/officeDocument/2006/relationships/image" Target="../media/image75.png"/><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vmlDrawing" Target="../drawings/vmlDrawing1.vml"/><Relationship Id="rId4" Type="http://schemas.openxmlformats.org/officeDocument/2006/relationships/image" Target="../media/image51.png"/><Relationship Id="rId9" Type="http://schemas.openxmlformats.org/officeDocument/2006/relationships/oleObject" Target="../embeddings/oleObject1.bin"/><Relationship Id="rId15" Type="http://schemas.openxmlformats.org/officeDocument/2006/relationships/image" Target="../media/image38.png"/><Relationship Id="rId14" Type="http://schemas.openxmlformats.org/officeDocument/2006/relationships/image" Target="../media/image39.png"/><Relationship Id="rId17" Type="http://schemas.openxmlformats.org/officeDocument/2006/relationships/image" Target="../media/image44.png"/><Relationship Id="rId16" Type="http://schemas.openxmlformats.org/officeDocument/2006/relationships/image" Target="../media/image60.png"/><Relationship Id="rId5" Type="http://schemas.openxmlformats.org/officeDocument/2006/relationships/image" Target="../media/image34.jpg"/><Relationship Id="rId19" Type="http://schemas.openxmlformats.org/officeDocument/2006/relationships/image" Target="../media/image46.jpg"/><Relationship Id="rId6" Type="http://schemas.openxmlformats.org/officeDocument/2006/relationships/image" Target="../media/image53.png"/><Relationship Id="rId18" Type="http://schemas.openxmlformats.org/officeDocument/2006/relationships/image" Target="../media/image56.png"/><Relationship Id="rId7" Type="http://schemas.openxmlformats.org/officeDocument/2006/relationships/image" Target="../media/image43.png"/><Relationship Id="rId8" Type="http://schemas.openxmlformats.org/officeDocument/2006/relationships/image" Target="../media/image35.jpg"/></Relationships>
</file>

<file path=ppt/slides/_rels/slide6.xml.rels><?xml version="1.0" encoding="UTF-8" standalone="yes"?><Relationships xmlns="http://schemas.openxmlformats.org/package/2006/relationships"><Relationship Id="rId20" Type="http://schemas.openxmlformats.org/officeDocument/2006/relationships/image" Target="../media/image26.png"/><Relationship Id="rId11" Type="http://schemas.openxmlformats.org/officeDocument/2006/relationships/image" Target="../media/image4.png"/><Relationship Id="rId22" Type="http://schemas.openxmlformats.org/officeDocument/2006/relationships/image" Target="../media/image10.png"/><Relationship Id="rId10" Type="http://schemas.openxmlformats.org/officeDocument/2006/relationships/image" Target="../media/image45.png"/><Relationship Id="rId21" Type="http://schemas.openxmlformats.org/officeDocument/2006/relationships/image" Target="../media/image2.png"/><Relationship Id="rId13" Type="http://schemas.openxmlformats.org/officeDocument/2006/relationships/image" Target="../media/image5.png"/><Relationship Id="rId12" Type="http://schemas.openxmlformats.org/officeDocument/2006/relationships/image" Target="../media/image24.png"/><Relationship Id="rId23" Type="http://schemas.openxmlformats.org/officeDocument/2006/relationships/image" Target="../media/image19.png"/><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png"/><Relationship Id="rId9" Type="http://schemas.openxmlformats.org/officeDocument/2006/relationships/image" Target="../media/image20.png"/><Relationship Id="rId15" Type="http://schemas.openxmlformats.org/officeDocument/2006/relationships/image" Target="../media/image21.png"/><Relationship Id="rId14" Type="http://schemas.openxmlformats.org/officeDocument/2006/relationships/image" Target="../media/image22.png"/><Relationship Id="rId17" Type="http://schemas.openxmlformats.org/officeDocument/2006/relationships/image" Target="../media/image6.png"/><Relationship Id="rId16" Type="http://schemas.openxmlformats.org/officeDocument/2006/relationships/image" Target="../media/image28.png"/><Relationship Id="rId5" Type="http://schemas.openxmlformats.org/officeDocument/2006/relationships/image" Target="../media/image8.png"/><Relationship Id="rId19" Type="http://schemas.openxmlformats.org/officeDocument/2006/relationships/image" Target="../media/image7.png"/><Relationship Id="rId6" Type="http://schemas.openxmlformats.org/officeDocument/2006/relationships/image" Target="../media/image15.png"/><Relationship Id="rId18" Type="http://schemas.openxmlformats.org/officeDocument/2006/relationships/image" Target="../media/image9.png"/><Relationship Id="rId7" Type="http://schemas.openxmlformats.org/officeDocument/2006/relationships/image" Target="../media/image3.png"/><Relationship Id="rId8" Type="http://schemas.openxmlformats.org/officeDocument/2006/relationships/image" Target="../media/image13.png"/></Relationships>
</file>

<file path=ppt/slides/_rels/slide7.xml.rels><?xml version="1.0" encoding="UTF-8" standalone="yes"?><Relationships xmlns="http://schemas.openxmlformats.org/package/2006/relationships"><Relationship Id="rId20" Type="http://schemas.openxmlformats.org/officeDocument/2006/relationships/image" Target="../media/image26.png"/><Relationship Id="rId11" Type="http://schemas.openxmlformats.org/officeDocument/2006/relationships/image" Target="../media/image4.png"/><Relationship Id="rId22" Type="http://schemas.openxmlformats.org/officeDocument/2006/relationships/image" Target="../media/image10.png"/><Relationship Id="rId10" Type="http://schemas.openxmlformats.org/officeDocument/2006/relationships/image" Target="../media/image45.png"/><Relationship Id="rId21" Type="http://schemas.openxmlformats.org/officeDocument/2006/relationships/image" Target="../media/image2.png"/><Relationship Id="rId13" Type="http://schemas.openxmlformats.org/officeDocument/2006/relationships/image" Target="../media/image5.png"/><Relationship Id="rId12" Type="http://schemas.openxmlformats.org/officeDocument/2006/relationships/image" Target="../media/image24.png"/><Relationship Id="rId23" Type="http://schemas.openxmlformats.org/officeDocument/2006/relationships/image" Target="../media/image19.png"/><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png"/><Relationship Id="rId9" Type="http://schemas.openxmlformats.org/officeDocument/2006/relationships/image" Target="../media/image20.png"/><Relationship Id="rId15" Type="http://schemas.openxmlformats.org/officeDocument/2006/relationships/image" Target="../media/image21.png"/><Relationship Id="rId14" Type="http://schemas.openxmlformats.org/officeDocument/2006/relationships/image" Target="../media/image22.png"/><Relationship Id="rId17" Type="http://schemas.openxmlformats.org/officeDocument/2006/relationships/image" Target="../media/image6.png"/><Relationship Id="rId16" Type="http://schemas.openxmlformats.org/officeDocument/2006/relationships/image" Target="../media/image28.png"/><Relationship Id="rId5" Type="http://schemas.openxmlformats.org/officeDocument/2006/relationships/image" Target="../media/image8.png"/><Relationship Id="rId19" Type="http://schemas.openxmlformats.org/officeDocument/2006/relationships/image" Target="../media/image7.png"/><Relationship Id="rId6" Type="http://schemas.openxmlformats.org/officeDocument/2006/relationships/image" Target="../media/image15.png"/><Relationship Id="rId18" Type="http://schemas.openxmlformats.org/officeDocument/2006/relationships/image" Target="../media/image9.png"/><Relationship Id="rId7" Type="http://schemas.openxmlformats.org/officeDocument/2006/relationships/image" Target="../media/image3.png"/><Relationship Id="rId8"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0" Type="http://schemas.openxmlformats.org/officeDocument/2006/relationships/image" Target="../media/image20.png"/><Relationship Id="rId11" Type="http://schemas.openxmlformats.org/officeDocument/2006/relationships/image" Target="../media/image3.png"/><Relationship Id="rId22" Type="http://schemas.openxmlformats.org/officeDocument/2006/relationships/image" Target="../media/image22.png"/><Relationship Id="rId10" Type="http://schemas.openxmlformats.org/officeDocument/2006/relationships/image" Target="../media/image15.png"/><Relationship Id="rId21" Type="http://schemas.openxmlformats.org/officeDocument/2006/relationships/image" Target="../media/image45.png"/><Relationship Id="rId13" Type="http://schemas.openxmlformats.org/officeDocument/2006/relationships/image" Target="../media/image5.png"/><Relationship Id="rId24" Type="http://schemas.openxmlformats.org/officeDocument/2006/relationships/image" Target="../media/image28.png"/><Relationship Id="rId12" Type="http://schemas.openxmlformats.org/officeDocument/2006/relationships/image" Target="../media/image6.png"/><Relationship Id="rId23" Type="http://schemas.openxmlformats.org/officeDocument/2006/relationships/image" Target="../media/image21.png"/><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9.png"/><Relationship Id="rId9" Type="http://schemas.openxmlformats.org/officeDocument/2006/relationships/image" Target="../media/image10.png"/><Relationship Id="rId15" Type="http://schemas.openxmlformats.org/officeDocument/2006/relationships/image" Target="../media/image7.png"/><Relationship Id="rId14" Type="http://schemas.openxmlformats.org/officeDocument/2006/relationships/image" Target="../media/image9.png"/><Relationship Id="rId17" Type="http://schemas.openxmlformats.org/officeDocument/2006/relationships/image" Target="../media/image13.png"/><Relationship Id="rId16" Type="http://schemas.openxmlformats.org/officeDocument/2006/relationships/image" Target="../media/image4.png"/><Relationship Id="rId5" Type="http://schemas.openxmlformats.org/officeDocument/2006/relationships/image" Target="../media/image1.png"/><Relationship Id="rId19" Type="http://schemas.openxmlformats.org/officeDocument/2006/relationships/image" Target="../media/image14.png"/><Relationship Id="rId6" Type="http://schemas.openxmlformats.org/officeDocument/2006/relationships/image" Target="../media/image23.jpg"/><Relationship Id="rId18"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6.jpg"/><Relationship Id="rId4" Type="http://schemas.openxmlformats.org/officeDocument/2006/relationships/image" Target="../media/image5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7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1.png"/><Relationship Id="rId4" Type="http://schemas.openxmlformats.org/officeDocument/2006/relationships/image" Target="../media/image6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1.png"/></Relationships>
</file>

<file path=ppt/slides/_rels/slide28.xml.rels><?xml version="1.0" encoding="UTF-8" standalone="yes"?><Relationships xmlns="http://schemas.openxmlformats.org/package/2006/relationships"><Relationship Id="rId20" Type="http://schemas.openxmlformats.org/officeDocument/2006/relationships/image" Target="../media/image20.png"/><Relationship Id="rId11" Type="http://schemas.openxmlformats.org/officeDocument/2006/relationships/image" Target="../media/image3.png"/><Relationship Id="rId22" Type="http://schemas.openxmlformats.org/officeDocument/2006/relationships/image" Target="../media/image22.png"/><Relationship Id="rId10" Type="http://schemas.openxmlformats.org/officeDocument/2006/relationships/image" Target="../media/image15.png"/><Relationship Id="rId21" Type="http://schemas.openxmlformats.org/officeDocument/2006/relationships/image" Target="../media/image45.png"/><Relationship Id="rId13" Type="http://schemas.openxmlformats.org/officeDocument/2006/relationships/image" Target="../media/image5.png"/><Relationship Id="rId24" Type="http://schemas.openxmlformats.org/officeDocument/2006/relationships/image" Target="../media/image28.png"/><Relationship Id="rId12" Type="http://schemas.openxmlformats.org/officeDocument/2006/relationships/image" Target="../media/image6.png"/><Relationship Id="rId23" Type="http://schemas.openxmlformats.org/officeDocument/2006/relationships/image" Target="../media/image21.png"/><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19.png"/><Relationship Id="rId9" Type="http://schemas.openxmlformats.org/officeDocument/2006/relationships/image" Target="../media/image10.png"/><Relationship Id="rId15" Type="http://schemas.openxmlformats.org/officeDocument/2006/relationships/image" Target="../media/image7.png"/><Relationship Id="rId14" Type="http://schemas.openxmlformats.org/officeDocument/2006/relationships/image" Target="../media/image9.png"/><Relationship Id="rId17" Type="http://schemas.openxmlformats.org/officeDocument/2006/relationships/image" Target="../media/image13.png"/><Relationship Id="rId16" Type="http://schemas.openxmlformats.org/officeDocument/2006/relationships/image" Target="../media/image4.png"/><Relationship Id="rId5" Type="http://schemas.openxmlformats.org/officeDocument/2006/relationships/image" Target="../media/image1.png"/><Relationship Id="rId19" Type="http://schemas.openxmlformats.org/officeDocument/2006/relationships/image" Target="../media/image14.png"/><Relationship Id="rId6" Type="http://schemas.openxmlformats.org/officeDocument/2006/relationships/image" Target="../media/image23.jpg"/><Relationship Id="rId18"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2.png"/></Relationships>
</file>

<file path=ppt/slides/_rels/slide29.xml.rels><?xml version="1.0" encoding="UTF-8" standalone="yes"?><Relationships xmlns="http://schemas.openxmlformats.org/package/2006/relationships"><Relationship Id="rId20" Type="http://schemas.openxmlformats.org/officeDocument/2006/relationships/image" Target="../media/image5.png"/><Relationship Id="rId11" Type="http://schemas.openxmlformats.org/officeDocument/2006/relationships/image" Target="../media/image6.png"/><Relationship Id="rId22" Type="http://schemas.openxmlformats.org/officeDocument/2006/relationships/image" Target="../media/image1.png"/><Relationship Id="rId10" Type="http://schemas.openxmlformats.org/officeDocument/2006/relationships/image" Target="../media/image28.png"/><Relationship Id="rId21" Type="http://schemas.openxmlformats.org/officeDocument/2006/relationships/image" Target="../media/image9.png"/><Relationship Id="rId13" Type="http://schemas.openxmlformats.org/officeDocument/2006/relationships/image" Target="../media/image2.png"/><Relationship Id="rId12" Type="http://schemas.openxmlformats.org/officeDocument/2006/relationships/image" Target="../media/image7.png"/><Relationship Id="rId23" Type="http://schemas.openxmlformats.org/officeDocument/2006/relationships/image" Target="../media/image26.png"/><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20.png"/><Relationship Id="rId9" Type="http://schemas.openxmlformats.org/officeDocument/2006/relationships/image" Target="../media/image21.png"/><Relationship Id="rId15" Type="http://schemas.openxmlformats.org/officeDocument/2006/relationships/image" Target="../media/image8.png"/><Relationship Id="rId14" Type="http://schemas.openxmlformats.org/officeDocument/2006/relationships/image" Target="../media/image10.png"/><Relationship Id="rId17" Type="http://schemas.openxmlformats.org/officeDocument/2006/relationships/image" Target="../media/image13.png"/><Relationship Id="rId16" Type="http://schemas.openxmlformats.org/officeDocument/2006/relationships/image" Target="../media/image3.png"/><Relationship Id="rId5" Type="http://schemas.openxmlformats.org/officeDocument/2006/relationships/image" Target="../media/image45.png"/><Relationship Id="rId19" Type="http://schemas.openxmlformats.org/officeDocument/2006/relationships/image" Target="../media/image14.png"/><Relationship Id="rId6" Type="http://schemas.openxmlformats.org/officeDocument/2006/relationships/image" Target="../media/image4.png"/><Relationship Id="rId18" Type="http://schemas.openxmlformats.org/officeDocument/2006/relationships/image" Target="../media/image19.png"/><Relationship Id="rId7" Type="http://schemas.openxmlformats.org/officeDocument/2006/relationships/image" Target="../media/image24.png"/><Relationship Id="rId8"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0" Type="http://schemas.openxmlformats.org/officeDocument/2006/relationships/image" Target="../media/image7.png"/><Relationship Id="rId11" Type="http://schemas.openxmlformats.org/officeDocument/2006/relationships/image" Target="../media/image45.png"/><Relationship Id="rId22" Type="http://schemas.openxmlformats.org/officeDocument/2006/relationships/image" Target="../media/image2.png"/><Relationship Id="rId10" Type="http://schemas.openxmlformats.org/officeDocument/2006/relationships/image" Target="../media/image20.png"/><Relationship Id="rId21" Type="http://schemas.openxmlformats.org/officeDocument/2006/relationships/image" Target="../media/image26.png"/><Relationship Id="rId13" Type="http://schemas.openxmlformats.org/officeDocument/2006/relationships/image" Target="../media/image24.png"/><Relationship Id="rId12" Type="http://schemas.openxmlformats.org/officeDocument/2006/relationships/image" Target="../media/image4.png"/><Relationship Id="rId23" Type="http://schemas.openxmlformats.org/officeDocument/2006/relationships/image" Target="../media/image10.png"/><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14.png"/><Relationship Id="rId4" Type="http://schemas.openxmlformats.org/officeDocument/2006/relationships/image" Target="../media/image1.png"/><Relationship Id="rId9" Type="http://schemas.openxmlformats.org/officeDocument/2006/relationships/image" Target="../media/image13.png"/><Relationship Id="rId15" Type="http://schemas.openxmlformats.org/officeDocument/2006/relationships/image" Target="../media/image22.png"/><Relationship Id="rId14" Type="http://schemas.openxmlformats.org/officeDocument/2006/relationships/image" Target="../media/image5.png"/><Relationship Id="rId17" Type="http://schemas.openxmlformats.org/officeDocument/2006/relationships/image" Target="../media/image28.png"/><Relationship Id="rId16" Type="http://schemas.openxmlformats.org/officeDocument/2006/relationships/image" Target="../media/image21.png"/><Relationship Id="rId5" Type="http://schemas.openxmlformats.org/officeDocument/2006/relationships/image" Target="../media/image8.png"/><Relationship Id="rId19" Type="http://schemas.openxmlformats.org/officeDocument/2006/relationships/image" Target="../media/image9.png"/><Relationship Id="rId6" Type="http://schemas.openxmlformats.org/officeDocument/2006/relationships/image" Target="../media/image19.png"/><Relationship Id="rId18" Type="http://schemas.openxmlformats.org/officeDocument/2006/relationships/image" Target="../media/image6.png"/><Relationship Id="rId7" Type="http://schemas.openxmlformats.org/officeDocument/2006/relationships/image" Target="../media/image15.png"/><Relationship Id="rId8" Type="http://schemas.openxmlformats.org/officeDocument/2006/relationships/image" Target="../media/image3.png"/></Relationships>
</file>

<file path=ppt/slides/_rels/slide40.xml.rels><?xml version="1.0" encoding="UTF-8" standalone="yes"?><Relationships xmlns="http://schemas.openxmlformats.org/package/2006/relationships"><Relationship Id="rId20" Type="http://schemas.openxmlformats.org/officeDocument/2006/relationships/image" Target="../media/image5.png"/><Relationship Id="rId11" Type="http://schemas.openxmlformats.org/officeDocument/2006/relationships/image" Target="../media/image6.png"/><Relationship Id="rId22" Type="http://schemas.openxmlformats.org/officeDocument/2006/relationships/image" Target="../media/image1.png"/><Relationship Id="rId10" Type="http://schemas.openxmlformats.org/officeDocument/2006/relationships/image" Target="../media/image28.png"/><Relationship Id="rId21" Type="http://schemas.openxmlformats.org/officeDocument/2006/relationships/image" Target="../media/image9.png"/><Relationship Id="rId13" Type="http://schemas.openxmlformats.org/officeDocument/2006/relationships/image" Target="../media/image2.png"/><Relationship Id="rId12" Type="http://schemas.openxmlformats.org/officeDocument/2006/relationships/image" Target="../media/image7.png"/><Relationship Id="rId23" Type="http://schemas.openxmlformats.org/officeDocument/2006/relationships/image" Target="../media/image26.png"/><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15.png"/><Relationship Id="rId4" Type="http://schemas.openxmlformats.org/officeDocument/2006/relationships/image" Target="../media/image20.png"/><Relationship Id="rId9" Type="http://schemas.openxmlformats.org/officeDocument/2006/relationships/image" Target="../media/image21.png"/><Relationship Id="rId15" Type="http://schemas.openxmlformats.org/officeDocument/2006/relationships/image" Target="../media/image8.png"/><Relationship Id="rId14" Type="http://schemas.openxmlformats.org/officeDocument/2006/relationships/image" Target="../media/image10.png"/><Relationship Id="rId17" Type="http://schemas.openxmlformats.org/officeDocument/2006/relationships/image" Target="../media/image13.png"/><Relationship Id="rId16" Type="http://schemas.openxmlformats.org/officeDocument/2006/relationships/image" Target="../media/image3.png"/><Relationship Id="rId5" Type="http://schemas.openxmlformats.org/officeDocument/2006/relationships/image" Target="../media/image45.png"/><Relationship Id="rId19" Type="http://schemas.openxmlformats.org/officeDocument/2006/relationships/image" Target="../media/image14.png"/><Relationship Id="rId6" Type="http://schemas.openxmlformats.org/officeDocument/2006/relationships/image" Target="../media/image4.png"/><Relationship Id="rId18" Type="http://schemas.openxmlformats.org/officeDocument/2006/relationships/image" Target="../media/image19.png"/><Relationship Id="rId7" Type="http://schemas.openxmlformats.org/officeDocument/2006/relationships/image" Target="../media/image24.png"/><Relationship Id="rId8" Type="http://schemas.openxmlformats.org/officeDocument/2006/relationships/image" Target="../media/image22.png"/></Relationships>
</file>

<file path=ppt/slides/_rels/slide41.xml.rels><?xml version="1.0" encoding="UTF-8" standalone="yes"?><Relationships xmlns="http://schemas.openxmlformats.org/package/2006/relationships"><Relationship Id="rId20" Type="http://schemas.openxmlformats.org/officeDocument/2006/relationships/image" Target="../media/image5.png"/><Relationship Id="rId11" Type="http://schemas.openxmlformats.org/officeDocument/2006/relationships/image" Target="../media/image6.png"/><Relationship Id="rId22" Type="http://schemas.openxmlformats.org/officeDocument/2006/relationships/image" Target="../media/image1.png"/><Relationship Id="rId10" Type="http://schemas.openxmlformats.org/officeDocument/2006/relationships/image" Target="../media/image28.png"/><Relationship Id="rId21" Type="http://schemas.openxmlformats.org/officeDocument/2006/relationships/image" Target="../media/image9.png"/><Relationship Id="rId13" Type="http://schemas.openxmlformats.org/officeDocument/2006/relationships/image" Target="../media/image2.png"/><Relationship Id="rId12" Type="http://schemas.openxmlformats.org/officeDocument/2006/relationships/image" Target="../media/image7.png"/><Relationship Id="rId23" Type="http://schemas.openxmlformats.org/officeDocument/2006/relationships/image" Target="../media/image26.png"/><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15.png"/><Relationship Id="rId4" Type="http://schemas.openxmlformats.org/officeDocument/2006/relationships/image" Target="../media/image20.png"/><Relationship Id="rId9" Type="http://schemas.openxmlformats.org/officeDocument/2006/relationships/image" Target="../media/image21.png"/><Relationship Id="rId15" Type="http://schemas.openxmlformats.org/officeDocument/2006/relationships/image" Target="../media/image8.png"/><Relationship Id="rId14" Type="http://schemas.openxmlformats.org/officeDocument/2006/relationships/image" Target="../media/image10.png"/><Relationship Id="rId17" Type="http://schemas.openxmlformats.org/officeDocument/2006/relationships/image" Target="../media/image13.png"/><Relationship Id="rId16" Type="http://schemas.openxmlformats.org/officeDocument/2006/relationships/image" Target="../media/image3.png"/><Relationship Id="rId5" Type="http://schemas.openxmlformats.org/officeDocument/2006/relationships/image" Target="../media/image45.png"/><Relationship Id="rId19" Type="http://schemas.openxmlformats.org/officeDocument/2006/relationships/image" Target="../media/image14.png"/><Relationship Id="rId6" Type="http://schemas.openxmlformats.org/officeDocument/2006/relationships/image" Target="../media/image4.png"/><Relationship Id="rId18" Type="http://schemas.openxmlformats.org/officeDocument/2006/relationships/image" Target="../media/image19.png"/><Relationship Id="rId7" Type="http://schemas.openxmlformats.org/officeDocument/2006/relationships/image" Target="../media/image24.png"/><Relationship Id="rId8" Type="http://schemas.openxmlformats.org/officeDocument/2006/relationships/image" Target="../media/image22.png"/></Relationships>
</file>

<file path=ppt/slides/_rels/slide42.xml.rels><?xml version="1.0" encoding="UTF-8" standalone="yes"?><Relationships xmlns="http://schemas.openxmlformats.org/package/2006/relationships"><Relationship Id="rId20" Type="http://schemas.openxmlformats.org/officeDocument/2006/relationships/image" Target="../media/image5.png"/><Relationship Id="rId11" Type="http://schemas.openxmlformats.org/officeDocument/2006/relationships/image" Target="../media/image6.png"/><Relationship Id="rId22" Type="http://schemas.openxmlformats.org/officeDocument/2006/relationships/image" Target="../media/image1.png"/><Relationship Id="rId10" Type="http://schemas.openxmlformats.org/officeDocument/2006/relationships/image" Target="../media/image28.png"/><Relationship Id="rId21" Type="http://schemas.openxmlformats.org/officeDocument/2006/relationships/image" Target="../media/image9.png"/><Relationship Id="rId13" Type="http://schemas.openxmlformats.org/officeDocument/2006/relationships/image" Target="../media/image2.png"/><Relationship Id="rId12" Type="http://schemas.openxmlformats.org/officeDocument/2006/relationships/image" Target="../media/image7.png"/><Relationship Id="rId23" Type="http://schemas.openxmlformats.org/officeDocument/2006/relationships/image" Target="../media/image26.png"/><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15.png"/><Relationship Id="rId4" Type="http://schemas.openxmlformats.org/officeDocument/2006/relationships/image" Target="../media/image20.png"/><Relationship Id="rId9" Type="http://schemas.openxmlformats.org/officeDocument/2006/relationships/image" Target="../media/image21.png"/><Relationship Id="rId15" Type="http://schemas.openxmlformats.org/officeDocument/2006/relationships/image" Target="../media/image8.png"/><Relationship Id="rId14" Type="http://schemas.openxmlformats.org/officeDocument/2006/relationships/image" Target="../media/image10.png"/><Relationship Id="rId17" Type="http://schemas.openxmlformats.org/officeDocument/2006/relationships/image" Target="../media/image13.png"/><Relationship Id="rId16" Type="http://schemas.openxmlformats.org/officeDocument/2006/relationships/image" Target="../media/image3.png"/><Relationship Id="rId5" Type="http://schemas.openxmlformats.org/officeDocument/2006/relationships/image" Target="../media/image45.png"/><Relationship Id="rId19" Type="http://schemas.openxmlformats.org/officeDocument/2006/relationships/image" Target="../media/image14.png"/><Relationship Id="rId6" Type="http://schemas.openxmlformats.org/officeDocument/2006/relationships/image" Target="../media/image4.png"/><Relationship Id="rId18" Type="http://schemas.openxmlformats.org/officeDocument/2006/relationships/image" Target="../media/image19.png"/><Relationship Id="rId7" Type="http://schemas.openxmlformats.org/officeDocument/2006/relationships/image" Target="../media/image24.png"/><Relationship Id="rId8"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108.png"/><Relationship Id="rId4" Type="http://schemas.openxmlformats.org/officeDocument/2006/relationships/image" Target="../media/image78.png"/><Relationship Id="rId5" Type="http://schemas.openxmlformats.org/officeDocument/2006/relationships/image" Target="../media/image107.png"/><Relationship Id="rId6" Type="http://schemas.openxmlformats.org/officeDocument/2006/relationships/image" Target="../media/image80.png"/></Relationships>
</file>

<file path=ppt/slides/_rels/slide44.xml.rels><?xml version="1.0" encoding="UTF-8" standalone="yes"?><Relationships xmlns="http://schemas.openxmlformats.org/package/2006/relationships"><Relationship Id="rId11" Type="http://schemas.openxmlformats.org/officeDocument/2006/relationships/image" Target="../media/image100.png"/><Relationship Id="rId10" Type="http://schemas.openxmlformats.org/officeDocument/2006/relationships/image" Target="../media/image89.png"/><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19.png"/><Relationship Id="rId4" Type="http://schemas.openxmlformats.org/officeDocument/2006/relationships/image" Target="../media/image82.png"/><Relationship Id="rId9" Type="http://schemas.openxmlformats.org/officeDocument/2006/relationships/image" Target="../media/image80.png"/><Relationship Id="rId5" Type="http://schemas.openxmlformats.org/officeDocument/2006/relationships/image" Target="../media/image83.png"/><Relationship Id="rId6" Type="http://schemas.openxmlformats.org/officeDocument/2006/relationships/image" Target="../media/image99.png"/><Relationship Id="rId7" Type="http://schemas.openxmlformats.org/officeDocument/2006/relationships/image" Target="../media/image92.png"/><Relationship Id="rId8" Type="http://schemas.openxmlformats.org/officeDocument/2006/relationships/image" Target="../media/image91.png"/></Relationships>
</file>

<file path=ppt/slides/_rels/slide45.xml.rels><?xml version="1.0" encoding="UTF-8" standalone="yes"?><Relationships xmlns="http://schemas.openxmlformats.org/package/2006/relationships"><Relationship Id="rId11" Type="http://schemas.openxmlformats.org/officeDocument/2006/relationships/image" Target="../media/image90.png"/><Relationship Id="rId10" Type="http://schemas.openxmlformats.org/officeDocument/2006/relationships/image" Target="../media/image104.png"/><Relationship Id="rId13" Type="http://schemas.openxmlformats.org/officeDocument/2006/relationships/image" Target="../media/image8.png"/><Relationship Id="rId12" Type="http://schemas.openxmlformats.org/officeDocument/2006/relationships/image" Target="../media/image103.png"/><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19.png"/><Relationship Id="rId4" Type="http://schemas.openxmlformats.org/officeDocument/2006/relationships/image" Target="../media/image82.png"/><Relationship Id="rId9" Type="http://schemas.openxmlformats.org/officeDocument/2006/relationships/image" Target="../media/image100.png"/><Relationship Id="rId15" Type="http://schemas.openxmlformats.org/officeDocument/2006/relationships/image" Target="../media/image102.png"/><Relationship Id="rId14" Type="http://schemas.openxmlformats.org/officeDocument/2006/relationships/image" Target="../media/image93.png"/><Relationship Id="rId16" Type="http://schemas.openxmlformats.org/officeDocument/2006/relationships/image" Target="../media/image95.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109.png"/><Relationship Id="rId8" Type="http://schemas.openxmlformats.org/officeDocument/2006/relationships/image" Target="../media/image89.png"/></Relationships>
</file>

<file path=ppt/slides/_rels/slide46.xml.rels><?xml version="1.0" encoding="UTF-8" standalone="yes"?><Relationships xmlns="http://schemas.openxmlformats.org/package/2006/relationships"><Relationship Id="rId11" Type="http://schemas.openxmlformats.org/officeDocument/2006/relationships/image" Target="../media/image98.png"/><Relationship Id="rId10" Type="http://schemas.openxmlformats.org/officeDocument/2006/relationships/image" Target="../media/image96.png"/><Relationship Id="rId13" Type="http://schemas.openxmlformats.org/officeDocument/2006/relationships/image" Target="../media/image105.png"/><Relationship Id="rId12" Type="http://schemas.openxmlformats.org/officeDocument/2006/relationships/image" Target="../media/image112.png"/><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19.png"/><Relationship Id="rId4" Type="http://schemas.openxmlformats.org/officeDocument/2006/relationships/image" Target="../media/image82.png"/><Relationship Id="rId9" Type="http://schemas.openxmlformats.org/officeDocument/2006/relationships/image" Target="../media/image97.png"/><Relationship Id="rId14" Type="http://schemas.openxmlformats.org/officeDocument/2006/relationships/image" Target="../media/image80.png"/><Relationship Id="rId5" Type="http://schemas.openxmlformats.org/officeDocument/2006/relationships/image" Target="../media/image106.png"/><Relationship Id="rId6" Type="http://schemas.openxmlformats.org/officeDocument/2006/relationships/image" Target="../media/image94.png"/><Relationship Id="rId7" Type="http://schemas.openxmlformats.org/officeDocument/2006/relationships/image" Target="../media/image110.png"/><Relationship Id="rId8" Type="http://schemas.openxmlformats.org/officeDocument/2006/relationships/image" Target="../media/image101.png"/></Relationships>
</file>

<file path=ppt/slides/_rels/slide47.xml.rels><?xml version="1.0" encoding="UTF-8" standalone="yes"?><Relationships xmlns="http://schemas.openxmlformats.org/package/2006/relationships"><Relationship Id="rId20" Type="http://schemas.openxmlformats.org/officeDocument/2006/relationships/image" Target="../media/image5.png"/><Relationship Id="rId11" Type="http://schemas.openxmlformats.org/officeDocument/2006/relationships/image" Target="../media/image6.png"/><Relationship Id="rId22" Type="http://schemas.openxmlformats.org/officeDocument/2006/relationships/image" Target="../media/image26.png"/><Relationship Id="rId10" Type="http://schemas.openxmlformats.org/officeDocument/2006/relationships/image" Target="../media/image28.png"/><Relationship Id="rId21" Type="http://schemas.openxmlformats.org/officeDocument/2006/relationships/image" Target="../media/image1.png"/><Relationship Id="rId13" Type="http://schemas.openxmlformats.org/officeDocument/2006/relationships/image" Target="../media/image2.png"/><Relationship Id="rId24" Type="http://schemas.openxmlformats.org/officeDocument/2006/relationships/image" Target="../media/image111.png"/><Relationship Id="rId12" Type="http://schemas.openxmlformats.org/officeDocument/2006/relationships/image" Target="../media/image7.png"/><Relationship Id="rId23" Type="http://schemas.openxmlformats.org/officeDocument/2006/relationships/image" Target="../media/image9.png"/><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15.png"/><Relationship Id="rId4" Type="http://schemas.openxmlformats.org/officeDocument/2006/relationships/image" Target="../media/image20.png"/><Relationship Id="rId9" Type="http://schemas.openxmlformats.org/officeDocument/2006/relationships/image" Target="../media/image21.png"/><Relationship Id="rId15" Type="http://schemas.openxmlformats.org/officeDocument/2006/relationships/image" Target="../media/image8.png"/><Relationship Id="rId14" Type="http://schemas.openxmlformats.org/officeDocument/2006/relationships/image" Target="../media/image10.png"/><Relationship Id="rId17" Type="http://schemas.openxmlformats.org/officeDocument/2006/relationships/image" Target="../media/image13.png"/><Relationship Id="rId16" Type="http://schemas.openxmlformats.org/officeDocument/2006/relationships/image" Target="../media/image3.png"/><Relationship Id="rId5" Type="http://schemas.openxmlformats.org/officeDocument/2006/relationships/image" Target="../media/image45.png"/><Relationship Id="rId19" Type="http://schemas.openxmlformats.org/officeDocument/2006/relationships/image" Target="../media/image14.png"/><Relationship Id="rId6" Type="http://schemas.openxmlformats.org/officeDocument/2006/relationships/image" Target="../media/image4.png"/><Relationship Id="rId18" Type="http://schemas.openxmlformats.org/officeDocument/2006/relationships/image" Target="../media/image19.png"/><Relationship Id="rId7" Type="http://schemas.openxmlformats.org/officeDocument/2006/relationships/image" Target="../media/image24.png"/><Relationship Id="rId8"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2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13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131.png"/><Relationship Id="rId4" Type="http://schemas.openxmlformats.org/officeDocument/2006/relationships/image" Target="../media/image125.jpg"/><Relationship Id="rId5" Type="http://schemas.openxmlformats.org/officeDocument/2006/relationships/image" Target="../media/image1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129.png"/><Relationship Id="rId4" Type="http://schemas.openxmlformats.org/officeDocument/2006/relationships/image" Target="../media/image115.png"/><Relationship Id="rId5" Type="http://schemas.openxmlformats.org/officeDocument/2006/relationships/image" Target="../media/image114.png"/><Relationship Id="rId6" Type="http://schemas.openxmlformats.org/officeDocument/2006/relationships/image" Target="../media/image113.png"/><Relationship Id="rId7" Type="http://schemas.openxmlformats.org/officeDocument/2006/relationships/image" Target="../media/image8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1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image" Target="../media/image80.png"/><Relationship Id="rId4" Type="http://schemas.openxmlformats.org/officeDocument/2006/relationships/image" Target="../media/image123.png"/><Relationship Id="rId5" Type="http://schemas.openxmlformats.org/officeDocument/2006/relationships/image" Target="../media/image118.png"/><Relationship Id="rId6" Type="http://schemas.openxmlformats.org/officeDocument/2006/relationships/image" Target="../media/image12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8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image" Target="../media/image8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2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 Id="rId3" Type="http://schemas.openxmlformats.org/officeDocument/2006/relationships/image" Target="../media/image8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 Id="rId3" Type="http://schemas.openxmlformats.org/officeDocument/2006/relationships/image" Target="../media/image8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 Id="rId3" Type="http://schemas.openxmlformats.org/officeDocument/2006/relationships/image" Target="../media/image8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2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 Id="rId3" Type="http://schemas.openxmlformats.org/officeDocument/2006/relationships/image" Target="../media/image124.png"/><Relationship Id="rId4" Type="http://schemas.openxmlformats.org/officeDocument/2006/relationships/image" Target="../media/image12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 Id="rId3" Type="http://schemas.openxmlformats.org/officeDocument/2006/relationships/image" Target="../media/image8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 Id="rId3" Type="http://schemas.openxmlformats.org/officeDocument/2006/relationships/image" Target="../media/image8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4.xml"/><Relationship Id="rId3" Type="http://schemas.openxmlformats.org/officeDocument/2006/relationships/image" Target="../media/image8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 Id="rId3" Type="http://schemas.openxmlformats.org/officeDocument/2006/relationships/image" Target="../media/image8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13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14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 Id="rId3" Type="http://schemas.openxmlformats.org/officeDocument/2006/relationships/image" Target="../media/image13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5.xml"/><Relationship Id="rId3" Type="http://schemas.openxmlformats.org/officeDocument/2006/relationships/image" Target="../media/image13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6.xml"/><Relationship Id="rId3" Type="http://schemas.openxmlformats.org/officeDocument/2006/relationships/image" Target="../media/image14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 Id="rId3" Type="http://schemas.openxmlformats.org/officeDocument/2006/relationships/image" Target="../media/image13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8.xml"/><Relationship Id="rId3" Type="http://schemas.openxmlformats.org/officeDocument/2006/relationships/image" Target="../media/image13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9.xml"/><Relationship Id="rId3" Type="http://schemas.openxmlformats.org/officeDocument/2006/relationships/image" Target="../media/image13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0.xml"/><Relationship Id="rId3" Type="http://schemas.openxmlformats.org/officeDocument/2006/relationships/image" Target="../media/image15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1.xml"/><Relationship Id="rId3" Type="http://schemas.openxmlformats.org/officeDocument/2006/relationships/image" Target="../media/image139.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3.xml"/><Relationship Id="rId3" Type="http://schemas.openxmlformats.org/officeDocument/2006/relationships/image" Target="../media/image146.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4.xml"/><Relationship Id="rId3" Type="http://schemas.openxmlformats.org/officeDocument/2006/relationships/image" Target="../media/image137.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5.xml"/><Relationship Id="rId3" Type="http://schemas.openxmlformats.org/officeDocument/2006/relationships/image" Target="../media/image80.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6.xml"/><Relationship Id="rId3" Type="http://schemas.openxmlformats.org/officeDocument/2006/relationships/image" Target="../media/image80.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7.xml"/><Relationship Id="rId3" Type="http://schemas.openxmlformats.org/officeDocument/2006/relationships/image" Target="../media/image142.jpg"/><Relationship Id="rId4" Type="http://schemas.openxmlformats.org/officeDocument/2006/relationships/image" Target="../media/image143.png"/><Relationship Id="rId5" Type="http://schemas.openxmlformats.org/officeDocument/2006/relationships/image" Target="../media/image138.png"/><Relationship Id="rId6" Type="http://schemas.openxmlformats.org/officeDocument/2006/relationships/image" Target="../media/image147.png"/><Relationship Id="rId7" Type="http://schemas.openxmlformats.org/officeDocument/2006/relationships/image" Target="../media/image141.png"/><Relationship Id="rId8" Type="http://schemas.openxmlformats.org/officeDocument/2006/relationships/hyperlink" Target="https://dribbble.com/shots/7182188-Babushka-Boi"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8.xml"/><Relationship Id="rId3" Type="http://schemas.openxmlformats.org/officeDocument/2006/relationships/image" Target="../media/image143.png"/><Relationship Id="rId4" Type="http://schemas.openxmlformats.org/officeDocument/2006/relationships/image" Target="../media/image80.png"/><Relationship Id="rId5" Type="http://schemas.openxmlformats.org/officeDocument/2006/relationships/image" Target="../media/image138.png"/><Relationship Id="rId6" Type="http://schemas.openxmlformats.org/officeDocument/2006/relationships/image" Target="../media/image147.png"/><Relationship Id="rId7" Type="http://schemas.openxmlformats.org/officeDocument/2006/relationships/image" Target="../media/image14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9.xml"/><Relationship Id="rId3" Type="http://schemas.openxmlformats.org/officeDocument/2006/relationships/image" Target="../media/image80.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0.xml"/><Relationship Id="rId3" Type="http://schemas.openxmlformats.org/officeDocument/2006/relationships/image" Target="../media/image15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1.xml"/><Relationship Id="rId3" Type="http://schemas.openxmlformats.org/officeDocument/2006/relationships/image" Target="../media/image15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3.xml"/><Relationship Id="rId3" Type="http://schemas.openxmlformats.org/officeDocument/2006/relationships/image" Target="../media/image15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4.xml"/><Relationship Id="rId3" Type="http://schemas.openxmlformats.org/officeDocument/2006/relationships/image" Target="../media/image150.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9" name="Shape 129"/>
        <p:cNvGrpSpPr/>
        <p:nvPr/>
      </p:nvGrpSpPr>
      <p:grpSpPr>
        <a:xfrm>
          <a:off x="0" y="0"/>
          <a:ext cx="0" cy="0"/>
          <a:chOff x="0" y="0"/>
          <a:chExt cx="0" cy="0"/>
        </a:xfrm>
      </p:grpSpPr>
      <p:sp>
        <p:nvSpPr>
          <p:cNvPr id="130" name="Google Shape;130;p1"/>
          <p:cNvSpPr txBox="1"/>
          <p:nvPr>
            <p:ph type="ctrTitle"/>
          </p:nvPr>
        </p:nvSpPr>
        <p:spPr>
          <a:xfrm>
            <a:off x="76200" y="643467"/>
            <a:ext cx="12039600" cy="3330353"/>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4400"/>
              <a:buFont typeface="Franklin Gothic"/>
              <a:buNone/>
            </a:pPr>
            <a:r>
              <a:rPr b="1" lang="en-US" sz="4400">
                <a:solidFill>
                  <a:schemeClr val="lt1"/>
                </a:solidFill>
              </a:rPr>
              <a:t>Introduction to Computer Networks</a:t>
            </a:r>
            <a:endParaRPr b="1" sz="4400">
              <a:solidFill>
                <a:schemeClr val="lt1"/>
              </a:solidFill>
            </a:endParaRPr>
          </a:p>
        </p:txBody>
      </p:sp>
      <p:cxnSp>
        <p:nvCxnSpPr>
          <p:cNvPr id="131" name="Google Shape;131;p1"/>
          <p:cNvCxnSpPr/>
          <p:nvPr/>
        </p:nvCxnSpPr>
        <p:spPr>
          <a:xfrm>
            <a:off x="3393881" y="4035362"/>
            <a:ext cx="5404237" cy="0"/>
          </a:xfrm>
          <a:prstGeom prst="straightConnector1">
            <a:avLst/>
          </a:prstGeom>
          <a:noFill/>
          <a:ln cap="rnd" cmpd="sng" w="12700">
            <a:solidFill>
              <a:schemeClr val="lt1"/>
            </a:solidFill>
            <a:prstDash val="solid"/>
            <a:round/>
            <a:headEnd len="sm" w="sm" type="none"/>
            <a:tailEnd len="sm" w="sm" type="none"/>
          </a:ln>
          <a:effectLst>
            <a:outerShdw blurRad="50800" rotWithShape="0" algn="tl" dir="2700000" dist="38100">
              <a:srgbClr val="000000">
                <a:alpha val="40000"/>
              </a:srgbClr>
            </a:outerShdw>
          </a:effectLst>
        </p:spPr>
      </p:cxnSp>
      <p:sp>
        <p:nvSpPr>
          <p:cNvPr id="132" name="Google Shape;132;p1"/>
          <p:cNvSpPr txBox="1"/>
          <p:nvPr/>
        </p:nvSpPr>
        <p:spPr>
          <a:xfrm>
            <a:off x="4037330" y="4345305"/>
            <a:ext cx="4116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rgbClr val="00B050"/>
              </a:solidFill>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30"/>
                                        </p:tgtEl>
                                        <p:attrNameLst>
                                          <p:attrName>style.visibility</p:attrName>
                                        </p:attrNameLst>
                                      </p:cBhvr>
                                      <p:to>
                                        <p:strVal val="visible"/>
                                      </p:to>
                                    </p:set>
                                    <p:animEffect filter="fade" transition="in">
                                      <p:cBhvr>
                                        <p:cTn dur="7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
          <p:cNvSpPr txBox="1"/>
          <p:nvPr>
            <p:ph type="title"/>
          </p:nvPr>
        </p:nvSpPr>
        <p:spPr>
          <a:xfrm>
            <a:off x="581025" y="702310"/>
            <a:ext cx="11029315" cy="74168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Acknowledgement</a:t>
            </a:r>
            <a:endParaRPr/>
          </a:p>
        </p:txBody>
      </p:sp>
      <p:sp>
        <p:nvSpPr>
          <p:cNvPr id="138" name="Google Shape;138;p2"/>
          <p:cNvSpPr txBox="1"/>
          <p:nvPr>
            <p:ph idx="1" type="body"/>
          </p:nvPr>
        </p:nvSpPr>
        <p:spPr>
          <a:xfrm>
            <a:off x="581192" y="1744599"/>
            <a:ext cx="11029615" cy="3634486"/>
          </a:xfrm>
          <a:prstGeom prst="rect">
            <a:avLst/>
          </a:prstGeom>
          <a:noFill/>
          <a:ln>
            <a:noFill/>
          </a:ln>
        </p:spPr>
        <p:txBody>
          <a:bodyPr anchorCtr="0" anchor="ctr" bIns="45700" lIns="91425" spcFirstLastPara="1" rIns="91425" wrap="square" tIns="45700">
            <a:normAutofit/>
          </a:bodyPr>
          <a:lstStyle/>
          <a:p>
            <a:pPr indent="-306070" lvl="0" marL="306070" rtl="0" algn="l">
              <a:lnSpc>
                <a:spcPct val="110000"/>
              </a:lnSpc>
              <a:spcBef>
                <a:spcPts val="0"/>
              </a:spcBef>
              <a:spcAft>
                <a:spcPts val="0"/>
              </a:spcAft>
              <a:buSzPts val="2208"/>
              <a:buFont typeface="Noto Sans Symbols"/>
              <a:buChar char="⮚"/>
            </a:pPr>
            <a:r>
              <a:rPr lang="en-US"/>
              <a:t>These slides are taken (as it is or with some modifications) from various resources including - </a:t>
            </a:r>
            <a:endParaRPr/>
          </a:p>
          <a:p>
            <a:pPr indent="-306069" lvl="1" marL="629920" rtl="0" algn="l">
              <a:spcBef>
                <a:spcPts val="1000"/>
              </a:spcBef>
              <a:spcAft>
                <a:spcPts val="0"/>
              </a:spcAft>
              <a:buSzPts val="1840"/>
              <a:buChar char="◼"/>
            </a:pPr>
            <a:r>
              <a:rPr lang="en-US"/>
              <a:t>Comuter Networking: A top-down approach (Book and Slides) by Jim Kurose and Keith Ross</a:t>
            </a:r>
            <a:endParaRPr/>
          </a:p>
          <a:p>
            <a:pPr indent="-306069" lvl="1" marL="629920" rtl="0" algn="l">
              <a:spcBef>
                <a:spcPts val="1000"/>
              </a:spcBef>
              <a:spcAft>
                <a:spcPts val="0"/>
              </a:spcAft>
              <a:buSzPts val="1840"/>
              <a:buChar char="◼"/>
            </a:pPr>
            <a:r>
              <a:rPr lang="en-US"/>
              <a:t>Data Communication and Networking with TCP/IP Protocol Suite (Book and Slides) by Behrouz A. Forouzan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
          <p:cNvSpPr txBox="1"/>
          <p:nvPr>
            <p:ph type="title"/>
          </p:nvPr>
        </p:nvSpPr>
        <p:spPr>
          <a:xfrm>
            <a:off x="581025" y="702310"/>
            <a:ext cx="11029315" cy="83756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Motivation</a:t>
            </a:r>
            <a:endParaRPr/>
          </a:p>
        </p:txBody>
      </p:sp>
      <p:sp>
        <p:nvSpPr>
          <p:cNvPr id="144" name="Google Shape;144;p3"/>
          <p:cNvSpPr txBox="1"/>
          <p:nvPr>
            <p:ph idx="1" type="body"/>
          </p:nvPr>
        </p:nvSpPr>
        <p:spPr>
          <a:xfrm>
            <a:off x="581660" y="1850390"/>
            <a:ext cx="11029315" cy="3378835"/>
          </a:xfrm>
          <a:prstGeom prst="rect">
            <a:avLst/>
          </a:prstGeom>
          <a:noFill/>
          <a:ln>
            <a:noFill/>
          </a:ln>
        </p:spPr>
        <p:txBody>
          <a:bodyPr anchorCtr="0" anchor="ctr" bIns="45700" lIns="91425" spcFirstLastPara="1" rIns="91425" wrap="square" tIns="45700">
            <a:normAutofit lnSpcReduction="10000"/>
          </a:bodyPr>
          <a:lstStyle/>
          <a:p>
            <a:pPr indent="-306070" lvl="0" marL="306070" rtl="0" algn="l">
              <a:lnSpc>
                <a:spcPct val="110000"/>
              </a:lnSpc>
              <a:spcBef>
                <a:spcPts val="0"/>
              </a:spcBef>
              <a:spcAft>
                <a:spcPts val="0"/>
              </a:spcAft>
              <a:buSzPts val="2208"/>
              <a:buFont typeface="Noto Sans Symbols"/>
              <a:buChar char="⮚"/>
            </a:pPr>
            <a:r>
              <a:rPr lang="en-US"/>
              <a:t>When someone talks about computer networks, the first things that comes to our mind is the </a:t>
            </a:r>
            <a:r>
              <a:rPr b="1" lang="en-US"/>
              <a:t>internet.</a:t>
            </a:r>
            <a:endParaRPr/>
          </a:p>
          <a:p>
            <a:pPr indent="-306070" lvl="0" marL="306070" rtl="0" algn="l">
              <a:lnSpc>
                <a:spcPct val="110000"/>
              </a:lnSpc>
              <a:spcBef>
                <a:spcPts val="1080"/>
              </a:spcBef>
              <a:spcAft>
                <a:spcPts val="0"/>
              </a:spcAft>
              <a:buSzPts val="2208"/>
              <a:buFont typeface="Noto Sans Symbols"/>
              <a:buChar char="⮚"/>
            </a:pPr>
            <a:r>
              <a:rPr lang="en-US"/>
              <a:t>But what internet actually is? and how it works?</a:t>
            </a:r>
            <a:endParaRPr/>
          </a:p>
          <a:p>
            <a:pPr indent="-306070" lvl="0" marL="306070" rtl="0" algn="l">
              <a:lnSpc>
                <a:spcPct val="110000"/>
              </a:lnSpc>
              <a:spcBef>
                <a:spcPts val="1080"/>
              </a:spcBef>
              <a:spcAft>
                <a:spcPts val="0"/>
              </a:spcAft>
              <a:buSzPts val="2208"/>
              <a:buFont typeface="Noto Sans Symbols"/>
              <a:buChar char="⮚"/>
            </a:pPr>
            <a:r>
              <a:rPr lang="en-US"/>
              <a:t>The actual definition of the internet can vary depending upon whom you are asking.</a:t>
            </a:r>
            <a:endParaRPr/>
          </a:p>
          <a:p>
            <a:pPr indent="-306070" lvl="0" marL="306070" rtl="0" algn="l">
              <a:lnSpc>
                <a:spcPct val="110000"/>
              </a:lnSpc>
              <a:spcBef>
                <a:spcPts val="1080"/>
              </a:spcBef>
              <a:spcAft>
                <a:spcPts val="0"/>
              </a:spcAft>
              <a:buSzPts val="2208"/>
              <a:buFont typeface="Noto Sans Symbols"/>
              <a:buChar char="⮚"/>
            </a:pPr>
            <a:r>
              <a:rPr lang="en-US"/>
              <a:t>In this course, we will talk about the internal workings of internet.</a:t>
            </a:r>
            <a:endParaRPr/>
          </a:p>
        </p:txBody>
      </p:sp>
      <p:sp>
        <p:nvSpPr>
          <p:cNvPr id="145" name="Google Shape;145;p3"/>
          <p:cNvSpPr txBox="1"/>
          <p:nvPr/>
        </p:nvSpPr>
        <p:spPr>
          <a:xfrm>
            <a:off x="215900" y="5616575"/>
            <a:ext cx="11595100" cy="589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u="sng">
                <a:solidFill>
                  <a:schemeClr val="dk1"/>
                </a:solidFill>
                <a:latin typeface="Libre Franklin"/>
                <a:ea typeface="Libre Franklin"/>
                <a:cs typeface="Libre Franklin"/>
                <a:sym typeface="Libre Franklin"/>
                <a:hlinkClick r:id="rId3">
                  <a:extLst>
                    <a:ext uri="{A12FA001-AC4F-418D-AE19-62706E023703}">
                      <ahyp:hlinkClr val="tx"/>
                    </a:ext>
                  </a:extLst>
                </a:hlinkClick>
              </a:rPr>
              <a:t>https://www.youtube.com/watch?v=Dxcc6ycZ73M&amp;ab_channel=Code.org</a:t>
            </a:r>
            <a:endParaRPr b="1" sz="2800" u="sng">
              <a:solidFill>
                <a:schemeClr val="dk1"/>
              </a:solidFill>
              <a:latin typeface="Libre Franklin"/>
              <a:ea typeface="Libre Franklin"/>
              <a:cs typeface="Libre Franklin"/>
              <a:sym typeface="Libre Franklin"/>
              <a:hlinkClick r:id="rId4">
                <a:extLst>
                  <a:ext uri="{A12FA001-AC4F-418D-AE19-62706E023703}">
                    <ahyp:hlinkClr val="tx"/>
                  </a:ext>
                </a:extLst>
              </a:hlinkCli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0" name="Shape 150"/>
        <p:cNvGrpSpPr/>
        <p:nvPr/>
      </p:nvGrpSpPr>
      <p:grpSpPr>
        <a:xfrm>
          <a:off x="0" y="0"/>
          <a:ext cx="0" cy="0"/>
          <a:chOff x="0" y="0"/>
          <a:chExt cx="0" cy="0"/>
        </a:xfrm>
      </p:grpSpPr>
      <p:sp>
        <p:nvSpPr>
          <p:cNvPr id="151" name="Google Shape;151;p9"/>
          <p:cNvSpPr txBox="1"/>
          <p:nvPr/>
        </p:nvSpPr>
        <p:spPr>
          <a:xfrm>
            <a:off x="9190439" y="3479610"/>
            <a:ext cx="13649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Internet</a:t>
            </a:r>
            <a:endParaRPr sz="2800">
              <a:solidFill>
                <a:schemeClr val="dk1"/>
              </a:solidFill>
              <a:latin typeface="Calibri"/>
              <a:ea typeface="Calibri"/>
              <a:cs typeface="Calibri"/>
              <a:sym typeface="Calibri"/>
            </a:endParaRPr>
          </a:p>
        </p:txBody>
      </p:sp>
      <p:sp>
        <p:nvSpPr>
          <p:cNvPr id="152" name="Google Shape;152;p9"/>
          <p:cNvSpPr/>
          <p:nvPr/>
        </p:nvSpPr>
        <p:spPr>
          <a:xfrm>
            <a:off x="9250302" y="3526527"/>
            <a:ext cx="1558255" cy="53898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9"/>
          <p:cNvSpPr txBox="1"/>
          <p:nvPr>
            <p:ph type="title"/>
          </p:nvPr>
        </p:nvSpPr>
        <p:spPr>
          <a:xfrm>
            <a:off x="798691" y="22903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Internet: a “nuts and bolts” view</a:t>
            </a:r>
            <a:endParaRPr/>
          </a:p>
        </p:txBody>
      </p:sp>
      <p:grpSp>
        <p:nvGrpSpPr>
          <p:cNvPr id="154" name="Google Shape;154;p9"/>
          <p:cNvGrpSpPr/>
          <p:nvPr/>
        </p:nvGrpSpPr>
        <p:grpSpPr>
          <a:xfrm>
            <a:off x="7205350" y="1488461"/>
            <a:ext cx="4525460" cy="4859961"/>
            <a:chOff x="7268561" y="1458365"/>
            <a:chExt cx="4525460" cy="4859961"/>
          </a:xfrm>
        </p:grpSpPr>
        <p:sp>
          <p:nvSpPr>
            <p:cNvPr id="155" name="Google Shape;155;p9"/>
            <p:cNvSpPr/>
            <p:nvPr/>
          </p:nvSpPr>
          <p:spPr>
            <a:xfrm>
              <a:off x="9048399" y="3035682"/>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 name="Google Shape;156;p9"/>
            <p:cNvSpPr/>
            <p:nvPr/>
          </p:nvSpPr>
          <p:spPr>
            <a:xfrm>
              <a:off x="7337287" y="1795939"/>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57" name="Google Shape;157;p9"/>
            <p:cNvGrpSpPr/>
            <p:nvPr/>
          </p:nvGrpSpPr>
          <p:grpSpPr>
            <a:xfrm>
              <a:off x="7268561" y="3259155"/>
              <a:ext cx="1458912" cy="933450"/>
              <a:chOff x="2889" y="1631"/>
              <a:chExt cx="980" cy="743"/>
            </a:xfrm>
          </p:grpSpPr>
          <p:sp>
            <p:nvSpPr>
              <p:cNvPr id="158" name="Google Shape;158;p9"/>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9" name="Google Shape;159;p9"/>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grpSp>
        <p:sp>
          <p:nvSpPr>
            <p:cNvPr id="160" name="Google Shape;160;p9"/>
            <p:cNvSpPr/>
            <p:nvPr/>
          </p:nvSpPr>
          <p:spPr>
            <a:xfrm>
              <a:off x="7775612" y="4653038"/>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9"/>
            <p:cNvSpPr txBox="1"/>
            <p:nvPr/>
          </p:nvSpPr>
          <p:spPr>
            <a:xfrm>
              <a:off x="7742485" y="1458365"/>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sz="1400">
                <a:solidFill>
                  <a:schemeClr val="dk1"/>
                </a:solidFill>
                <a:latin typeface="Calibri"/>
                <a:ea typeface="Calibri"/>
                <a:cs typeface="Calibri"/>
                <a:sym typeface="Calibri"/>
              </a:endParaRPr>
            </a:p>
          </p:txBody>
        </p:sp>
        <p:sp>
          <p:nvSpPr>
            <p:cNvPr id="162" name="Google Shape;162;p9"/>
            <p:cNvSpPr txBox="1"/>
            <p:nvPr/>
          </p:nvSpPr>
          <p:spPr>
            <a:xfrm>
              <a:off x="7394046" y="4161826"/>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sz="1400">
                <a:solidFill>
                  <a:schemeClr val="dk1"/>
                </a:solidFill>
                <a:latin typeface="Calibri"/>
                <a:ea typeface="Calibri"/>
                <a:cs typeface="Calibri"/>
                <a:sym typeface="Calibri"/>
              </a:endParaRPr>
            </a:p>
          </p:txBody>
        </p:sp>
        <p:sp>
          <p:nvSpPr>
            <p:cNvPr id="163" name="Google Shape;163;p9"/>
            <p:cNvSpPr txBox="1"/>
            <p:nvPr/>
          </p:nvSpPr>
          <p:spPr>
            <a:xfrm>
              <a:off x="7370119" y="5749679"/>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sz="1400">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sz="1400">
                <a:solidFill>
                  <a:schemeClr val="dk1"/>
                </a:solidFill>
                <a:latin typeface="Calibri"/>
                <a:ea typeface="Calibri"/>
                <a:cs typeface="Calibri"/>
                <a:sym typeface="Calibri"/>
              </a:endParaRPr>
            </a:p>
          </p:txBody>
        </p:sp>
        <p:sp>
          <p:nvSpPr>
            <p:cNvPr id="164" name="Google Shape;164;p9"/>
            <p:cNvSpPr/>
            <p:nvPr/>
          </p:nvSpPr>
          <p:spPr>
            <a:xfrm>
              <a:off x="10285357" y="3149444"/>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65" name="Google Shape;165;p9"/>
            <p:cNvGrpSpPr/>
            <p:nvPr/>
          </p:nvGrpSpPr>
          <p:grpSpPr>
            <a:xfrm>
              <a:off x="10900911" y="3897954"/>
              <a:ext cx="687393" cy="721548"/>
              <a:chOff x="5203089" y="1751190"/>
              <a:chExt cx="858331" cy="662414"/>
            </a:xfrm>
          </p:grpSpPr>
          <p:sp>
            <p:nvSpPr>
              <p:cNvPr id="166" name="Google Shape;166;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68" name="Google Shape;168;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69" name="Google Shape;169;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70" name="Google Shape;170;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71" name="Google Shape;171;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72" name="Google Shape;172;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73" name="Google Shape;173;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74" name="Google Shape;174;p9"/>
            <p:cNvGrpSpPr/>
            <p:nvPr/>
          </p:nvGrpSpPr>
          <p:grpSpPr>
            <a:xfrm>
              <a:off x="10834382" y="3164075"/>
              <a:ext cx="594613" cy="648336"/>
              <a:chOff x="5203089" y="1751190"/>
              <a:chExt cx="858331" cy="662414"/>
            </a:xfrm>
          </p:grpSpPr>
          <p:sp>
            <p:nvSpPr>
              <p:cNvPr id="175" name="Google Shape;175;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77" name="Google Shape;177;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78" name="Google Shape;178;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79" name="Google Shape;179;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80" name="Google Shape;180;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81" name="Google Shape;181;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82" name="Google Shape;182;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83" name="Google Shape;183;p9"/>
            <p:cNvSpPr/>
            <p:nvPr/>
          </p:nvSpPr>
          <p:spPr>
            <a:xfrm>
              <a:off x="9604024" y="1751946"/>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 name="Google Shape;184;p9"/>
            <p:cNvSpPr txBox="1"/>
            <p:nvPr/>
          </p:nvSpPr>
          <p:spPr>
            <a:xfrm>
              <a:off x="9490412" y="1821099"/>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sz="1400">
                <a:solidFill>
                  <a:schemeClr val="dk1"/>
                </a:solidFill>
                <a:latin typeface="Calibri"/>
                <a:ea typeface="Calibri"/>
                <a:cs typeface="Calibri"/>
                <a:sym typeface="Calibri"/>
              </a:endParaRPr>
            </a:p>
          </p:txBody>
        </p:sp>
        <p:sp>
          <p:nvSpPr>
            <p:cNvPr id="185" name="Google Shape;185;p9"/>
            <p:cNvSpPr/>
            <p:nvPr/>
          </p:nvSpPr>
          <p:spPr>
            <a:xfrm>
              <a:off x="9342279" y="3647812"/>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9"/>
            <p:cNvSpPr txBox="1"/>
            <p:nvPr/>
          </p:nvSpPr>
          <p:spPr>
            <a:xfrm>
              <a:off x="8829373" y="3417823"/>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sz="1400">
                <a:solidFill>
                  <a:schemeClr val="dk1"/>
                </a:solidFill>
                <a:latin typeface="Calibri"/>
                <a:ea typeface="Calibri"/>
                <a:cs typeface="Calibri"/>
                <a:sym typeface="Calibri"/>
              </a:endParaRPr>
            </a:p>
          </p:txBody>
        </p:sp>
        <p:sp>
          <p:nvSpPr>
            <p:cNvPr id="187" name="Google Shape;187;p9"/>
            <p:cNvSpPr txBox="1"/>
            <p:nvPr/>
          </p:nvSpPr>
          <p:spPr>
            <a:xfrm>
              <a:off x="10980978" y="4647841"/>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sz="105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sz="1050">
                <a:solidFill>
                  <a:schemeClr val="dk1"/>
                </a:solidFill>
                <a:latin typeface="Calibri"/>
                <a:ea typeface="Calibri"/>
                <a:cs typeface="Calibri"/>
                <a:sym typeface="Calibri"/>
              </a:endParaRPr>
            </a:p>
          </p:txBody>
        </p:sp>
        <p:sp>
          <p:nvSpPr>
            <p:cNvPr id="188" name="Google Shape;188;p9"/>
            <p:cNvSpPr txBox="1"/>
            <p:nvPr/>
          </p:nvSpPr>
          <p:spPr>
            <a:xfrm>
              <a:off x="10126229" y="4198152"/>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sz="140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sz="140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grpSp>
      <p:grpSp>
        <p:nvGrpSpPr>
          <p:cNvPr id="189" name="Google Shape;189;p9"/>
          <p:cNvGrpSpPr/>
          <p:nvPr/>
        </p:nvGrpSpPr>
        <p:grpSpPr>
          <a:xfrm>
            <a:off x="1297913" y="3134990"/>
            <a:ext cx="5623201" cy="1305077"/>
            <a:chOff x="1297913" y="3209940"/>
            <a:chExt cx="5623201" cy="1305077"/>
          </a:xfrm>
        </p:grpSpPr>
        <p:sp>
          <p:nvSpPr>
            <p:cNvPr id="190" name="Google Shape;190;p9"/>
            <p:cNvSpPr txBox="1"/>
            <p:nvPr/>
          </p:nvSpPr>
          <p:spPr>
            <a:xfrm>
              <a:off x="3142962" y="3209940"/>
              <a:ext cx="3778152" cy="1305077"/>
            </a:xfrm>
            <a:prstGeom prst="rect">
              <a:avLst/>
            </a:prstGeom>
            <a:noFill/>
            <a:ln>
              <a:noFill/>
            </a:ln>
          </p:spPr>
          <p:txBody>
            <a:bodyPr anchorCtr="0" anchor="t" bIns="45700" lIns="91425" spcFirstLastPara="1" rIns="91425" wrap="square" tIns="45700">
              <a:normAutofit/>
            </a:bodyPr>
            <a:lstStyle/>
            <a:p>
              <a:pPr indent="0" lvl="0" marL="6985" marR="0" rtl="0" algn="l">
                <a:lnSpc>
                  <a:spcPct val="90000"/>
                </a:lnSpc>
                <a:spcBef>
                  <a:spcPts val="0"/>
                </a:spcBef>
                <a:spcAft>
                  <a:spcPts val="0"/>
                </a:spcAft>
                <a:buClr>
                  <a:srgbClr val="002E8A"/>
                </a:buClr>
                <a:buSzPts val="2400"/>
                <a:buFont typeface="Noto Sans Symbols"/>
                <a:buNone/>
              </a:pPr>
              <a:r>
                <a:rPr i="1" lang="en-US" sz="2400">
                  <a:solidFill>
                    <a:srgbClr val="C00000"/>
                  </a:solidFill>
                  <a:latin typeface="Calibri"/>
                  <a:ea typeface="Calibri"/>
                  <a:cs typeface="Calibri"/>
                  <a:sym typeface="Calibri"/>
                </a:rPr>
                <a:t>Packet switches</a:t>
              </a:r>
              <a:r>
                <a:rPr lang="en-US" sz="2400">
                  <a:solidFill>
                    <a:schemeClr val="dk1"/>
                  </a:solidFill>
                  <a:latin typeface="Calibri"/>
                  <a:ea typeface="Calibri"/>
                  <a:cs typeface="Calibri"/>
                  <a:sym typeface="Calibri"/>
                </a:rPr>
                <a:t>: forward packets (chunks of data)</a:t>
              </a:r>
              <a:endParaRPr sz="2400">
                <a:solidFill>
                  <a:schemeClr val="dk1"/>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8"/>
                </a:buClr>
                <a:buSzPts val="2000"/>
                <a:buFont typeface="Noto Sans Symbols"/>
                <a:buChar char="▪"/>
              </a:pPr>
              <a:r>
                <a:rPr b="0" i="1" lang="en-US" sz="2000" u="none" cap="none" strike="noStrike">
                  <a:solidFill>
                    <a:schemeClr val="dk1"/>
                  </a:solidFill>
                  <a:latin typeface="Calibri"/>
                  <a:ea typeface="Calibri"/>
                  <a:cs typeface="Calibri"/>
                  <a:sym typeface="Calibri"/>
                </a:rPr>
                <a:t>routers</a:t>
              </a:r>
              <a:r>
                <a:rPr b="0" i="0" lang="en-US" sz="2000" u="none" cap="none" strike="noStrike">
                  <a:solidFill>
                    <a:schemeClr val="dk1"/>
                  </a:solidFill>
                  <a:latin typeface="Calibri"/>
                  <a:ea typeface="Calibri"/>
                  <a:cs typeface="Calibri"/>
                  <a:sym typeface="Calibri"/>
                </a:rPr>
                <a:t>, </a:t>
              </a:r>
              <a:r>
                <a:rPr b="0" i="1" lang="en-US" sz="2000" u="none" cap="none" strike="noStrike">
                  <a:solidFill>
                    <a:schemeClr val="dk1"/>
                  </a:solidFill>
                  <a:latin typeface="Calibri"/>
                  <a:ea typeface="Calibri"/>
                  <a:cs typeface="Calibri"/>
                  <a:sym typeface="Calibri"/>
                </a:rPr>
                <a:t>switches</a:t>
              </a:r>
              <a:endParaRPr b="0" i="0" sz="2400" u="none" cap="none" strike="noStrike">
                <a:solidFill>
                  <a:schemeClr val="dk1"/>
                </a:solidFill>
                <a:latin typeface="Calibri"/>
                <a:ea typeface="Calibri"/>
                <a:cs typeface="Calibri"/>
                <a:sym typeface="Calibri"/>
              </a:endParaRPr>
            </a:p>
          </p:txBody>
        </p:sp>
        <p:grpSp>
          <p:nvGrpSpPr>
            <p:cNvPr id="191" name="Google Shape;191;p9"/>
            <p:cNvGrpSpPr/>
            <p:nvPr/>
          </p:nvGrpSpPr>
          <p:grpSpPr>
            <a:xfrm>
              <a:off x="1297913" y="3389820"/>
              <a:ext cx="1370315" cy="390629"/>
              <a:chOff x="1220207" y="3379800"/>
              <a:chExt cx="1448022" cy="400649"/>
            </a:xfrm>
          </p:grpSpPr>
          <p:grpSp>
            <p:nvGrpSpPr>
              <p:cNvPr id="192" name="Google Shape;192;p9"/>
              <p:cNvGrpSpPr/>
              <p:nvPr/>
            </p:nvGrpSpPr>
            <p:grpSpPr>
              <a:xfrm>
                <a:off x="1220207" y="3403733"/>
                <a:ext cx="608897" cy="339238"/>
                <a:chOff x="7493876" y="2774731"/>
                <a:chExt cx="1481958" cy="894622"/>
              </a:xfrm>
            </p:grpSpPr>
            <p:sp>
              <p:nvSpPr>
                <p:cNvPr id="193" name="Google Shape;193;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94" name="Google Shape;194;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95" name="Google Shape;195;p9"/>
                <p:cNvGrpSpPr/>
                <p:nvPr/>
              </p:nvGrpSpPr>
              <p:grpSpPr>
                <a:xfrm>
                  <a:off x="7713663" y="2848339"/>
                  <a:ext cx="1042107" cy="425543"/>
                  <a:chOff x="7786941" y="2884917"/>
                  <a:chExt cx="897649" cy="353919"/>
                </a:xfrm>
              </p:grpSpPr>
              <p:sp>
                <p:nvSpPr>
                  <p:cNvPr id="196" name="Google Shape;196;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 name="Google Shape;197;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00" name="Google Shape;200;p9"/>
              <p:cNvGrpSpPr/>
              <p:nvPr/>
            </p:nvGrpSpPr>
            <p:grpSpPr>
              <a:xfrm>
                <a:off x="2172962" y="3379800"/>
                <a:ext cx="495267" cy="400649"/>
                <a:chOff x="3668110" y="2448910"/>
                <a:chExt cx="3794234" cy="2165130"/>
              </a:xfrm>
            </p:grpSpPr>
            <p:sp>
              <p:nvSpPr>
                <p:cNvPr id="201" name="Google Shape;201;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3" name="Google Shape;203;p9"/>
                <p:cNvGrpSpPr/>
                <p:nvPr/>
              </p:nvGrpSpPr>
              <p:grpSpPr>
                <a:xfrm>
                  <a:off x="3941378" y="2603243"/>
                  <a:ext cx="3202061" cy="1066110"/>
                  <a:chOff x="7939341" y="3037317"/>
                  <a:chExt cx="897649" cy="353919"/>
                </a:xfrm>
              </p:grpSpPr>
              <p:sp>
                <p:nvSpPr>
                  <p:cNvPr id="204" name="Google Shape;204;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 name="Google Shape;205;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 name="Google Shape;207;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grpSp>
        <p:nvGrpSpPr>
          <p:cNvPr id="208" name="Google Shape;208;p9"/>
          <p:cNvGrpSpPr/>
          <p:nvPr/>
        </p:nvGrpSpPr>
        <p:grpSpPr>
          <a:xfrm>
            <a:off x="972848" y="3887572"/>
            <a:ext cx="5946258" cy="1994414"/>
            <a:chOff x="972848" y="3947532"/>
            <a:chExt cx="5946258" cy="1994414"/>
          </a:xfrm>
        </p:grpSpPr>
        <p:sp>
          <p:nvSpPr>
            <p:cNvPr id="209" name="Google Shape;209;p9"/>
            <p:cNvSpPr txBox="1"/>
            <p:nvPr/>
          </p:nvSpPr>
          <p:spPr>
            <a:xfrm>
              <a:off x="3140954" y="3947532"/>
              <a:ext cx="3778152" cy="1994414"/>
            </a:xfrm>
            <a:prstGeom prst="rect">
              <a:avLst/>
            </a:prstGeom>
            <a:noFill/>
            <a:ln>
              <a:noFill/>
            </a:ln>
          </p:spPr>
          <p:txBody>
            <a:bodyPr anchorCtr="0" anchor="t" bIns="45700" lIns="91425" spcFirstLastPara="1" rIns="91425" wrap="square" tIns="45700">
              <a:normAutofit/>
            </a:bodyPr>
            <a:lstStyle/>
            <a:p>
              <a:pPr indent="0" lvl="0" marL="6985" marR="0" rtl="0" algn="l">
                <a:lnSpc>
                  <a:spcPct val="90000"/>
                </a:lnSpc>
                <a:spcBef>
                  <a:spcPts val="0"/>
                </a:spcBef>
                <a:spcAft>
                  <a:spcPts val="0"/>
                </a:spcAft>
                <a:buClr>
                  <a:srgbClr val="002E8A"/>
                </a:buClr>
                <a:buSzPts val="2800"/>
                <a:buFont typeface="Noto Sans Symbols"/>
                <a:buNone/>
              </a:pPr>
              <a:r>
                <a:t/>
              </a:r>
              <a:endParaRPr sz="2800">
                <a:solidFill>
                  <a:schemeClr val="dk1"/>
                </a:solidFill>
                <a:latin typeface="Calibri"/>
                <a:ea typeface="Calibri"/>
                <a:cs typeface="Calibri"/>
                <a:sym typeface="Calibri"/>
              </a:endParaRPr>
            </a:p>
            <a:p>
              <a:pPr indent="0" lvl="0" marL="6985" marR="0" rtl="0" algn="l">
                <a:lnSpc>
                  <a:spcPct val="90000"/>
                </a:lnSpc>
                <a:spcBef>
                  <a:spcPts val="670"/>
                </a:spcBef>
                <a:spcAft>
                  <a:spcPts val="0"/>
                </a:spcAft>
                <a:buClr>
                  <a:srgbClr val="0000A8"/>
                </a:buClr>
                <a:buSzPts val="2400"/>
                <a:buFont typeface="Noto Sans Symbols"/>
                <a:buNone/>
              </a:pPr>
              <a:r>
                <a:rPr i="1" lang="en-US" sz="2400">
                  <a:solidFill>
                    <a:srgbClr val="C00000"/>
                  </a:solidFill>
                  <a:latin typeface="Calibri"/>
                  <a:ea typeface="Calibri"/>
                  <a:cs typeface="Calibri"/>
                  <a:sym typeface="Calibri"/>
                </a:rPr>
                <a:t>Communication links</a:t>
              </a:r>
              <a:endParaRPr i="1" sz="2400">
                <a:solidFill>
                  <a:srgbClr val="C00000"/>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fiber, copper, radio, satellite</a:t>
              </a:r>
              <a:endParaRPr b="0" i="0" sz="2000" u="none" cap="none" strike="noStrike">
                <a:solidFill>
                  <a:schemeClr val="dk1"/>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transmission rate: </a:t>
              </a:r>
              <a:r>
                <a:rPr b="0" i="1" lang="en-US" sz="2000" u="none" cap="none" strike="noStrike">
                  <a:solidFill>
                    <a:schemeClr val="dk1"/>
                  </a:solidFill>
                  <a:latin typeface="Calibri"/>
                  <a:ea typeface="Calibri"/>
                  <a:cs typeface="Calibri"/>
                  <a:sym typeface="Calibri"/>
                </a:rPr>
                <a:t>bandwidth</a:t>
              </a:r>
              <a:br>
                <a:rPr b="0" i="1" lang="en-US" sz="2000" u="none" cap="none" strike="noStrike">
                  <a:solidFill>
                    <a:srgbClr val="C00000"/>
                  </a:solidFill>
                  <a:latin typeface="Calibri"/>
                  <a:ea typeface="Calibri"/>
                  <a:cs typeface="Calibri"/>
                  <a:sym typeface="Calibri"/>
                </a:rPr>
              </a:br>
              <a:endParaRPr b="0" i="0" sz="2400" u="none" cap="none" strike="noStrike">
                <a:solidFill>
                  <a:schemeClr val="dk1"/>
                </a:solidFill>
                <a:latin typeface="Calibri"/>
                <a:ea typeface="Calibri"/>
                <a:cs typeface="Calibri"/>
                <a:sym typeface="Calibri"/>
              </a:endParaRPr>
            </a:p>
          </p:txBody>
        </p:sp>
        <p:grpSp>
          <p:nvGrpSpPr>
            <p:cNvPr id="210" name="Google Shape;210;p9"/>
            <p:cNvGrpSpPr/>
            <p:nvPr/>
          </p:nvGrpSpPr>
          <p:grpSpPr>
            <a:xfrm>
              <a:off x="2428229" y="4382136"/>
              <a:ext cx="457200" cy="733152"/>
              <a:chOff x="6061075" y="1844675"/>
              <a:chExt cx="457200" cy="733152"/>
            </a:xfrm>
          </p:grpSpPr>
          <p:cxnSp>
            <p:nvCxnSpPr>
              <p:cNvPr id="211" name="Google Shape;211;p9"/>
              <p:cNvCxnSpPr/>
              <p:nvPr/>
            </p:nvCxnSpPr>
            <p:spPr>
              <a:xfrm>
                <a:off x="6289675" y="2403475"/>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212" name="Google Shape;212;p9"/>
              <p:cNvGrpSpPr/>
              <p:nvPr/>
            </p:nvGrpSpPr>
            <p:grpSpPr>
              <a:xfrm>
                <a:off x="6061075" y="1844675"/>
                <a:ext cx="457200" cy="631825"/>
                <a:chOff x="742" y="2409"/>
                <a:chExt cx="576" cy="881"/>
              </a:xfrm>
            </p:grpSpPr>
            <p:grpSp>
              <p:nvGrpSpPr>
                <p:cNvPr id="213" name="Google Shape;213;p9"/>
                <p:cNvGrpSpPr/>
                <p:nvPr/>
              </p:nvGrpSpPr>
              <p:grpSpPr>
                <a:xfrm>
                  <a:off x="832" y="2643"/>
                  <a:ext cx="376" cy="647"/>
                  <a:chOff x="3130" y="3288"/>
                  <a:chExt cx="410" cy="742"/>
                </a:xfrm>
              </p:grpSpPr>
              <p:cxnSp>
                <p:nvCxnSpPr>
                  <p:cNvPr id="214" name="Google Shape;214;p9"/>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215" name="Google Shape;215;p9"/>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216" name="Google Shape;216;p9"/>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217" name="Google Shape;217;p9"/>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218" name="Google Shape;218;p9"/>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219" name="Google Shape;219;p9"/>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220" name="Google Shape;220;p9"/>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221" name="Google Shape;221;p9"/>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222" name="Google Shape;222;p9"/>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223" name="Google Shape;223;p9"/>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224" name="Google Shape;224;p9"/>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225" name="Google Shape;225;p9"/>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226" name="Google Shape;226;p9"/>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227" name="Google Shape;227;p9"/>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228" name="Google Shape;228;p9"/>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pic>
              <p:nvPicPr>
                <p:cNvPr descr="cell_tower_radiation copy" id="229" name="Google Shape;229;p9"/>
                <p:cNvPicPr preferRelativeResize="0"/>
                <p:nvPr/>
              </p:nvPicPr>
              <p:blipFill rotWithShape="1">
                <a:blip r:embed="rId3">
                  <a:alphaModFix/>
                </a:blip>
                <a:srcRect b="0" l="0" r="0" t="0"/>
                <a:stretch/>
              </p:blipFill>
              <p:spPr>
                <a:xfrm>
                  <a:off x="742" y="2409"/>
                  <a:ext cx="576" cy="464"/>
                </a:xfrm>
                <a:prstGeom prst="rect">
                  <a:avLst/>
                </a:prstGeom>
                <a:noFill/>
                <a:ln>
                  <a:noFill/>
                </a:ln>
              </p:spPr>
            </p:pic>
            <p:sp>
              <p:nvSpPr>
                <p:cNvPr id="230" name="Google Shape;230;p9"/>
                <p:cNvSpPr/>
                <p:nvPr/>
              </p:nvSpPr>
              <p:spPr>
                <a:xfrm>
                  <a:off x="986" y="2597"/>
                  <a:ext cx="66" cy="69"/>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nvGrpSpPr>
            <p:cNvPr id="231" name="Google Shape;231;p9"/>
            <p:cNvGrpSpPr/>
            <p:nvPr/>
          </p:nvGrpSpPr>
          <p:grpSpPr>
            <a:xfrm>
              <a:off x="972848" y="4585926"/>
              <a:ext cx="452014" cy="316353"/>
              <a:chOff x="2967" y="478"/>
              <a:chExt cx="788" cy="625"/>
            </a:xfrm>
          </p:grpSpPr>
          <p:pic>
            <p:nvPicPr>
              <p:cNvPr descr="access_point_stylized_small" id="232" name="Google Shape;232;p9"/>
              <p:cNvPicPr preferRelativeResize="0"/>
              <p:nvPr/>
            </p:nvPicPr>
            <p:blipFill rotWithShape="1">
              <a:blip r:embed="rId4">
                <a:alphaModFix/>
              </a:blip>
              <a:srcRect b="0" l="0" r="0" t="0"/>
              <a:stretch/>
            </p:blipFill>
            <p:spPr>
              <a:xfrm>
                <a:off x="3012" y="559"/>
                <a:ext cx="576" cy="544"/>
              </a:xfrm>
              <a:prstGeom prst="rect">
                <a:avLst/>
              </a:prstGeom>
              <a:noFill/>
              <a:ln>
                <a:noFill/>
              </a:ln>
            </p:spPr>
          </p:pic>
          <p:pic>
            <p:nvPicPr>
              <p:cNvPr descr="antenna_radiation_stylized" id="233" name="Google Shape;233;p9"/>
              <p:cNvPicPr preferRelativeResize="0"/>
              <p:nvPr/>
            </p:nvPicPr>
            <p:blipFill rotWithShape="1">
              <a:blip r:embed="rId5">
                <a:alphaModFix/>
              </a:blip>
              <a:srcRect b="0" l="0" r="0" t="0"/>
              <a:stretch/>
            </p:blipFill>
            <p:spPr>
              <a:xfrm>
                <a:off x="2967" y="478"/>
                <a:ext cx="788" cy="188"/>
              </a:xfrm>
              <a:prstGeom prst="rect">
                <a:avLst/>
              </a:prstGeom>
              <a:noFill/>
              <a:ln>
                <a:noFill/>
              </a:ln>
            </p:spPr>
          </p:pic>
        </p:grpSp>
        <p:pic>
          <p:nvPicPr>
            <p:cNvPr descr="Image result for Ethernet cable" id="234" name="Google Shape;234;p9"/>
            <p:cNvPicPr preferRelativeResize="0"/>
            <p:nvPr/>
          </p:nvPicPr>
          <p:blipFill rotWithShape="1">
            <a:blip r:embed="rId6">
              <a:alphaModFix/>
            </a:blip>
            <a:srcRect b="0" l="0" r="0" t="0"/>
            <a:stretch/>
          </p:blipFill>
          <p:spPr>
            <a:xfrm>
              <a:off x="1456310" y="4560750"/>
              <a:ext cx="874495" cy="513355"/>
            </a:xfrm>
            <a:prstGeom prst="rect">
              <a:avLst/>
            </a:prstGeom>
            <a:noFill/>
            <a:ln>
              <a:noFill/>
            </a:ln>
          </p:spPr>
        </p:pic>
      </p:grpSp>
      <p:grpSp>
        <p:nvGrpSpPr>
          <p:cNvPr id="235" name="Google Shape;235;p9"/>
          <p:cNvGrpSpPr/>
          <p:nvPr/>
        </p:nvGrpSpPr>
        <p:grpSpPr>
          <a:xfrm>
            <a:off x="413554" y="1318241"/>
            <a:ext cx="6618129" cy="1705461"/>
            <a:chOff x="413554" y="1318241"/>
            <a:chExt cx="6618129" cy="1705461"/>
          </a:xfrm>
        </p:grpSpPr>
        <p:sp>
          <p:nvSpPr>
            <p:cNvPr id="236" name="Google Shape;236;p9"/>
            <p:cNvSpPr txBox="1"/>
            <p:nvPr/>
          </p:nvSpPr>
          <p:spPr>
            <a:xfrm>
              <a:off x="3142484" y="1318241"/>
              <a:ext cx="3889199" cy="1705461"/>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8"/>
                </a:buClr>
                <a:buSzPts val="2400"/>
                <a:buFont typeface="Noto Sans Symbols"/>
                <a:buNone/>
              </a:pPr>
              <a:r>
                <a:rPr lang="en-US" sz="2400">
                  <a:solidFill>
                    <a:schemeClr val="dk1"/>
                  </a:solidFill>
                  <a:latin typeface="Calibri"/>
                  <a:ea typeface="Calibri"/>
                  <a:cs typeface="Calibri"/>
                  <a:sym typeface="Calibri"/>
                </a:rPr>
                <a:t>Billions of connected computing </a:t>
              </a:r>
              <a:r>
                <a:rPr i="1" lang="en-US" sz="2400">
                  <a:solidFill>
                    <a:srgbClr val="C00000"/>
                  </a:solidFill>
                  <a:latin typeface="Calibri"/>
                  <a:ea typeface="Calibri"/>
                  <a:cs typeface="Calibri"/>
                  <a:sym typeface="Calibri"/>
                </a:rPr>
                <a:t>devices</a:t>
              </a:r>
              <a:r>
                <a:rPr lang="en-U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231775" lvl="1" marL="346075" marR="0" rtl="0" algn="l">
                <a:lnSpc>
                  <a:spcPct val="90000"/>
                </a:lnSpc>
                <a:spcBef>
                  <a:spcPts val="300"/>
                </a:spcBef>
                <a:spcAft>
                  <a:spcPts val="0"/>
                </a:spcAft>
                <a:buClr>
                  <a:srgbClr val="0000A3"/>
                </a:buClr>
                <a:buSzPts val="2000"/>
                <a:buFont typeface="Noto Sans Symbols"/>
                <a:buChar char="▪"/>
              </a:pPr>
              <a:r>
                <a:rPr b="0" i="1" lang="en-US" sz="2000" u="none" cap="none" strike="noStrike">
                  <a:solidFill>
                    <a:srgbClr val="C00000"/>
                  </a:solidFill>
                  <a:latin typeface="Calibri"/>
                  <a:ea typeface="Calibri"/>
                  <a:cs typeface="Calibri"/>
                  <a:sym typeface="Calibri"/>
                </a:rPr>
                <a:t>hosts</a:t>
              </a:r>
              <a:r>
                <a:rPr b="0" i="1" lang="en-US" sz="2000" u="none" cap="none" strike="noStrike">
                  <a:solidFill>
                    <a:srgbClr val="CC0000"/>
                  </a:solidFill>
                  <a:latin typeface="Calibri"/>
                  <a:ea typeface="Calibri"/>
                  <a:cs typeface="Calibri"/>
                  <a:sym typeface="Calibri"/>
                </a:rPr>
                <a:t> </a:t>
              </a:r>
              <a:r>
                <a:rPr b="0" i="1" lang="en-US" sz="2000" u="none" cap="none" strike="noStrike">
                  <a:solidFill>
                    <a:schemeClr val="dk1"/>
                  </a:solidFill>
                  <a:latin typeface="Calibri"/>
                  <a:ea typeface="Calibri"/>
                  <a:cs typeface="Calibri"/>
                  <a:sym typeface="Calibri"/>
                </a:rPr>
                <a:t>= end systems </a:t>
              </a:r>
              <a:endParaRPr b="0" i="1" sz="2000" u="none" cap="none" strike="noStrike">
                <a:solidFill>
                  <a:schemeClr val="dk1"/>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running </a:t>
              </a:r>
              <a:r>
                <a:rPr b="0" i="1" lang="en-US" sz="2000" u="none" cap="none" strike="noStrike">
                  <a:solidFill>
                    <a:schemeClr val="dk1"/>
                  </a:solidFill>
                  <a:latin typeface="Calibri"/>
                  <a:ea typeface="Calibri"/>
                  <a:cs typeface="Calibri"/>
                  <a:sym typeface="Calibri"/>
                </a:rPr>
                <a:t>network </a:t>
              </a:r>
              <a:r>
                <a:rPr b="0" i="1" lang="en-US" sz="2000" u="none" cap="none" strike="noStrike">
                  <a:solidFill>
                    <a:srgbClr val="C00000"/>
                  </a:solidFill>
                  <a:latin typeface="Calibri"/>
                  <a:ea typeface="Calibri"/>
                  <a:cs typeface="Calibri"/>
                  <a:sym typeface="Calibri"/>
                </a:rPr>
                <a:t>apps </a:t>
              </a:r>
              <a:r>
                <a:rPr b="0" i="0" lang="en-US" sz="2000" u="none" cap="none" strike="noStrike">
                  <a:solidFill>
                    <a:schemeClr val="dk1"/>
                  </a:solidFill>
                  <a:latin typeface="Calibri"/>
                  <a:ea typeface="Calibri"/>
                  <a:cs typeface="Calibri"/>
                  <a:sym typeface="Calibri"/>
                </a:rPr>
                <a:t>at Internet’s “edge”</a:t>
              </a:r>
              <a:endParaRPr b="0" i="0" sz="2000" u="none" cap="none" strike="noStrike">
                <a:solidFill>
                  <a:schemeClr val="dk1"/>
                </a:solidFill>
                <a:latin typeface="Calibri"/>
                <a:ea typeface="Calibri"/>
                <a:cs typeface="Calibri"/>
                <a:sym typeface="Calibri"/>
              </a:endParaRPr>
            </a:p>
          </p:txBody>
        </p:sp>
        <p:grpSp>
          <p:nvGrpSpPr>
            <p:cNvPr id="237" name="Google Shape;237;p9"/>
            <p:cNvGrpSpPr/>
            <p:nvPr/>
          </p:nvGrpSpPr>
          <p:grpSpPr>
            <a:xfrm>
              <a:off x="413554" y="1342201"/>
              <a:ext cx="2520730" cy="1345159"/>
              <a:chOff x="177500" y="1428021"/>
              <a:chExt cx="2679234" cy="1453172"/>
            </a:xfrm>
          </p:grpSpPr>
          <p:grpSp>
            <p:nvGrpSpPr>
              <p:cNvPr id="238" name="Google Shape;238;p9"/>
              <p:cNvGrpSpPr/>
              <p:nvPr/>
            </p:nvGrpSpPr>
            <p:grpSpPr>
              <a:xfrm>
                <a:off x="2228805" y="1490654"/>
                <a:ext cx="627929" cy="619360"/>
                <a:chOff x="877" y="1008"/>
                <a:chExt cx="2747" cy="2626"/>
              </a:xfrm>
            </p:grpSpPr>
            <p:pic>
              <p:nvPicPr>
                <p:cNvPr descr="antenna_stylized" id="239" name="Google Shape;239;p9"/>
                <p:cNvPicPr preferRelativeResize="0"/>
                <p:nvPr/>
              </p:nvPicPr>
              <p:blipFill rotWithShape="1">
                <a:blip r:embed="rId7">
                  <a:alphaModFix/>
                </a:blip>
                <a:srcRect b="0" l="0" r="0" t="0"/>
                <a:stretch/>
              </p:blipFill>
              <p:spPr>
                <a:xfrm>
                  <a:off x="877" y="1008"/>
                  <a:ext cx="2725" cy="1421"/>
                </a:xfrm>
                <a:prstGeom prst="rect">
                  <a:avLst/>
                </a:prstGeom>
                <a:noFill/>
                <a:ln>
                  <a:noFill/>
                </a:ln>
              </p:spPr>
            </p:pic>
            <p:pic>
              <p:nvPicPr>
                <p:cNvPr descr="laptop_keyboard" id="240" name="Google Shape;240;p9"/>
                <p:cNvPicPr preferRelativeResize="0"/>
                <p:nvPr/>
              </p:nvPicPr>
              <p:blipFill rotWithShape="1">
                <a:blip r:embed="rId8">
                  <a:alphaModFix/>
                </a:blip>
                <a:srcRect b="0" l="0" r="0" t="0"/>
                <a:stretch/>
              </p:blipFill>
              <p:spPr>
                <a:xfrm flipH="1" rot="109064">
                  <a:off x="1009" y="2586"/>
                  <a:ext cx="2245" cy="1013"/>
                </a:xfrm>
                <a:prstGeom prst="rect">
                  <a:avLst/>
                </a:prstGeom>
                <a:noFill/>
                <a:ln>
                  <a:noFill/>
                </a:ln>
              </p:spPr>
            </p:pic>
            <p:sp>
              <p:nvSpPr>
                <p:cNvPr id="241" name="Google Shape;241;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42" name="Google Shape;242;p9"/>
                <p:cNvPicPr preferRelativeResize="0"/>
                <p:nvPr/>
              </p:nvPicPr>
              <p:blipFill rotWithShape="1">
                <a:blip r:embed="rId9">
                  <a:alphaModFix/>
                </a:blip>
                <a:srcRect b="0" l="0" r="0" t="0"/>
                <a:stretch/>
              </p:blipFill>
              <p:spPr>
                <a:xfrm>
                  <a:off x="1842" y="1637"/>
                  <a:ext cx="1642" cy="1203"/>
                </a:xfrm>
                <a:prstGeom prst="rect">
                  <a:avLst/>
                </a:prstGeom>
                <a:noFill/>
                <a:ln>
                  <a:noFill/>
                </a:ln>
              </p:spPr>
            </p:pic>
            <p:sp>
              <p:nvSpPr>
                <p:cNvPr id="243" name="Google Shape;243;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9" name="Google Shape;249;p9"/>
                <p:cNvGrpSpPr/>
                <p:nvPr/>
              </p:nvGrpSpPr>
              <p:grpSpPr>
                <a:xfrm>
                  <a:off x="1709" y="3008"/>
                  <a:ext cx="507" cy="234"/>
                  <a:chOff x="1740" y="2642"/>
                  <a:chExt cx="752" cy="327"/>
                </a:xfrm>
              </p:grpSpPr>
              <p:sp>
                <p:nvSpPr>
                  <p:cNvPr id="250" name="Google Shape;250;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6" name="Google Shape;256;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62" name="Google Shape;262;p9"/>
              <p:cNvGrpSpPr/>
              <p:nvPr/>
            </p:nvGrpSpPr>
            <p:grpSpPr>
              <a:xfrm>
                <a:off x="1187669" y="1611378"/>
                <a:ext cx="511595" cy="419441"/>
                <a:chOff x="2751" y="1851"/>
                <a:chExt cx="462" cy="478"/>
              </a:xfrm>
            </p:grpSpPr>
            <p:pic>
              <p:nvPicPr>
                <p:cNvPr descr="iphone_stylized_small" id="263" name="Google Shape;263;p9"/>
                <p:cNvPicPr preferRelativeResize="0"/>
                <p:nvPr/>
              </p:nvPicPr>
              <p:blipFill rotWithShape="1">
                <a:blip r:embed="rId10">
                  <a:alphaModFix/>
                </a:blip>
                <a:srcRect b="0" l="0" r="0" t="0"/>
                <a:stretch/>
              </p:blipFill>
              <p:spPr>
                <a:xfrm>
                  <a:off x="2928" y="1922"/>
                  <a:ext cx="152" cy="407"/>
                </a:xfrm>
                <a:prstGeom prst="rect">
                  <a:avLst/>
                </a:prstGeom>
                <a:noFill/>
                <a:ln>
                  <a:noFill/>
                </a:ln>
              </p:spPr>
            </p:pic>
            <p:pic>
              <p:nvPicPr>
                <p:cNvPr descr="antenna_radiation_stylized" id="264" name="Google Shape;264;p9"/>
                <p:cNvPicPr preferRelativeResize="0"/>
                <p:nvPr/>
              </p:nvPicPr>
              <p:blipFill rotWithShape="1">
                <a:blip r:embed="rId11">
                  <a:alphaModFix/>
                </a:blip>
                <a:srcRect b="0" l="0" r="0" t="0"/>
                <a:stretch/>
              </p:blipFill>
              <p:spPr>
                <a:xfrm>
                  <a:off x="2751" y="1851"/>
                  <a:ext cx="462" cy="110"/>
                </a:xfrm>
                <a:prstGeom prst="rect">
                  <a:avLst/>
                </a:prstGeom>
                <a:noFill/>
                <a:ln>
                  <a:noFill/>
                </a:ln>
              </p:spPr>
            </p:pic>
          </p:grpSp>
          <p:grpSp>
            <p:nvGrpSpPr>
              <p:cNvPr id="265" name="Google Shape;265;p9"/>
              <p:cNvGrpSpPr/>
              <p:nvPr/>
            </p:nvGrpSpPr>
            <p:grpSpPr>
              <a:xfrm>
                <a:off x="1346422" y="2111586"/>
                <a:ext cx="580012" cy="769607"/>
                <a:chOff x="7797061" y="3296104"/>
                <a:chExt cx="347997" cy="396620"/>
              </a:xfrm>
            </p:grpSpPr>
            <p:pic>
              <p:nvPicPr>
                <p:cNvPr descr="fridge2.png" id="266" name="Google Shape;266;p9"/>
                <p:cNvPicPr preferRelativeResize="0"/>
                <p:nvPr/>
              </p:nvPicPr>
              <p:blipFill rotWithShape="1">
                <a:blip r:embed="rId12">
                  <a:alphaModFix/>
                </a:blip>
                <a:srcRect b="0" l="0" r="0" t="0"/>
                <a:stretch/>
              </p:blipFill>
              <p:spPr>
                <a:xfrm>
                  <a:off x="7896825" y="3355697"/>
                  <a:ext cx="189578" cy="337027"/>
                </a:xfrm>
                <a:prstGeom prst="rect">
                  <a:avLst/>
                </a:prstGeom>
                <a:noFill/>
                <a:ln>
                  <a:noFill/>
                </a:ln>
              </p:spPr>
            </p:pic>
            <p:pic>
              <p:nvPicPr>
                <p:cNvPr descr="antenna_stylized" id="267" name="Google Shape;267;p9"/>
                <p:cNvPicPr preferRelativeResize="0"/>
                <p:nvPr/>
              </p:nvPicPr>
              <p:blipFill rotWithShape="1">
                <a:blip r:embed="rId13">
                  <a:alphaModFix/>
                </a:blip>
                <a:srcRect b="0" l="0" r="0" t="0"/>
                <a:stretch/>
              </p:blipFill>
              <p:spPr>
                <a:xfrm>
                  <a:off x="7797061" y="3296104"/>
                  <a:ext cx="347997" cy="167557"/>
                </a:xfrm>
                <a:prstGeom prst="rect">
                  <a:avLst/>
                </a:prstGeom>
                <a:noFill/>
                <a:ln>
                  <a:noFill/>
                </a:ln>
              </p:spPr>
            </p:pic>
          </p:grpSp>
          <p:grpSp>
            <p:nvGrpSpPr>
              <p:cNvPr id="268" name="Google Shape;268;p9"/>
              <p:cNvGrpSpPr/>
              <p:nvPr/>
            </p:nvGrpSpPr>
            <p:grpSpPr>
              <a:xfrm>
                <a:off x="1018136" y="2414197"/>
                <a:ext cx="228492" cy="436354"/>
                <a:chOff x="4140" y="429"/>
                <a:chExt cx="1425" cy="2396"/>
              </a:xfrm>
            </p:grpSpPr>
            <p:sp>
              <p:nvSpPr>
                <p:cNvPr id="269" name="Google Shape;269;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1" name="Google Shape;271;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74" name="Google Shape;274;p9"/>
                <p:cNvGrpSpPr/>
                <p:nvPr/>
              </p:nvGrpSpPr>
              <p:grpSpPr>
                <a:xfrm>
                  <a:off x="4748" y="666"/>
                  <a:ext cx="578" cy="150"/>
                  <a:chOff x="613" y="2566"/>
                  <a:chExt cx="721" cy="144"/>
                </a:xfrm>
              </p:grpSpPr>
              <p:sp>
                <p:nvSpPr>
                  <p:cNvPr id="275" name="Google Shape;275;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6" name="Google Shape;276;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77" name="Google Shape;277;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78" name="Google Shape;278;p9"/>
                <p:cNvGrpSpPr/>
                <p:nvPr/>
              </p:nvGrpSpPr>
              <p:grpSpPr>
                <a:xfrm>
                  <a:off x="4748" y="990"/>
                  <a:ext cx="578" cy="134"/>
                  <a:chOff x="615" y="2564"/>
                  <a:chExt cx="721" cy="139"/>
                </a:xfrm>
              </p:grpSpPr>
              <p:sp>
                <p:nvSpPr>
                  <p:cNvPr id="279" name="Google Shape;279;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0" name="Google Shape;280;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81" name="Google Shape;281;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2" name="Google Shape;282;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83" name="Google Shape;283;p9"/>
                <p:cNvGrpSpPr/>
                <p:nvPr/>
              </p:nvGrpSpPr>
              <p:grpSpPr>
                <a:xfrm>
                  <a:off x="4738" y="1647"/>
                  <a:ext cx="578" cy="135"/>
                  <a:chOff x="618" y="2586"/>
                  <a:chExt cx="720" cy="124"/>
                </a:xfrm>
              </p:grpSpPr>
              <p:sp>
                <p:nvSpPr>
                  <p:cNvPr id="284" name="Google Shape;284;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5" name="Google Shape;285;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86" name="Google Shape;286;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87" name="Google Shape;287;p9"/>
                <p:cNvGrpSpPr/>
                <p:nvPr/>
              </p:nvGrpSpPr>
              <p:grpSpPr>
                <a:xfrm>
                  <a:off x="4738" y="1330"/>
                  <a:ext cx="588" cy="134"/>
                  <a:chOff x="613" y="2571"/>
                  <a:chExt cx="732" cy="134"/>
                </a:xfrm>
              </p:grpSpPr>
              <p:sp>
                <p:nvSpPr>
                  <p:cNvPr id="288" name="Google Shape;288;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9" name="Google Shape;289;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90" name="Google Shape;290;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1" name="Google Shape;291;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4" name="Google Shape;294;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6" name="Google Shape;296;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7" name="Google Shape;297;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8" name="Google Shape;298;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99" name="Google Shape;299;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00" name="Google Shape;300;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301" name="Google Shape;301;p9"/>
              <p:cNvGrpSpPr/>
              <p:nvPr/>
            </p:nvGrpSpPr>
            <p:grpSpPr>
              <a:xfrm>
                <a:off x="2053502" y="2245186"/>
                <a:ext cx="672582" cy="617342"/>
                <a:chOff x="5275406" y="2711455"/>
                <a:chExt cx="452949" cy="405518"/>
              </a:xfrm>
            </p:grpSpPr>
            <p:pic>
              <p:nvPicPr>
                <p:cNvPr descr="server_rack.png" id="302" name="Google Shape;302;p9"/>
                <p:cNvPicPr preferRelativeResize="0"/>
                <p:nvPr/>
              </p:nvPicPr>
              <p:blipFill rotWithShape="1">
                <a:blip r:embed="rId14">
                  <a:alphaModFix/>
                </a:blip>
                <a:srcRect b="0" l="0" r="0" t="0"/>
                <a:stretch/>
              </p:blipFill>
              <p:spPr>
                <a:xfrm>
                  <a:off x="5537367" y="2770786"/>
                  <a:ext cx="190988" cy="313366"/>
                </a:xfrm>
                <a:prstGeom prst="rect">
                  <a:avLst/>
                </a:prstGeom>
                <a:noFill/>
                <a:ln>
                  <a:noFill/>
                </a:ln>
              </p:spPr>
            </p:pic>
            <p:pic>
              <p:nvPicPr>
                <p:cNvPr descr="server_rack.png" id="303" name="Google Shape;303;p9"/>
                <p:cNvPicPr preferRelativeResize="0"/>
                <p:nvPr/>
              </p:nvPicPr>
              <p:blipFill rotWithShape="1">
                <a:blip r:embed="rId14">
                  <a:alphaModFix/>
                </a:blip>
                <a:srcRect b="0" l="0" r="0" t="0"/>
                <a:stretch/>
              </p:blipFill>
              <p:spPr>
                <a:xfrm>
                  <a:off x="5275406" y="2764002"/>
                  <a:ext cx="190988" cy="313366"/>
                </a:xfrm>
                <a:prstGeom prst="rect">
                  <a:avLst/>
                </a:prstGeom>
                <a:noFill/>
                <a:ln>
                  <a:noFill/>
                </a:ln>
              </p:spPr>
            </p:pic>
            <p:pic>
              <p:nvPicPr>
                <p:cNvPr descr="server_rack.png" id="304" name="Google Shape;304;p9"/>
                <p:cNvPicPr preferRelativeResize="0"/>
                <p:nvPr/>
              </p:nvPicPr>
              <p:blipFill rotWithShape="1">
                <a:blip r:embed="rId14">
                  <a:alphaModFix/>
                </a:blip>
                <a:srcRect b="0" l="0" r="0" t="0"/>
                <a:stretch/>
              </p:blipFill>
              <p:spPr>
                <a:xfrm>
                  <a:off x="5385676" y="2711455"/>
                  <a:ext cx="247152" cy="405518"/>
                </a:xfrm>
                <a:prstGeom prst="rect">
                  <a:avLst/>
                </a:prstGeom>
                <a:noFill/>
                <a:ln>
                  <a:noFill/>
                </a:ln>
              </p:spPr>
            </p:pic>
          </p:grpSp>
          <p:grpSp>
            <p:nvGrpSpPr>
              <p:cNvPr id="305" name="Google Shape;305;p9"/>
              <p:cNvGrpSpPr/>
              <p:nvPr/>
            </p:nvGrpSpPr>
            <p:grpSpPr>
              <a:xfrm flipH="1">
                <a:off x="618085" y="1595547"/>
                <a:ext cx="517401" cy="503916"/>
                <a:chOff x="2839" y="3501"/>
                <a:chExt cx="755" cy="803"/>
              </a:xfrm>
            </p:grpSpPr>
            <p:pic>
              <p:nvPicPr>
                <p:cNvPr descr="desktop_computer_stylized_medium" id="306" name="Google Shape;306;p9"/>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307" name="Google Shape;307;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08" name="Google Shape;308;p9"/>
              <p:cNvGrpSpPr/>
              <p:nvPr/>
            </p:nvGrpSpPr>
            <p:grpSpPr>
              <a:xfrm>
                <a:off x="1609415" y="1428021"/>
                <a:ext cx="748578" cy="712374"/>
                <a:chOff x="8631407" y="2290407"/>
                <a:chExt cx="530702" cy="478009"/>
              </a:xfrm>
            </p:grpSpPr>
            <p:pic>
              <p:nvPicPr>
                <p:cNvPr descr="light2.png" id="309" name="Google Shape;309;p9"/>
                <p:cNvPicPr preferRelativeResize="0"/>
                <p:nvPr/>
              </p:nvPicPr>
              <p:blipFill rotWithShape="1">
                <a:blip r:embed="rId16">
                  <a:alphaModFix/>
                </a:blip>
                <a:srcRect b="0" l="0" r="0" t="0"/>
                <a:stretch/>
              </p:blipFill>
              <p:spPr>
                <a:xfrm flipH="1">
                  <a:off x="8825293" y="2362969"/>
                  <a:ext cx="92772" cy="405447"/>
                </a:xfrm>
                <a:prstGeom prst="rect">
                  <a:avLst/>
                </a:prstGeom>
                <a:noFill/>
                <a:ln>
                  <a:noFill/>
                </a:ln>
              </p:spPr>
            </p:pic>
            <p:pic>
              <p:nvPicPr>
                <p:cNvPr descr="antenna_stylized" id="310" name="Google Shape;310;p9"/>
                <p:cNvPicPr preferRelativeResize="0"/>
                <p:nvPr/>
              </p:nvPicPr>
              <p:blipFill rotWithShape="1">
                <a:blip r:embed="rId17">
                  <a:alphaModFix/>
                </a:blip>
                <a:srcRect b="0" l="0" r="0" t="0"/>
                <a:stretch/>
              </p:blipFill>
              <p:spPr>
                <a:xfrm>
                  <a:off x="8631407" y="2290407"/>
                  <a:ext cx="530702" cy="223756"/>
                </a:xfrm>
                <a:prstGeom prst="rect">
                  <a:avLst/>
                </a:prstGeom>
                <a:noFill/>
                <a:ln>
                  <a:noFill/>
                </a:ln>
              </p:spPr>
            </p:pic>
          </p:grpSp>
          <p:grpSp>
            <p:nvGrpSpPr>
              <p:cNvPr id="311" name="Google Shape;311;p9"/>
              <p:cNvGrpSpPr/>
              <p:nvPr/>
            </p:nvGrpSpPr>
            <p:grpSpPr>
              <a:xfrm>
                <a:off x="177500" y="2082690"/>
                <a:ext cx="849312" cy="226109"/>
                <a:chOff x="8493165" y="2029804"/>
                <a:chExt cx="849312" cy="226109"/>
              </a:xfrm>
            </p:grpSpPr>
            <p:pic>
              <p:nvPicPr>
                <p:cNvPr descr="car_icon_small" id="312" name="Google Shape;312;p9"/>
                <p:cNvPicPr preferRelativeResize="0"/>
                <p:nvPr/>
              </p:nvPicPr>
              <p:blipFill rotWithShape="1">
                <a:blip r:embed="rId18">
                  <a:alphaModFix/>
                </a:blip>
                <a:srcRect b="0" l="0" r="0" t="0"/>
                <a:stretch/>
              </p:blipFill>
              <p:spPr>
                <a:xfrm>
                  <a:off x="8493165" y="2087638"/>
                  <a:ext cx="849312" cy="168275"/>
                </a:xfrm>
                <a:prstGeom prst="rect">
                  <a:avLst/>
                </a:prstGeom>
                <a:noFill/>
                <a:ln>
                  <a:noFill/>
                </a:ln>
              </p:spPr>
            </p:pic>
            <p:pic>
              <p:nvPicPr>
                <p:cNvPr descr="antenna_stylized" id="313" name="Google Shape;313;p9"/>
                <p:cNvPicPr preferRelativeResize="0"/>
                <p:nvPr/>
              </p:nvPicPr>
              <p:blipFill rotWithShape="1">
                <a:blip r:embed="rId17">
                  <a:alphaModFix/>
                </a:blip>
                <a:srcRect b="0" l="0" r="0" t="0"/>
                <a:stretch/>
              </p:blipFill>
              <p:spPr>
                <a:xfrm>
                  <a:off x="8704645" y="2029804"/>
                  <a:ext cx="530702" cy="223756"/>
                </a:xfrm>
                <a:prstGeom prst="rect">
                  <a:avLst/>
                </a:prstGeom>
                <a:noFill/>
                <a:ln>
                  <a:noFill/>
                </a:ln>
              </p:spPr>
            </p:pic>
          </p:grpSp>
        </p:grpSp>
      </p:grpSp>
      <p:grpSp>
        <p:nvGrpSpPr>
          <p:cNvPr id="314" name="Google Shape;314;p9"/>
          <p:cNvGrpSpPr/>
          <p:nvPr/>
        </p:nvGrpSpPr>
        <p:grpSpPr>
          <a:xfrm>
            <a:off x="7562238" y="2127325"/>
            <a:ext cx="3578867" cy="3640284"/>
            <a:chOff x="7562238" y="2127325"/>
            <a:chExt cx="3578867" cy="3640284"/>
          </a:xfrm>
        </p:grpSpPr>
        <p:cxnSp>
          <p:nvCxnSpPr>
            <p:cNvPr id="315" name="Google Shape;315;p9"/>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316" name="Google Shape;316;p9"/>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317" name="Google Shape;317;p9"/>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318" name="Google Shape;318;p9"/>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319" name="Google Shape;319;p9"/>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320" name="Google Shape;320;p9"/>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321" name="Google Shape;321;p9"/>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322" name="Google Shape;322;p9"/>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323" name="Google Shape;323;p9"/>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324" name="Google Shape;324;p9"/>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325" name="Google Shape;325;p9"/>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326" name="Google Shape;326;p9"/>
            <p:cNvGrpSpPr/>
            <p:nvPr/>
          </p:nvGrpSpPr>
          <p:grpSpPr>
            <a:xfrm>
              <a:off x="7562238" y="2127325"/>
              <a:ext cx="3578867" cy="3640284"/>
              <a:chOff x="7562238" y="2127325"/>
              <a:chExt cx="3578867" cy="3640284"/>
            </a:xfrm>
          </p:grpSpPr>
          <p:grpSp>
            <p:nvGrpSpPr>
              <p:cNvPr id="327" name="Google Shape;327;p9"/>
              <p:cNvGrpSpPr/>
              <p:nvPr/>
            </p:nvGrpSpPr>
            <p:grpSpPr>
              <a:xfrm>
                <a:off x="7857253" y="2127325"/>
                <a:ext cx="3283852" cy="3640284"/>
                <a:chOff x="7881336" y="2104198"/>
                <a:chExt cx="3283852" cy="3640284"/>
              </a:xfrm>
            </p:grpSpPr>
            <p:cxnSp>
              <p:nvCxnSpPr>
                <p:cNvPr id="328" name="Google Shape;328;p9"/>
                <p:cNvCxnSpPr/>
                <p:nvPr/>
              </p:nvCxnSpPr>
              <p:spPr>
                <a:xfrm flipH="1" rot="5400000">
                  <a:off x="9813692" y="5228612"/>
                  <a:ext cx="388062" cy="7560"/>
                </a:xfrm>
                <a:prstGeom prst="straightConnector1">
                  <a:avLst/>
                </a:prstGeom>
                <a:noFill/>
                <a:ln cap="flat" cmpd="sng" w="12700">
                  <a:solidFill>
                    <a:schemeClr val="dk1"/>
                  </a:solidFill>
                  <a:prstDash val="solid"/>
                  <a:round/>
                  <a:headEnd len="sm" w="sm" type="none"/>
                  <a:tailEnd len="sm" w="sm" type="none"/>
                </a:ln>
              </p:spPr>
            </p:cxnSp>
            <p:cxnSp>
              <p:nvCxnSpPr>
                <p:cNvPr id="329" name="Google Shape;329;p9"/>
                <p:cNvCxnSpPr/>
                <p:nvPr/>
              </p:nvCxnSpPr>
              <p:spPr>
                <a:xfrm rot="10800000">
                  <a:off x="10234009" y="5382159"/>
                  <a:ext cx="0" cy="114300"/>
                </a:xfrm>
                <a:prstGeom prst="straightConnector1">
                  <a:avLst/>
                </a:prstGeom>
                <a:noFill/>
                <a:ln cap="flat" cmpd="sng" w="12700">
                  <a:solidFill>
                    <a:schemeClr val="dk1"/>
                  </a:solidFill>
                  <a:prstDash val="solid"/>
                  <a:round/>
                  <a:headEnd len="sm" w="sm" type="none"/>
                  <a:tailEnd len="sm" w="sm" type="none"/>
                </a:ln>
              </p:spPr>
            </p:cxnSp>
            <p:cxnSp>
              <p:nvCxnSpPr>
                <p:cNvPr id="330" name="Google Shape;330;p9"/>
                <p:cNvCxnSpPr/>
                <p:nvPr/>
              </p:nvCxnSpPr>
              <p:spPr>
                <a:xfrm>
                  <a:off x="9457042" y="4815390"/>
                  <a:ext cx="524483" cy="261537"/>
                </a:xfrm>
                <a:prstGeom prst="straightConnector1">
                  <a:avLst/>
                </a:prstGeom>
                <a:noFill/>
                <a:ln cap="flat" cmpd="sng" w="9525">
                  <a:solidFill>
                    <a:schemeClr val="dk1"/>
                  </a:solidFill>
                  <a:prstDash val="solid"/>
                  <a:round/>
                  <a:headEnd len="sm" w="sm" type="none"/>
                  <a:tailEnd len="sm" w="sm" type="none"/>
                </a:ln>
              </p:spPr>
            </p:cxnSp>
            <p:cxnSp>
              <p:nvCxnSpPr>
                <p:cNvPr id="331" name="Google Shape;331;p9"/>
                <p:cNvCxnSpPr/>
                <p:nvPr/>
              </p:nvCxnSpPr>
              <p:spPr>
                <a:xfrm flipH="1" rot="10800000">
                  <a:off x="8874149" y="4815390"/>
                  <a:ext cx="569255" cy="246266"/>
                </a:xfrm>
                <a:prstGeom prst="straightConnector1">
                  <a:avLst/>
                </a:prstGeom>
                <a:noFill/>
                <a:ln cap="flat" cmpd="sng" w="9525">
                  <a:solidFill>
                    <a:schemeClr val="dk1"/>
                  </a:solidFill>
                  <a:prstDash val="solid"/>
                  <a:round/>
                  <a:headEnd len="sm" w="sm" type="none"/>
                  <a:tailEnd len="sm" w="sm" type="none"/>
                </a:ln>
              </p:spPr>
            </p:cxnSp>
            <p:cxnSp>
              <p:nvCxnSpPr>
                <p:cNvPr id="332" name="Google Shape;332;p9"/>
                <p:cNvCxnSpPr/>
                <p:nvPr/>
              </p:nvCxnSpPr>
              <p:spPr>
                <a:xfrm>
                  <a:off x="8845827" y="5085749"/>
                  <a:ext cx="1030502" cy="0"/>
                </a:xfrm>
                <a:prstGeom prst="straightConnector1">
                  <a:avLst/>
                </a:prstGeom>
                <a:noFill/>
                <a:ln cap="flat" cmpd="sng" w="9525">
                  <a:solidFill>
                    <a:schemeClr val="dk1"/>
                  </a:solidFill>
                  <a:prstDash val="solid"/>
                  <a:round/>
                  <a:headEnd len="sm" w="sm" type="none"/>
                  <a:tailEnd len="sm" w="sm" type="none"/>
                </a:ln>
              </p:spPr>
            </p:cxnSp>
            <p:cxnSp>
              <p:nvCxnSpPr>
                <p:cNvPr id="333" name="Google Shape;333;p9"/>
                <p:cNvCxnSpPr/>
                <p:nvPr/>
              </p:nvCxnSpPr>
              <p:spPr>
                <a:xfrm>
                  <a:off x="8234290" y="5094207"/>
                  <a:ext cx="226800" cy="127000"/>
                </a:xfrm>
                <a:prstGeom prst="straightConnector1">
                  <a:avLst/>
                </a:prstGeom>
                <a:noFill/>
                <a:ln cap="flat" cmpd="sng" w="9525">
                  <a:solidFill>
                    <a:schemeClr val="dk1"/>
                  </a:solidFill>
                  <a:prstDash val="solid"/>
                  <a:round/>
                  <a:headEnd len="sm" w="sm" type="none"/>
                  <a:tailEnd len="sm" w="sm" type="none"/>
                </a:ln>
              </p:spPr>
            </p:cxnSp>
            <p:cxnSp>
              <p:nvCxnSpPr>
                <p:cNvPr id="334" name="Google Shape;334;p9"/>
                <p:cNvCxnSpPr/>
                <p:nvPr/>
              </p:nvCxnSpPr>
              <p:spPr>
                <a:xfrm flipH="1" rot="10800000">
                  <a:off x="7972450" y="5267343"/>
                  <a:ext cx="412750" cy="127000"/>
                </a:xfrm>
                <a:prstGeom prst="straightConnector1">
                  <a:avLst/>
                </a:prstGeom>
                <a:noFill/>
                <a:ln cap="flat" cmpd="sng" w="9525">
                  <a:solidFill>
                    <a:schemeClr val="dk1"/>
                  </a:solidFill>
                  <a:prstDash val="solid"/>
                  <a:round/>
                  <a:headEnd len="sm" w="sm" type="none"/>
                  <a:tailEnd len="sm" w="sm" type="none"/>
                </a:ln>
              </p:spPr>
            </p:cxnSp>
            <p:cxnSp>
              <p:nvCxnSpPr>
                <p:cNvPr id="335" name="Google Shape;335;p9"/>
                <p:cNvCxnSpPr/>
                <p:nvPr/>
              </p:nvCxnSpPr>
              <p:spPr>
                <a:xfrm flipH="1">
                  <a:off x="8397900" y="5259125"/>
                  <a:ext cx="68080" cy="293968"/>
                </a:xfrm>
                <a:prstGeom prst="straightConnector1">
                  <a:avLst/>
                </a:prstGeom>
                <a:noFill/>
                <a:ln cap="flat" cmpd="sng" w="9525">
                  <a:solidFill>
                    <a:schemeClr val="dk1"/>
                  </a:solidFill>
                  <a:prstDash val="solid"/>
                  <a:round/>
                  <a:headEnd len="sm" w="sm" type="none"/>
                  <a:tailEnd len="sm" w="sm" type="none"/>
                </a:ln>
              </p:spPr>
            </p:cxnSp>
            <p:cxnSp>
              <p:nvCxnSpPr>
                <p:cNvPr id="336" name="Google Shape;336;p9"/>
                <p:cNvCxnSpPr/>
                <p:nvPr/>
              </p:nvCxnSpPr>
              <p:spPr>
                <a:xfrm rot="10800000">
                  <a:off x="8512814" y="5284804"/>
                  <a:ext cx="280374" cy="269876"/>
                </a:xfrm>
                <a:prstGeom prst="straightConnector1">
                  <a:avLst/>
                </a:prstGeom>
                <a:noFill/>
                <a:ln cap="flat" cmpd="sng" w="9525">
                  <a:solidFill>
                    <a:schemeClr val="dk1"/>
                  </a:solidFill>
                  <a:prstDash val="solid"/>
                  <a:round/>
                  <a:headEnd len="sm" w="sm" type="none"/>
                  <a:tailEnd len="sm" w="sm" type="none"/>
                </a:ln>
              </p:spPr>
            </p:cxnSp>
            <p:cxnSp>
              <p:nvCxnSpPr>
                <p:cNvPr id="337" name="Google Shape;337;p9"/>
                <p:cNvCxnSpPr/>
                <p:nvPr/>
              </p:nvCxnSpPr>
              <p:spPr>
                <a:xfrm>
                  <a:off x="8512814" y="5234921"/>
                  <a:ext cx="914184" cy="468622"/>
                </a:xfrm>
                <a:prstGeom prst="straightConnector1">
                  <a:avLst/>
                </a:prstGeom>
                <a:noFill/>
                <a:ln cap="flat" cmpd="sng" w="9525">
                  <a:solidFill>
                    <a:schemeClr val="dk1"/>
                  </a:solidFill>
                  <a:prstDash val="solid"/>
                  <a:round/>
                  <a:headEnd len="sm" w="sm" type="none"/>
                  <a:tailEnd len="sm" w="sm" type="none"/>
                </a:ln>
              </p:spPr>
            </p:cxnSp>
            <p:cxnSp>
              <p:nvCxnSpPr>
                <p:cNvPr id="338" name="Google Shape;338;p9"/>
                <p:cNvCxnSpPr/>
                <p:nvPr/>
              </p:nvCxnSpPr>
              <p:spPr>
                <a:xfrm>
                  <a:off x="8271861" y="3806843"/>
                  <a:ext cx="0" cy="131762"/>
                </a:xfrm>
                <a:prstGeom prst="straightConnector1">
                  <a:avLst/>
                </a:prstGeom>
                <a:noFill/>
                <a:ln cap="flat" cmpd="sng" w="9525">
                  <a:solidFill>
                    <a:schemeClr val="dk1"/>
                  </a:solidFill>
                  <a:prstDash val="solid"/>
                  <a:round/>
                  <a:headEnd len="sm" w="sm" type="none"/>
                  <a:tailEnd len="sm" w="sm" type="none"/>
                </a:ln>
              </p:spPr>
            </p:cxnSp>
            <p:cxnSp>
              <p:nvCxnSpPr>
                <p:cNvPr id="339" name="Google Shape;339;p9"/>
                <p:cNvCxnSpPr/>
                <p:nvPr/>
              </p:nvCxnSpPr>
              <p:spPr>
                <a:xfrm flipH="1" rot="10800000">
                  <a:off x="7881336" y="4017980"/>
                  <a:ext cx="168275" cy="3175"/>
                </a:xfrm>
                <a:prstGeom prst="straightConnector1">
                  <a:avLst/>
                </a:prstGeom>
                <a:noFill/>
                <a:ln cap="flat" cmpd="sng" w="9525">
                  <a:solidFill>
                    <a:schemeClr val="dk1"/>
                  </a:solidFill>
                  <a:prstDash val="solid"/>
                  <a:round/>
                  <a:headEnd len="sm" w="sm" type="none"/>
                  <a:tailEnd len="sm" w="sm" type="none"/>
                </a:ln>
              </p:spPr>
            </p:cxnSp>
            <p:cxnSp>
              <p:nvCxnSpPr>
                <p:cNvPr id="340" name="Google Shape;340;p9"/>
                <p:cNvCxnSpPr/>
                <p:nvPr/>
              </p:nvCxnSpPr>
              <p:spPr>
                <a:xfrm flipH="1" rot="5400000">
                  <a:off x="9909628" y="5560344"/>
                  <a:ext cx="366793" cy="1482"/>
                </a:xfrm>
                <a:prstGeom prst="straightConnector1">
                  <a:avLst/>
                </a:prstGeom>
                <a:noFill/>
                <a:ln cap="flat" cmpd="sng" w="12700">
                  <a:solidFill>
                    <a:schemeClr val="dk1"/>
                  </a:solidFill>
                  <a:prstDash val="solid"/>
                  <a:round/>
                  <a:headEnd len="sm" w="sm" type="none"/>
                  <a:tailEnd len="sm" w="sm" type="none"/>
                </a:ln>
              </p:spPr>
            </p:cxnSp>
            <p:cxnSp>
              <p:nvCxnSpPr>
                <p:cNvPr id="341" name="Google Shape;341;p9"/>
                <p:cNvCxnSpPr/>
                <p:nvPr/>
              </p:nvCxnSpPr>
              <p:spPr>
                <a:xfrm flipH="1" rot="10800000">
                  <a:off x="8483508" y="5013435"/>
                  <a:ext cx="404236" cy="207771"/>
                </a:xfrm>
                <a:prstGeom prst="straightConnector1">
                  <a:avLst/>
                </a:prstGeom>
                <a:noFill/>
                <a:ln cap="flat" cmpd="sng" w="9525">
                  <a:solidFill>
                    <a:schemeClr val="dk1"/>
                  </a:solidFill>
                  <a:prstDash val="solid"/>
                  <a:round/>
                  <a:headEnd len="sm" w="sm" type="none"/>
                  <a:tailEnd len="sm" w="sm" type="none"/>
                </a:ln>
              </p:spPr>
            </p:cxnSp>
            <p:cxnSp>
              <p:nvCxnSpPr>
                <p:cNvPr id="342" name="Google Shape;342;p9"/>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343" name="Google Shape;343;p9"/>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344" name="Google Shape;344;p9"/>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345" name="Google Shape;345;p9"/>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346" name="Google Shape;346;p9"/>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347" name="Google Shape;347;p9"/>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348" name="Google Shape;348;p9"/>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349" name="Google Shape;349;p9"/>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350" name="Google Shape;350;p9"/>
                <p:cNvCxnSpPr/>
                <p:nvPr/>
              </p:nvCxnSpPr>
              <p:spPr>
                <a:xfrm flipH="1" rot="10800000">
                  <a:off x="9402788" y="4090252"/>
                  <a:ext cx="429324" cy="705603"/>
                </a:xfrm>
                <a:prstGeom prst="straightConnector1">
                  <a:avLst/>
                </a:prstGeom>
                <a:noFill/>
                <a:ln cap="flat" cmpd="sng" w="9525">
                  <a:solidFill>
                    <a:schemeClr val="dk1"/>
                  </a:solidFill>
                  <a:prstDash val="solid"/>
                  <a:round/>
                  <a:headEnd len="sm" w="sm" type="none"/>
                  <a:tailEnd len="sm" w="sm" type="none"/>
                </a:ln>
              </p:spPr>
            </p:cxnSp>
            <p:cxnSp>
              <p:nvCxnSpPr>
                <p:cNvPr id="351" name="Google Shape;351;p9"/>
                <p:cNvCxnSpPr/>
                <p:nvPr/>
              </p:nvCxnSpPr>
              <p:spPr>
                <a:xfrm flipH="1" rot="10800000">
                  <a:off x="8268637" y="4024329"/>
                  <a:ext cx="969051" cy="3175"/>
                </a:xfrm>
                <a:prstGeom prst="straightConnector1">
                  <a:avLst/>
                </a:prstGeom>
                <a:noFill/>
                <a:ln cap="flat" cmpd="sng" w="9525">
                  <a:solidFill>
                    <a:schemeClr val="dk1"/>
                  </a:solidFill>
                  <a:prstDash val="solid"/>
                  <a:round/>
                  <a:headEnd len="sm" w="sm" type="none"/>
                  <a:tailEnd len="sm" w="sm" type="none"/>
                </a:ln>
              </p:spPr>
            </p:cxnSp>
          </p:grpSp>
          <p:pic>
            <p:nvPicPr>
              <p:cNvPr descr="antenna_radiation_stylized" id="352" name="Google Shape;352;p9"/>
              <p:cNvPicPr preferRelativeResize="0"/>
              <p:nvPr/>
            </p:nvPicPr>
            <p:blipFill rotWithShape="1">
              <a:blip r:embed="rId19">
                <a:alphaModFix/>
              </a:blip>
              <a:srcRect b="0" l="0" r="0" t="0"/>
              <a:stretch/>
            </p:blipFill>
            <p:spPr>
              <a:xfrm>
                <a:off x="7562238" y="3813930"/>
                <a:ext cx="506412" cy="106009"/>
              </a:xfrm>
              <a:prstGeom prst="rect">
                <a:avLst/>
              </a:prstGeom>
              <a:noFill/>
              <a:ln>
                <a:noFill/>
              </a:ln>
            </p:spPr>
          </p:pic>
          <p:pic>
            <p:nvPicPr>
              <p:cNvPr descr="antenna_radiation_stylized" id="353" name="Google Shape;353;p9"/>
              <p:cNvPicPr preferRelativeResize="0"/>
              <p:nvPr/>
            </p:nvPicPr>
            <p:blipFill rotWithShape="1">
              <a:blip r:embed="rId5">
                <a:alphaModFix/>
              </a:blip>
              <a:srcRect b="0" l="0" r="0" t="0"/>
              <a:stretch/>
            </p:blipFill>
            <p:spPr>
              <a:xfrm>
                <a:off x="9242073" y="5480938"/>
                <a:ext cx="452014" cy="95159"/>
              </a:xfrm>
              <a:prstGeom prst="rect">
                <a:avLst/>
              </a:prstGeom>
              <a:noFill/>
              <a:ln>
                <a:noFill/>
              </a:ln>
            </p:spPr>
          </p:pic>
          <p:pic>
            <p:nvPicPr>
              <p:cNvPr descr="cell_tower_radiation copy" id="354" name="Google Shape;354;p9"/>
              <p:cNvPicPr preferRelativeResize="0"/>
              <p:nvPr/>
            </p:nvPicPr>
            <p:blipFill rotWithShape="1">
              <a:blip r:embed="rId3">
                <a:alphaModFix/>
              </a:blip>
              <a:srcRect b="0" l="0" r="0" t="0"/>
              <a:stretch/>
            </p:blipFill>
            <p:spPr>
              <a:xfrm>
                <a:off x="7980866" y="2158167"/>
                <a:ext cx="457200" cy="332766"/>
              </a:xfrm>
              <a:prstGeom prst="rect">
                <a:avLst/>
              </a:prstGeom>
              <a:noFill/>
              <a:ln>
                <a:noFill/>
              </a:ln>
            </p:spPr>
          </p:pic>
          <p:sp>
            <p:nvSpPr>
              <p:cNvPr id="355" name="Google Shape;355;p9"/>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nvGrpSpPr>
          <p:cNvPr id="356" name="Google Shape;356;p9"/>
          <p:cNvGrpSpPr/>
          <p:nvPr/>
        </p:nvGrpSpPr>
        <p:grpSpPr>
          <a:xfrm>
            <a:off x="7414072" y="1891912"/>
            <a:ext cx="4144321" cy="4305092"/>
            <a:chOff x="7432700" y="1830405"/>
            <a:chExt cx="4144321" cy="4305092"/>
          </a:xfrm>
        </p:grpSpPr>
        <p:grpSp>
          <p:nvGrpSpPr>
            <p:cNvPr id="357" name="Google Shape;357;p9"/>
            <p:cNvGrpSpPr/>
            <p:nvPr/>
          </p:nvGrpSpPr>
          <p:grpSpPr>
            <a:xfrm>
              <a:off x="7432700" y="1830405"/>
              <a:ext cx="1909777" cy="938011"/>
              <a:chOff x="7432700" y="1830405"/>
              <a:chExt cx="1909777" cy="938011"/>
            </a:xfrm>
          </p:grpSpPr>
          <p:grpSp>
            <p:nvGrpSpPr>
              <p:cNvPr id="358" name="Google Shape;358;p9"/>
              <p:cNvGrpSpPr/>
              <p:nvPr/>
            </p:nvGrpSpPr>
            <p:grpSpPr>
              <a:xfrm>
                <a:off x="7743850" y="1830405"/>
                <a:ext cx="415925" cy="385763"/>
                <a:chOff x="2751" y="1851"/>
                <a:chExt cx="462" cy="478"/>
              </a:xfrm>
            </p:grpSpPr>
            <p:pic>
              <p:nvPicPr>
                <p:cNvPr descr="iphone_stylized_small" id="359" name="Google Shape;359;p9"/>
                <p:cNvPicPr preferRelativeResize="0"/>
                <p:nvPr/>
              </p:nvPicPr>
              <p:blipFill rotWithShape="1">
                <a:blip r:embed="rId10">
                  <a:alphaModFix/>
                </a:blip>
                <a:srcRect b="0" l="0" r="0" t="0"/>
                <a:stretch/>
              </p:blipFill>
              <p:spPr>
                <a:xfrm>
                  <a:off x="2928" y="1922"/>
                  <a:ext cx="152" cy="407"/>
                </a:xfrm>
                <a:prstGeom prst="rect">
                  <a:avLst/>
                </a:prstGeom>
                <a:noFill/>
                <a:ln>
                  <a:noFill/>
                </a:ln>
              </p:spPr>
            </p:pic>
            <p:pic>
              <p:nvPicPr>
                <p:cNvPr descr="antenna_radiation_stylized" id="360" name="Google Shape;360;p9"/>
                <p:cNvPicPr preferRelativeResize="0"/>
                <p:nvPr/>
              </p:nvPicPr>
              <p:blipFill rotWithShape="1">
                <a:blip r:embed="rId11">
                  <a:alphaModFix/>
                </a:blip>
                <a:srcRect b="0" l="0" r="0" t="0"/>
                <a:stretch/>
              </p:blipFill>
              <p:spPr>
                <a:xfrm>
                  <a:off x="2751" y="1851"/>
                  <a:ext cx="462" cy="110"/>
                </a:xfrm>
                <a:prstGeom prst="rect">
                  <a:avLst/>
                </a:prstGeom>
                <a:noFill/>
                <a:ln>
                  <a:noFill/>
                </a:ln>
              </p:spPr>
            </p:pic>
          </p:grpSp>
          <p:grpSp>
            <p:nvGrpSpPr>
              <p:cNvPr id="361" name="Google Shape;361;p9"/>
              <p:cNvGrpSpPr/>
              <p:nvPr/>
            </p:nvGrpSpPr>
            <p:grpSpPr>
              <a:xfrm>
                <a:off x="7432700" y="2327293"/>
                <a:ext cx="534987" cy="414882"/>
                <a:chOff x="7432700" y="2327293"/>
                <a:chExt cx="534987" cy="414882"/>
              </a:xfrm>
            </p:grpSpPr>
            <p:pic>
              <p:nvPicPr>
                <p:cNvPr descr="antenna_stylized" id="362" name="Google Shape;362;p9"/>
                <p:cNvPicPr preferRelativeResize="0"/>
                <p:nvPr/>
              </p:nvPicPr>
              <p:blipFill rotWithShape="1">
                <a:blip r:embed="rId17">
                  <a:alphaModFix/>
                </a:blip>
                <a:srcRect b="0" l="0" r="0" t="0"/>
                <a:stretch/>
              </p:blipFill>
              <p:spPr>
                <a:xfrm>
                  <a:off x="7432700" y="2327293"/>
                  <a:ext cx="530702" cy="223756"/>
                </a:xfrm>
                <a:prstGeom prst="rect">
                  <a:avLst/>
                </a:prstGeom>
                <a:noFill/>
                <a:ln>
                  <a:noFill/>
                </a:ln>
              </p:spPr>
            </p:pic>
            <p:pic>
              <p:nvPicPr>
                <p:cNvPr descr="laptop_keyboard" id="363" name="Google Shape;363;p9"/>
                <p:cNvPicPr preferRelativeResize="0"/>
                <p:nvPr/>
              </p:nvPicPr>
              <p:blipFill rotWithShape="1">
                <a:blip r:embed="rId20">
                  <a:alphaModFix/>
                </a:blip>
                <a:srcRect b="0" l="0" r="0" t="0"/>
                <a:stretch/>
              </p:blipFill>
              <p:spPr>
                <a:xfrm flipH="1" rot="109064">
                  <a:off x="7458407" y="2575770"/>
                  <a:ext cx="437221" cy="159511"/>
                </a:xfrm>
                <a:prstGeom prst="rect">
                  <a:avLst/>
                </a:prstGeom>
                <a:noFill/>
                <a:ln>
                  <a:noFill/>
                </a:ln>
              </p:spPr>
            </p:pic>
            <p:sp>
              <p:nvSpPr>
                <p:cNvPr id="364" name="Google Shape;364;p9"/>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365" name="Google Shape;365;p9"/>
                <p:cNvPicPr preferRelativeResize="0"/>
                <p:nvPr/>
              </p:nvPicPr>
              <p:blipFill rotWithShape="1">
                <a:blip r:embed="rId21">
                  <a:alphaModFix/>
                </a:blip>
                <a:srcRect b="0" l="0" r="0" t="0"/>
                <a:stretch/>
              </p:blipFill>
              <p:spPr>
                <a:xfrm>
                  <a:off x="7620637" y="2426338"/>
                  <a:ext cx="319785" cy="189429"/>
                </a:xfrm>
                <a:prstGeom prst="rect">
                  <a:avLst/>
                </a:prstGeom>
                <a:noFill/>
                <a:ln>
                  <a:noFill/>
                </a:ln>
              </p:spPr>
            </p:pic>
            <p:sp>
              <p:nvSpPr>
                <p:cNvPr id="366" name="Google Shape;366;p9"/>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9"/>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9"/>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9"/>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9"/>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9"/>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72" name="Google Shape;372;p9"/>
                <p:cNvGrpSpPr/>
                <p:nvPr/>
              </p:nvGrpSpPr>
              <p:grpSpPr>
                <a:xfrm>
                  <a:off x="7594735" y="2642220"/>
                  <a:ext cx="98740" cy="36846"/>
                  <a:chOff x="1740" y="2642"/>
                  <a:chExt cx="752" cy="327"/>
                </a:xfrm>
              </p:grpSpPr>
              <p:sp>
                <p:nvSpPr>
                  <p:cNvPr id="373" name="Google Shape;373;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9" name="Google Shape;379;p9"/>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9"/>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9"/>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9"/>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9"/>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9"/>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5" name="Google Shape;385;p9"/>
              <p:cNvGrpSpPr/>
              <p:nvPr/>
            </p:nvGrpSpPr>
            <p:grpSpPr>
              <a:xfrm>
                <a:off x="8631407" y="2290407"/>
                <a:ext cx="530702" cy="478009"/>
                <a:chOff x="8631407" y="2290407"/>
                <a:chExt cx="530702" cy="478009"/>
              </a:xfrm>
            </p:grpSpPr>
            <p:pic>
              <p:nvPicPr>
                <p:cNvPr descr="light2.png" id="386" name="Google Shape;386;p9"/>
                <p:cNvPicPr preferRelativeResize="0"/>
                <p:nvPr/>
              </p:nvPicPr>
              <p:blipFill rotWithShape="1">
                <a:blip r:embed="rId16">
                  <a:alphaModFix/>
                </a:blip>
                <a:srcRect b="0" l="0" r="0" t="0"/>
                <a:stretch/>
              </p:blipFill>
              <p:spPr>
                <a:xfrm flipH="1">
                  <a:off x="8825293" y="2362969"/>
                  <a:ext cx="92772" cy="405447"/>
                </a:xfrm>
                <a:prstGeom prst="rect">
                  <a:avLst/>
                </a:prstGeom>
                <a:noFill/>
                <a:ln>
                  <a:noFill/>
                </a:ln>
              </p:spPr>
            </p:pic>
            <p:pic>
              <p:nvPicPr>
                <p:cNvPr descr="antenna_stylized" id="387" name="Google Shape;387;p9"/>
                <p:cNvPicPr preferRelativeResize="0"/>
                <p:nvPr/>
              </p:nvPicPr>
              <p:blipFill rotWithShape="1">
                <a:blip r:embed="rId17">
                  <a:alphaModFix/>
                </a:blip>
                <a:srcRect b="0" l="0" r="0" t="0"/>
                <a:stretch/>
              </p:blipFill>
              <p:spPr>
                <a:xfrm>
                  <a:off x="8631407" y="2290407"/>
                  <a:ext cx="530702" cy="223756"/>
                </a:xfrm>
                <a:prstGeom prst="rect">
                  <a:avLst/>
                </a:prstGeom>
                <a:noFill/>
                <a:ln>
                  <a:noFill/>
                </a:ln>
              </p:spPr>
            </p:pic>
          </p:grpSp>
          <p:grpSp>
            <p:nvGrpSpPr>
              <p:cNvPr id="388" name="Google Shape;388;p9"/>
              <p:cNvGrpSpPr/>
              <p:nvPr/>
            </p:nvGrpSpPr>
            <p:grpSpPr>
              <a:xfrm>
                <a:off x="8493165" y="2029804"/>
                <a:ext cx="849312" cy="226109"/>
                <a:chOff x="8493165" y="2029804"/>
                <a:chExt cx="849312" cy="226109"/>
              </a:xfrm>
            </p:grpSpPr>
            <p:pic>
              <p:nvPicPr>
                <p:cNvPr descr="car_icon_small" id="389" name="Google Shape;389;p9"/>
                <p:cNvPicPr preferRelativeResize="0"/>
                <p:nvPr/>
              </p:nvPicPr>
              <p:blipFill rotWithShape="1">
                <a:blip r:embed="rId18">
                  <a:alphaModFix/>
                </a:blip>
                <a:srcRect b="0" l="0" r="0" t="0"/>
                <a:stretch/>
              </p:blipFill>
              <p:spPr>
                <a:xfrm>
                  <a:off x="8493165" y="2087638"/>
                  <a:ext cx="849312" cy="168275"/>
                </a:xfrm>
                <a:prstGeom prst="rect">
                  <a:avLst/>
                </a:prstGeom>
                <a:noFill/>
                <a:ln>
                  <a:noFill/>
                </a:ln>
              </p:spPr>
            </p:pic>
            <p:pic>
              <p:nvPicPr>
                <p:cNvPr descr="antenna_stylized" id="390" name="Google Shape;390;p9"/>
                <p:cNvPicPr preferRelativeResize="0"/>
                <p:nvPr/>
              </p:nvPicPr>
              <p:blipFill rotWithShape="1">
                <a:blip r:embed="rId17">
                  <a:alphaModFix/>
                </a:blip>
                <a:srcRect b="0" l="0" r="0" t="0"/>
                <a:stretch/>
              </p:blipFill>
              <p:spPr>
                <a:xfrm>
                  <a:off x="8704645" y="2029804"/>
                  <a:ext cx="530702" cy="223756"/>
                </a:xfrm>
                <a:prstGeom prst="rect">
                  <a:avLst/>
                </a:prstGeom>
                <a:noFill/>
                <a:ln>
                  <a:noFill/>
                </a:ln>
              </p:spPr>
            </p:pic>
          </p:grpSp>
        </p:grpSp>
        <p:grpSp>
          <p:nvGrpSpPr>
            <p:cNvPr id="391" name="Google Shape;391;p9"/>
            <p:cNvGrpSpPr/>
            <p:nvPr/>
          </p:nvGrpSpPr>
          <p:grpSpPr>
            <a:xfrm>
              <a:off x="7487144" y="3296104"/>
              <a:ext cx="857739" cy="583764"/>
              <a:chOff x="7487144" y="3296104"/>
              <a:chExt cx="857739" cy="583764"/>
            </a:xfrm>
          </p:grpSpPr>
          <p:grpSp>
            <p:nvGrpSpPr>
              <p:cNvPr id="392" name="Google Shape;392;p9"/>
              <p:cNvGrpSpPr/>
              <p:nvPr/>
            </p:nvGrpSpPr>
            <p:grpSpPr>
              <a:xfrm>
                <a:off x="7487144" y="3389820"/>
                <a:ext cx="350807" cy="310034"/>
                <a:chOff x="7487144" y="3389820"/>
                <a:chExt cx="350807" cy="310034"/>
              </a:xfrm>
            </p:grpSpPr>
            <p:pic>
              <p:nvPicPr>
                <p:cNvPr descr="antenna_stylized" id="393" name="Google Shape;393;p9"/>
                <p:cNvPicPr preferRelativeResize="0"/>
                <p:nvPr/>
              </p:nvPicPr>
              <p:blipFill rotWithShape="1">
                <a:blip r:embed="rId13">
                  <a:alphaModFix/>
                </a:blip>
                <a:srcRect b="0" l="0" r="0" t="0"/>
                <a:stretch/>
              </p:blipFill>
              <p:spPr>
                <a:xfrm>
                  <a:off x="7487144" y="3389820"/>
                  <a:ext cx="347997" cy="167557"/>
                </a:xfrm>
                <a:prstGeom prst="rect">
                  <a:avLst/>
                </a:prstGeom>
                <a:noFill/>
                <a:ln>
                  <a:noFill/>
                </a:ln>
              </p:spPr>
            </p:pic>
            <p:pic>
              <p:nvPicPr>
                <p:cNvPr descr="laptop_keyboard" id="394" name="Google Shape;394;p9"/>
                <p:cNvPicPr preferRelativeResize="0"/>
                <p:nvPr/>
              </p:nvPicPr>
              <p:blipFill rotWithShape="1">
                <a:blip r:embed="rId22">
                  <a:alphaModFix/>
                </a:blip>
                <a:srcRect b="0" l="0" r="0" t="0"/>
                <a:stretch/>
              </p:blipFill>
              <p:spPr>
                <a:xfrm flipH="1" rot="109064">
                  <a:off x="7504001" y="3575889"/>
                  <a:ext cx="286699" cy="119448"/>
                </a:xfrm>
                <a:prstGeom prst="rect">
                  <a:avLst/>
                </a:prstGeom>
                <a:noFill/>
                <a:ln>
                  <a:noFill/>
                </a:ln>
              </p:spPr>
            </p:pic>
            <p:sp>
              <p:nvSpPr>
                <p:cNvPr id="395" name="Google Shape;395;p9"/>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396" name="Google Shape;396;p9"/>
                <p:cNvPicPr preferRelativeResize="0"/>
                <p:nvPr/>
              </p:nvPicPr>
              <p:blipFill rotWithShape="1">
                <a:blip r:embed="rId23">
                  <a:alphaModFix/>
                </a:blip>
                <a:srcRect b="0" l="0" r="0" t="0"/>
                <a:stretch/>
              </p:blipFill>
              <p:spPr>
                <a:xfrm>
                  <a:off x="7610380" y="3463988"/>
                  <a:ext cx="209692" cy="141851"/>
                </a:xfrm>
                <a:prstGeom prst="rect">
                  <a:avLst/>
                </a:prstGeom>
                <a:noFill/>
                <a:ln>
                  <a:noFill/>
                </a:ln>
              </p:spPr>
            </p:pic>
            <p:sp>
              <p:nvSpPr>
                <p:cNvPr id="397" name="Google Shape;397;p9"/>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9"/>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9"/>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9"/>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9"/>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9"/>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03" name="Google Shape;403;p9"/>
                <p:cNvGrpSpPr/>
                <p:nvPr/>
              </p:nvGrpSpPr>
              <p:grpSpPr>
                <a:xfrm>
                  <a:off x="7593395" y="3625649"/>
                  <a:ext cx="64747" cy="27592"/>
                  <a:chOff x="1740" y="2642"/>
                  <a:chExt cx="752" cy="327"/>
                </a:xfrm>
              </p:grpSpPr>
              <p:sp>
                <p:nvSpPr>
                  <p:cNvPr id="404" name="Google Shape;404;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0" name="Google Shape;410;p9"/>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9"/>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9"/>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9"/>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9"/>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9"/>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6" name="Google Shape;416;p9"/>
              <p:cNvGrpSpPr/>
              <p:nvPr/>
            </p:nvGrpSpPr>
            <p:grpSpPr>
              <a:xfrm flipH="1">
                <a:off x="7985622" y="3537823"/>
                <a:ext cx="359261" cy="342045"/>
                <a:chOff x="2839" y="3501"/>
                <a:chExt cx="755" cy="803"/>
              </a:xfrm>
            </p:grpSpPr>
            <p:pic>
              <p:nvPicPr>
                <p:cNvPr descr="desktop_computer_stylized_medium" id="417" name="Google Shape;417;p9"/>
                <p:cNvPicPr preferRelativeResize="0"/>
                <p:nvPr/>
              </p:nvPicPr>
              <p:blipFill rotWithShape="1">
                <a:blip r:embed="rId24">
                  <a:alphaModFix/>
                </a:blip>
                <a:srcRect b="0" l="0" r="0" t="0"/>
                <a:stretch/>
              </p:blipFill>
              <p:spPr>
                <a:xfrm>
                  <a:off x="2839" y="3501"/>
                  <a:ext cx="755" cy="803"/>
                </a:xfrm>
                <a:prstGeom prst="rect">
                  <a:avLst/>
                </a:prstGeom>
                <a:noFill/>
                <a:ln>
                  <a:noFill/>
                </a:ln>
              </p:spPr>
            </p:pic>
            <p:sp>
              <p:nvSpPr>
                <p:cNvPr id="418" name="Google Shape;418;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9" name="Google Shape;419;p9"/>
              <p:cNvGrpSpPr/>
              <p:nvPr/>
            </p:nvGrpSpPr>
            <p:grpSpPr>
              <a:xfrm>
                <a:off x="7797061" y="3296104"/>
                <a:ext cx="347997" cy="396620"/>
                <a:chOff x="7797061" y="3296104"/>
                <a:chExt cx="347997" cy="396620"/>
              </a:xfrm>
            </p:grpSpPr>
            <p:pic>
              <p:nvPicPr>
                <p:cNvPr descr="fridge2.png" id="420" name="Google Shape;420;p9"/>
                <p:cNvPicPr preferRelativeResize="0"/>
                <p:nvPr/>
              </p:nvPicPr>
              <p:blipFill rotWithShape="1">
                <a:blip r:embed="rId12">
                  <a:alphaModFix/>
                </a:blip>
                <a:srcRect b="0" l="0" r="0" t="0"/>
                <a:stretch/>
              </p:blipFill>
              <p:spPr>
                <a:xfrm>
                  <a:off x="7896825" y="3355697"/>
                  <a:ext cx="189578" cy="337027"/>
                </a:xfrm>
                <a:prstGeom prst="rect">
                  <a:avLst/>
                </a:prstGeom>
                <a:noFill/>
                <a:ln>
                  <a:noFill/>
                </a:ln>
              </p:spPr>
            </p:pic>
            <p:pic>
              <p:nvPicPr>
                <p:cNvPr descr="antenna_stylized" id="421" name="Google Shape;421;p9"/>
                <p:cNvPicPr preferRelativeResize="0"/>
                <p:nvPr/>
              </p:nvPicPr>
              <p:blipFill rotWithShape="1">
                <a:blip r:embed="rId13">
                  <a:alphaModFix/>
                </a:blip>
                <a:srcRect b="0" l="0" r="0" t="0"/>
                <a:stretch/>
              </p:blipFill>
              <p:spPr>
                <a:xfrm>
                  <a:off x="7797061" y="3296104"/>
                  <a:ext cx="347997" cy="167557"/>
                </a:xfrm>
                <a:prstGeom prst="rect">
                  <a:avLst/>
                </a:prstGeom>
                <a:noFill/>
                <a:ln>
                  <a:noFill/>
                </a:ln>
              </p:spPr>
            </p:pic>
          </p:grpSp>
        </p:grpSp>
        <p:grpSp>
          <p:nvGrpSpPr>
            <p:cNvPr id="422" name="Google Shape;422;p9"/>
            <p:cNvGrpSpPr/>
            <p:nvPr/>
          </p:nvGrpSpPr>
          <p:grpSpPr>
            <a:xfrm>
              <a:off x="11058573" y="3399165"/>
              <a:ext cx="518448" cy="1212242"/>
              <a:chOff x="11058573" y="3399165"/>
              <a:chExt cx="518448" cy="1212242"/>
            </a:xfrm>
          </p:grpSpPr>
          <p:grpSp>
            <p:nvGrpSpPr>
              <p:cNvPr id="423" name="Google Shape;423;p9"/>
              <p:cNvGrpSpPr/>
              <p:nvPr/>
            </p:nvGrpSpPr>
            <p:grpSpPr>
              <a:xfrm>
                <a:off x="11087182" y="4159591"/>
                <a:ext cx="489839" cy="451816"/>
                <a:chOff x="5103720" y="2693365"/>
                <a:chExt cx="611650" cy="414788"/>
              </a:xfrm>
            </p:grpSpPr>
            <p:cxnSp>
              <p:nvCxnSpPr>
                <p:cNvPr id="424" name="Google Shape;424;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425" name="Google Shape;425;p9"/>
                <p:cNvGrpSpPr/>
                <p:nvPr/>
              </p:nvGrpSpPr>
              <p:grpSpPr>
                <a:xfrm>
                  <a:off x="5275406" y="2693365"/>
                  <a:ext cx="439964" cy="414788"/>
                  <a:chOff x="5275406" y="2711455"/>
                  <a:chExt cx="452949" cy="405518"/>
                </a:xfrm>
              </p:grpSpPr>
              <p:pic>
                <p:nvPicPr>
                  <p:cNvPr descr="server_rack.png" id="426" name="Google Shape;426;p9"/>
                  <p:cNvPicPr preferRelativeResize="0"/>
                  <p:nvPr/>
                </p:nvPicPr>
                <p:blipFill rotWithShape="1">
                  <a:blip r:embed="rId14">
                    <a:alphaModFix/>
                  </a:blip>
                  <a:srcRect b="0" l="0" r="0" t="0"/>
                  <a:stretch/>
                </p:blipFill>
                <p:spPr>
                  <a:xfrm>
                    <a:off x="5537367" y="2770786"/>
                    <a:ext cx="190988" cy="313366"/>
                  </a:xfrm>
                  <a:prstGeom prst="rect">
                    <a:avLst/>
                  </a:prstGeom>
                  <a:noFill/>
                  <a:ln>
                    <a:noFill/>
                  </a:ln>
                </p:spPr>
              </p:pic>
              <p:pic>
                <p:nvPicPr>
                  <p:cNvPr descr="server_rack.png" id="427" name="Google Shape;427;p9"/>
                  <p:cNvPicPr preferRelativeResize="0"/>
                  <p:nvPr/>
                </p:nvPicPr>
                <p:blipFill rotWithShape="1">
                  <a:blip r:embed="rId14">
                    <a:alphaModFix/>
                  </a:blip>
                  <a:srcRect b="0" l="0" r="0" t="0"/>
                  <a:stretch/>
                </p:blipFill>
                <p:spPr>
                  <a:xfrm>
                    <a:off x="5275406" y="2764002"/>
                    <a:ext cx="190988" cy="313366"/>
                  </a:xfrm>
                  <a:prstGeom prst="rect">
                    <a:avLst/>
                  </a:prstGeom>
                  <a:noFill/>
                  <a:ln>
                    <a:noFill/>
                  </a:ln>
                </p:spPr>
              </p:pic>
              <p:pic>
                <p:nvPicPr>
                  <p:cNvPr descr="server_rack.png" id="428" name="Google Shape;428;p9"/>
                  <p:cNvPicPr preferRelativeResize="0"/>
                  <p:nvPr/>
                </p:nvPicPr>
                <p:blipFill rotWithShape="1">
                  <a:blip r:embed="rId14">
                    <a:alphaModFix/>
                  </a:blip>
                  <a:srcRect b="0" l="0" r="0" t="0"/>
                  <a:stretch/>
                </p:blipFill>
                <p:spPr>
                  <a:xfrm>
                    <a:off x="5385676" y="2711455"/>
                    <a:ext cx="247152" cy="405518"/>
                  </a:xfrm>
                  <a:prstGeom prst="rect">
                    <a:avLst/>
                  </a:prstGeom>
                  <a:noFill/>
                  <a:ln>
                    <a:noFill/>
                  </a:ln>
                </p:spPr>
              </p:pic>
            </p:grpSp>
          </p:grpSp>
          <p:grpSp>
            <p:nvGrpSpPr>
              <p:cNvPr id="429" name="Google Shape;429;p9"/>
              <p:cNvGrpSpPr/>
              <p:nvPr/>
            </p:nvGrpSpPr>
            <p:grpSpPr>
              <a:xfrm>
                <a:off x="11058573" y="3399165"/>
                <a:ext cx="423724" cy="405973"/>
                <a:chOff x="5103720" y="2693365"/>
                <a:chExt cx="611650" cy="414788"/>
              </a:xfrm>
            </p:grpSpPr>
            <p:cxnSp>
              <p:nvCxnSpPr>
                <p:cNvPr id="430" name="Google Shape;430;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431" name="Google Shape;431;p9"/>
                <p:cNvGrpSpPr/>
                <p:nvPr/>
              </p:nvGrpSpPr>
              <p:grpSpPr>
                <a:xfrm>
                  <a:off x="5275406" y="2693365"/>
                  <a:ext cx="439964" cy="414788"/>
                  <a:chOff x="5275406" y="2711455"/>
                  <a:chExt cx="452949" cy="405518"/>
                </a:xfrm>
              </p:grpSpPr>
              <p:pic>
                <p:nvPicPr>
                  <p:cNvPr descr="server_rack.png" id="432" name="Google Shape;432;p9"/>
                  <p:cNvPicPr preferRelativeResize="0"/>
                  <p:nvPr/>
                </p:nvPicPr>
                <p:blipFill rotWithShape="1">
                  <a:blip r:embed="rId14">
                    <a:alphaModFix/>
                  </a:blip>
                  <a:srcRect b="0" l="0" r="0" t="0"/>
                  <a:stretch/>
                </p:blipFill>
                <p:spPr>
                  <a:xfrm>
                    <a:off x="5537367" y="2770786"/>
                    <a:ext cx="190988" cy="313366"/>
                  </a:xfrm>
                  <a:prstGeom prst="rect">
                    <a:avLst/>
                  </a:prstGeom>
                  <a:noFill/>
                  <a:ln>
                    <a:noFill/>
                  </a:ln>
                </p:spPr>
              </p:pic>
              <p:pic>
                <p:nvPicPr>
                  <p:cNvPr descr="server_rack.png" id="433" name="Google Shape;433;p9"/>
                  <p:cNvPicPr preferRelativeResize="0"/>
                  <p:nvPr/>
                </p:nvPicPr>
                <p:blipFill rotWithShape="1">
                  <a:blip r:embed="rId14">
                    <a:alphaModFix/>
                  </a:blip>
                  <a:srcRect b="0" l="0" r="0" t="0"/>
                  <a:stretch/>
                </p:blipFill>
                <p:spPr>
                  <a:xfrm>
                    <a:off x="5275406" y="2764002"/>
                    <a:ext cx="190988" cy="313366"/>
                  </a:xfrm>
                  <a:prstGeom prst="rect">
                    <a:avLst/>
                  </a:prstGeom>
                  <a:noFill/>
                  <a:ln>
                    <a:noFill/>
                  </a:ln>
                </p:spPr>
              </p:pic>
              <p:pic>
                <p:nvPicPr>
                  <p:cNvPr descr="server_rack.png" id="434" name="Google Shape;434;p9"/>
                  <p:cNvPicPr preferRelativeResize="0"/>
                  <p:nvPr/>
                </p:nvPicPr>
                <p:blipFill rotWithShape="1">
                  <a:blip r:embed="rId14">
                    <a:alphaModFix/>
                  </a:blip>
                  <a:srcRect b="0" l="0" r="0" t="0"/>
                  <a:stretch/>
                </p:blipFill>
                <p:spPr>
                  <a:xfrm>
                    <a:off x="5385676" y="2711455"/>
                    <a:ext cx="247152" cy="405518"/>
                  </a:xfrm>
                  <a:prstGeom prst="rect">
                    <a:avLst/>
                  </a:prstGeom>
                  <a:noFill/>
                  <a:ln>
                    <a:noFill/>
                  </a:ln>
                </p:spPr>
              </p:pic>
            </p:grpSp>
          </p:grpSp>
        </p:grpSp>
        <p:grpSp>
          <p:nvGrpSpPr>
            <p:cNvPr id="435" name="Google Shape;435;p9"/>
            <p:cNvGrpSpPr/>
            <p:nvPr/>
          </p:nvGrpSpPr>
          <p:grpSpPr>
            <a:xfrm>
              <a:off x="7767607" y="4870841"/>
              <a:ext cx="2692126" cy="1264656"/>
              <a:chOff x="7767607" y="4870841"/>
              <a:chExt cx="2692126" cy="1264656"/>
            </a:xfrm>
          </p:grpSpPr>
          <p:grpSp>
            <p:nvGrpSpPr>
              <p:cNvPr id="436" name="Google Shape;436;p9"/>
              <p:cNvGrpSpPr/>
              <p:nvPr/>
            </p:nvGrpSpPr>
            <p:grpSpPr>
              <a:xfrm>
                <a:off x="10282541" y="5244631"/>
                <a:ext cx="177192" cy="330833"/>
                <a:chOff x="4140" y="429"/>
                <a:chExt cx="1425" cy="2396"/>
              </a:xfrm>
            </p:grpSpPr>
            <p:sp>
              <p:nvSpPr>
                <p:cNvPr id="437" name="Google Shape;437;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39" name="Google Shape;439;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442" name="Google Shape;442;p9"/>
                <p:cNvGrpSpPr/>
                <p:nvPr/>
              </p:nvGrpSpPr>
              <p:grpSpPr>
                <a:xfrm>
                  <a:off x="4748" y="666"/>
                  <a:ext cx="578" cy="150"/>
                  <a:chOff x="613" y="2566"/>
                  <a:chExt cx="721" cy="144"/>
                </a:xfrm>
              </p:grpSpPr>
              <p:sp>
                <p:nvSpPr>
                  <p:cNvPr id="443" name="Google Shape;443;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44" name="Google Shape;444;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445" name="Google Shape;445;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446" name="Google Shape;446;p9"/>
                <p:cNvGrpSpPr/>
                <p:nvPr/>
              </p:nvGrpSpPr>
              <p:grpSpPr>
                <a:xfrm>
                  <a:off x="4748" y="990"/>
                  <a:ext cx="578" cy="134"/>
                  <a:chOff x="615" y="2564"/>
                  <a:chExt cx="721" cy="139"/>
                </a:xfrm>
              </p:grpSpPr>
              <p:sp>
                <p:nvSpPr>
                  <p:cNvPr id="447" name="Google Shape;447;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48" name="Google Shape;448;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449" name="Google Shape;449;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50" name="Google Shape;450;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451" name="Google Shape;451;p9"/>
                <p:cNvGrpSpPr/>
                <p:nvPr/>
              </p:nvGrpSpPr>
              <p:grpSpPr>
                <a:xfrm>
                  <a:off x="4738" y="1647"/>
                  <a:ext cx="578" cy="135"/>
                  <a:chOff x="618" y="2586"/>
                  <a:chExt cx="720" cy="124"/>
                </a:xfrm>
              </p:grpSpPr>
              <p:sp>
                <p:nvSpPr>
                  <p:cNvPr id="452" name="Google Shape;452;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53" name="Google Shape;453;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454" name="Google Shape;454;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55" name="Google Shape;455;p9"/>
                <p:cNvGrpSpPr/>
                <p:nvPr/>
              </p:nvGrpSpPr>
              <p:grpSpPr>
                <a:xfrm>
                  <a:off x="4738" y="1330"/>
                  <a:ext cx="588" cy="134"/>
                  <a:chOff x="613" y="2571"/>
                  <a:chExt cx="732" cy="134"/>
                </a:xfrm>
              </p:grpSpPr>
              <p:sp>
                <p:nvSpPr>
                  <p:cNvPr id="456" name="Google Shape;456;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57" name="Google Shape;457;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458" name="Google Shape;458;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59" name="Google Shape;459;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62" name="Google Shape;462;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64" name="Google Shape;464;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65" name="Google Shape;465;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66" name="Google Shape;466;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467" name="Google Shape;467;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68" name="Google Shape;468;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469" name="Google Shape;469;p9"/>
              <p:cNvGrpSpPr/>
              <p:nvPr/>
            </p:nvGrpSpPr>
            <p:grpSpPr>
              <a:xfrm>
                <a:off x="7767607" y="4870841"/>
                <a:ext cx="2080029" cy="1264656"/>
                <a:chOff x="7767607" y="4870841"/>
                <a:chExt cx="2080029" cy="1264656"/>
              </a:xfrm>
            </p:grpSpPr>
            <p:grpSp>
              <p:nvGrpSpPr>
                <p:cNvPr id="470" name="Google Shape;470;p9"/>
                <p:cNvGrpSpPr/>
                <p:nvPr/>
              </p:nvGrpSpPr>
              <p:grpSpPr>
                <a:xfrm flipH="1">
                  <a:off x="7974481" y="4870841"/>
                  <a:ext cx="345630" cy="320302"/>
                  <a:chOff x="2839" y="3501"/>
                  <a:chExt cx="755" cy="803"/>
                </a:xfrm>
              </p:grpSpPr>
              <p:pic>
                <p:nvPicPr>
                  <p:cNvPr descr="desktop_computer_stylized_medium" id="471" name="Google Shape;471;p9"/>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472" name="Google Shape;472;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73" name="Google Shape;473;p9"/>
                <p:cNvGrpSpPr/>
                <p:nvPr/>
              </p:nvGrpSpPr>
              <p:grpSpPr>
                <a:xfrm>
                  <a:off x="9195307" y="5823489"/>
                  <a:ext cx="310186" cy="312008"/>
                  <a:chOff x="877" y="1008"/>
                  <a:chExt cx="2747" cy="2626"/>
                </a:xfrm>
              </p:grpSpPr>
              <p:pic>
                <p:nvPicPr>
                  <p:cNvPr descr="antenna_stylized" id="474" name="Google Shape;474;p9"/>
                  <p:cNvPicPr preferRelativeResize="0"/>
                  <p:nvPr/>
                </p:nvPicPr>
                <p:blipFill rotWithShape="1">
                  <a:blip r:embed="rId7">
                    <a:alphaModFix/>
                  </a:blip>
                  <a:srcRect b="0" l="0" r="0" t="0"/>
                  <a:stretch/>
                </p:blipFill>
                <p:spPr>
                  <a:xfrm>
                    <a:off x="877" y="1008"/>
                    <a:ext cx="2725" cy="1421"/>
                  </a:xfrm>
                  <a:prstGeom prst="rect">
                    <a:avLst/>
                  </a:prstGeom>
                  <a:noFill/>
                  <a:ln>
                    <a:noFill/>
                  </a:ln>
                </p:spPr>
              </p:pic>
              <p:pic>
                <p:nvPicPr>
                  <p:cNvPr descr="laptop_keyboard" id="475" name="Google Shape;475;p9"/>
                  <p:cNvPicPr preferRelativeResize="0"/>
                  <p:nvPr/>
                </p:nvPicPr>
                <p:blipFill rotWithShape="1">
                  <a:blip r:embed="rId8">
                    <a:alphaModFix/>
                  </a:blip>
                  <a:srcRect b="0" l="0" r="0" t="0"/>
                  <a:stretch/>
                </p:blipFill>
                <p:spPr>
                  <a:xfrm flipH="1" rot="109064">
                    <a:off x="1009" y="2586"/>
                    <a:ext cx="2245" cy="1013"/>
                  </a:xfrm>
                  <a:prstGeom prst="rect">
                    <a:avLst/>
                  </a:prstGeom>
                  <a:noFill/>
                  <a:ln>
                    <a:noFill/>
                  </a:ln>
                </p:spPr>
              </p:pic>
              <p:sp>
                <p:nvSpPr>
                  <p:cNvPr id="476" name="Google Shape;476;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477" name="Google Shape;477;p9"/>
                  <p:cNvPicPr preferRelativeResize="0"/>
                  <p:nvPr/>
                </p:nvPicPr>
                <p:blipFill rotWithShape="1">
                  <a:blip r:embed="rId9">
                    <a:alphaModFix/>
                  </a:blip>
                  <a:srcRect b="0" l="0" r="0" t="0"/>
                  <a:stretch/>
                </p:blipFill>
                <p:spPr>
                  <a:xfrm>
                    <a:off x="1842" y="1637"/>
                    <a:ext cx="1642" cy="1203"/>
                  </a:xfrm>
                  <a:prstGeom prst="rect">
                    <a:avLst/>
                  </a:prstGeom>
                  <a:noFill/>
                  <a:ln>
                    <a:noFill/>
                  </a:ln>
                </p:spPr>
              </p:pic>
              <p:sp>
                <p:nvSpPr>
                  <p:cNvPr id="478" name="Google Shape;478;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84" name="Google Shape;484;p9"/>
                  <p:cNvGrpSpPr/>
                  <p:nvPr/>
                </p:nvGrpSpPr>
                <p:grpSpPr>
                  <a:xfrm>
                    <a:off x="1709" y="3008"/>
                    <a:ext cx="507" cy="234"/>
                    <a:chOff x="1740" y="2642"/>
                    <a:chExt cx="752" cy="327"/>
                  </a:xfrm>
                </p:grpSpPr>
                <p:sp>
                  <p:nvSpPr>
                    <p:cNvPr id="485" name="Google Shape;485;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1" name="Google Shape;491;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97" name="Google Shape;497;p9"/>
                <p:cNvGrpSpPr/>
                <p:nvPr/>
              </p:nvGrpSpPr>
              <p:grpSpPr>
                <a:xfrm flipH="1">
                  <a:off x="7767607" y="5251740"/>
                  <a:ext cx="345630" cy="320302"/>
                  <a:chOff x="2839" y="3501"/>
                  <a:chExt cx="755" cy="803"/>
                </a:xfrm>
              </p:grpSpPr>
              <p:pic>
                <p:nvPicPr>
                  <p:cNvPr descr="desktop_computer_stylized_medium" id="498" name="Google Shape;498;p9"/>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499" name="Google Shape;499;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00" name="Google Shape;500;p9"/>
                <p:cNvGrpSpPr/>
                <p:nvPr/>
              </p:nvGrpSpPr>
              <p:grpSpPr>
                <a:xfrm flipH="1">
                  <a:off x="8147535" y="5475337"/>
                  <a:ext cx="345630" cy="320302"/>
                  <a:chOff x="2839" y="3501"/>
                  <a:chExt cx="755" cy="803"/>
                </a:xfrm>
              </p:grpSpPr>
              <p:pic>
                <p:nvPicPr>
                  <p:cNvPr descr="desktop_computer_stylized_medium" id="501" name="Google Shape;501;p9"/>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502" name="Google Shape;502;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03" name="Google Shape;503;p9"/>
                <p:cNvGrpSpPr/>
                <p:nvPr/>
              </p:nvGrpSpPr>
              <p:grpSpPr>
                <a:xfrm flipH="1">
                  <a:off x="8545760" y="5496810"/>
                  <a:ext cx="345630" cy="320302"/>
                  <a:chOff x="2839" y="3501"/>
                  <a:chExt cx="755" cy="803"/>
                </a:xfrm>
              </p:grpSpPr>
              <p:pic>
                <p:nvPicPr>
                  <p:cNvPr descr="desktop_computer_stylized_medium" id="504" name="Google Shape;504;p9"/>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505" name="Google Shape;505;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06" name="Google Shape;506;p9"/>
                <p:cNvGrpSpPr/>
                <p:nvPr/>
              </p:nvGrpSpPr>
              <p:grpSpPr>
                <a:xfrm>
                  <a:off x="9528372" y="5765818"/>
                  <a:ext cx="319264" cy="256836"/>
                  <a:chOff x="877" y="1008"/>
                  <a:chExt cx="2747" cy="2626"/>
                </a:xfrm>
              </p:grpSpPr>
              <p:pic>
                <p:nvPicPr>
                  <p:cNvPr descr="antenna_stylized" id="507" name="Google Shape;507;p9"/>
                  <p:cNvPicPr preferRelativeResize="0"/>
                  <p:nvPr/>
                </p:nvPicPr>
                <p:blipFill rotWithShape="1">
                  <a:blip r:embed="rId7">
                    <a:alphaModFix/>
                  </a:blip>
                  <a:srcRect b="0" l="0" r="0" t="0"/>
                  <a:stretch/>
                </p:blipFill>
                <p:spPr>
                  <a:xfrm>
                    <a:off x="877" y="1008"/>
                    <a:ext cx="2725" cy="1421"/>
                  </a:xfrm>
                  <a:prstGeom prst="rect">
                    <a:avLst/>
                  </a:prstGeom>
                  <a:noFill/>
                  <a:ln>
                    <a:noFill/>
                  </a:ln>
                </p:spPr>
              </p:pic>
              <p:pic>
                <p:nvPicPr>
                  <p:cNvPr descr="laptop_keyboard" id="508" name="Google Shape;508;p9"/>
                  <p:cNvPicPr preferRelativeResize="0"/>
                  <p:nvPr/>
                </p:nvPicPr>
                <p:blipFill rotWithShape="1">
                  <a:blip r:embed="rId8">
                    <a:alphaModFix/>
                  </a:blip>
                  <a:srcRect b="0" l="0" r="0" t="0"/>
                  <a:stretch/>
                </p:blipFill>
                <p:spPr>
                  <a:xfrm flipH="1" rot="109064">
                    <a:off x="1009" y="2586"/>
                    <a:ext cx="2245" cy="1013"/>
                  </a:xfrm>
                  <a:prstGeom prst="rect">
                    <a:avLst/>
                  </a:prstGeom>
                  <a:noFill/>
                  <a:ln>
                    <a:noFill/>
                  </a:ln>
                </p:spPr>
              </p:pic>
              <p:sp>
                <p:nvSpPr>
                  <p:cNvPr id="509" name="Google Shape;509;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510" name="Google Shape;510;p9"/>
                  <p:cNvPicPr preferRelativeResize="0"/>
                  <p:nvPr/>
                </p:nvPicPr>
                <p:blipFill rotWithShape="1">
                  <a:blip r:embed="rId9">
                    <a:alphaModFix/>
                  </a:blip>
                  <a:srcRect b="0" l="0" r="0" t="0"/>
                  <a:stretch/>
                </p:blipFill>
                <p:spPr>
                  <a:xfrm>
                    <a:off x="1842" y="1637"/>
                    <a:ext cx="1642" cy="1203"/>
                  </a:xfrm>
                  <a:prstGeom prst="rect">
                    <a:avLst/>
                  </a:prstGeom>
                  <a:noFill/>
                  <a:ln>
                    <a:noFill/>
                  </a:ln>
                </p:spPr>
              </p:pic>
              <p:sp>
                <p:nvSpPr>
                  <p:cNvPr id="511" name="Google Shape;511;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17" name="Google Shape;517;p9"/>
                  <p:cNvGrpSpPr/>
                  <p:nvPr/>
                </p:nvGrpSpPr>
                <p:grpSpPr>
                  <a:xfrm>
                    <a:off x="1709" y="3008"/>
                    <a:ext cx="507" cy="234"/>
                    <a:chOff x="1740" y="2642"/>
                    <a:chExt cx="752" cy="327"/>
                  </a:xfrm>
                </p:grpSpPr>
                <p:sp>
                  <p:nvSpPr>
                    <p:cNvPr id="518" name="Google Shape;518;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4" name="Google Shape;524;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530" name="Google Shape;530;p9"/>
              <p:cNvGrpSpPr/>
              <p:nvPr/>
            </p:nvGrpSpPr>
            <p:grpSpPr>
              <a:xfrm>
                <a:off x="10011503" y="5607068"/>
                <a:ext cx="171450" cy="348944"/>
                <a:chOff x="4140" y="429"/>
                <a:chExt cx="1425" cy="2396"/>
              </a:xfrm>
            </p:grpSpPr>
            <p:sp>
              <p:nvSpPr>
                <p:cNvPr id="531" name="Google Shape;531;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3" name="Google Shape;533;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536" name="Google Shape;536;p9"/>
                <p:cNvGrpSpPr/>
                <p:nvPr/>
              </p:nvGrpSpPr>
              <p:grpSpPr>
                <a:xfrm>
                  <a:off x="4748" y="666"/>
                  <a:ext cx="578" cy="150"/>
                  <a:chOff x="613" y="2566"/>
                  <a:chExt cx="721" cy="144"/>
                </a:xfrm>
              </p:grpSpPr>
              <p:sp>
                <p:nvSpPr>
                  <p:cNvPr id="537" name="Google Shape;537;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8" name="Google Shape;538;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539" name="Google Shape;539;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540" name="Google Shape;540;p9"/>
                <p:cNvGrpSpPr/>
                <p:nvPr/>
              </p:nvGrpSpPr>
              <p:grpSpPr>
                <a:xfrm>
                  <a:off x="4748" y="990"/>
                  <a:ext cx="578" cy="134"/>
                  <a:chOff x="615" y="2564"/>
                  <a:chExt cx="721" cy="139"/>
                </a:xfrm>
              </p:grpSpPr>
              <p:sp>
                <p:nvSpPr>
                  <p:cNvPr id="541" name="Google Shape;541;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2" name="Google Shape;542;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543" name="Google Shape;543;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4" name="Google Shape;544;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545" name="Google Shape;545;p9"/>
                <p:cNvGrpSpPr/>
                <p:nvPr/>
              </p:nvGrpSpPr>
              <p:grpSpPr>
                <a:xfrm>
                  <a:off x="4738" y="1647"/>
                  <a:ext cx="578" cy="135"/>
                  <a:chOff x="618" y="2586"/>
                  <a:chExt cx="720" cy="124"/>
                </a:xfrm>
              </p:grpSpPr>
              <p:sp>
                <p:nvSpPr>
                  <p:cNvPr id="546" name="Google Shape;546;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7" name="Google Shape;547;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548" name="Google Shape;548;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49" name="Google Shape;549;p9"/>
                <p:cNvGrpSpPr/>
                <p:nvPr/>
              </p:nvGrpSpPr>
              <p:grpSpPr>
                <a:xfrm>
                  <a:off x="4738" y="1330"/>
                  <a:ext cx="588" cy="134"/>
                  <a:chOff x="613" y="2571"/>
                  <a:chExt cx="732" cy="134"/>
                </a:xfrm>
              </p:grpSpPr>
              <p:sp>
                <p:nvSpPr>
                  <p:cNvPr id="550" name="Google Shape;550;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51" name="Google Shape;551;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552" name="Google Shape;552;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53" name="Google Shape;553;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56" name="Google Shape;556;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58" name="Google Shape;558;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59" name="Google Shape;559;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60" name="Google Shape;560;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561" name="Google Shape;561;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62" name="Google Shape;562;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grpSp>
        <p:nvGrpSpPr>
          <p:cNvPr id="563" name="Google Shape;563;p9"/>
          <p:cNvGrpSpPr/>
          <p:nvPr/>
        </p:nvGrpSpPr>
        <p:grpSpPr>
          <a:xfrm>
            <a:off x="7613882" y="2107963"/>
            <a:ext cx="3540395" cy="3733733"/>
            <a:chOff x="7619038" y="2102861"/>
            <a:chExt cx="3540395" cy="3733733"/>
          </a:xfrm>
        </p:grpSpPr>
        <p:cxnSp>
          <p:nvCxnSpPr>
            <p:cNvPr id="564" name="Google Shape;564;p9"/>
            <p:cNvCxnSpPr/>
            <p:nvPr/>
          </p:nvCxnSpPr>
          <p:spPr>
            <a:xfrm>
              <a:off x="8213016" y="2695257"/>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565" name="Google Shape;565;p9"/>
            <p:cNvGrpSpPr/>
            <p:nvPr/>
          </p:nvGrpSpPr>
          <p:grpSpPr>
            <a:xfrm>
              <a:off x="8055854" y="2304274"/>
              <a:ext cx="298450" cy="464008"/>
              <a:chOff x="3130" y="3288"/>
              <a:chExt cx="410" cy="742"/>
            </a:xfrm>
          </p:grpSpPr>
          <p:cxnSp>
            <p:nvCxnSpPr>
              <p:cNvPr id="566" name="Google Shape;566;p9"/>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567" name="Google Shape;567;p9"/>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568" name="Google Shape;568;p9"/>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569" name="Google Shape;569;p9"/>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570" name="Google Shape;570;p9"/>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571" name="Google Shape;571;p9"/>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572" name="Google Shape;572;p9"/>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573" name="Google Shape;573;p9"/>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574" name="Google Shape;574;p9"/>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575" name="Google Shape;575;p9"/>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576" name="Google Shape;576;p9"/>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577" name="Google Shape;577;p9"/>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578" name="Google Shape;578;p9"/>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579" name="Google Shape;579;p9"/>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580" name="Google Shape;580;p9"/>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pic>
          <p:nvPicPr>
            <p:cNvPr descr="access_point_stylized_small" id="581" name="Google Shape;581;p9"/>
            <p:cNvPicPr preferRelativeResize="0"/>
            <p:nvPr/>
          </p:nvPicPr>
          <p:blipFill rotWithShape="1">
            <a:blip r:embed="rId4">
              <a:alphaModFix/>
            </a:blip>
            <a:srcRect b="0" l="0" r="0" t="0"/>
            <a:stretch/>
          </p:blipFill>
          <p:spPr>
            <a:xfrm>
              <a:off x="7619038" y="3856797"/>
              <a:ext cx="370169" cy="306751"/>
            </a:xfrm>
            <a:prstGeom prst="rect">
              <a:avLst/>
            </a:prstGeom>
            <a:noFill/>
            <a:ln>
              <a:noFill/>
            </a:ln>
          </p:spPr>
        </p:pic>
        <p:pic>
          <p:nvPicPr>
            <p:cNvPr descr="access_point_stylized_small" id="582" name="Google Shape;582;p9"/>
            <p:cNvPicPr preferRelativeResize="0"/>
            <p:nvPr/>
          </p:nvPicPr>
          <p:blipFill rotWithShape="1">
            <a:blip r:embed="rId4">
              <a:alphaModFix/>
            </a:blip>
            <a:srcRect b="0" l="0" r="0" t="0"/>
            <a:stretch/>
          </p:blipFill>
          <p:spPr>
            <a:xfrm>
              <a:off x="9295766" y="5519130"/>
              <a:ext cx="380935" cy="317464"/>
            </a:xfrm>
            <a:prstGeom prst="rect">
              <a:avLst/>
            </a:prstGeom>
            <a:noFill/>
            <a:ln>
              <a:noFill/>
            </a:ln>
          </p:spPr>
        </p:pic>
        <p:grpSp>
          <p:nvGrpSpPr>
            <p:cNvPr id="583" name="Google Shape;583;p9"/>
            <p:cNvGrpSpPr/>
            <p:nvPr/>
          </p:nvGrpSpPr>
          <p:grpSpPr>
            <a:xfrm>
              <a:off x="9788714" y="4984881"/>
              <a:ext cx="393760" cy="218578"/>
              <a:chOff x="7493876" y="2774731"/>
              <a:chExt cx="1481958" cy="894622"/>
            </a:xfrm>
          </p:grpSpPr>
          <p:sp>
            <p:nvSpPr>
              <p:cNvPr id="584" name="Google Shape;58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585" name="Google Shape;58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586" name="Google Shape;586;p9"/>
              <p:cNvGrpSpPr/>
              <p:nvPr/>
            </p:nvGrpSpPr>
            <p:grpSpPr>
              <a:xfrm>
                <a:off x="7713663" y="2848339"/>
                <a:ext cx="1042107" cy="425543"/>
                <a:chOff x="7786941" y="2884917"/>
                <a:chExt cx="897649" cy="353919"/>
              </a:xfrm>
            </p:grpSpPr>
            <p:sp>
              <p:nvSpPr>
                <p:cNvPr id="587" name="Google Shape;58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8" name="Google Shape;58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9" name="Google Shape;58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0" name="Google Shape;59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91" name="Google Shape;591;p9"/>
            <p:cNvGrpSpPr/>
            <p:nvPr/>
          </p:nvGrpSpPr>
          <p:grpSpPr>
            <a:xfrm>
              <a:off x="9854521" y="5333935"/>
              <a:ext cx="309740" cy="190838"/>
              <a:chOff x="3668110" y="2448910"/>
              <a:chExt cx="3794234" cy="2165130"/>
            </a:xfrm>
          </p:grpSpPr>
          <p:sp>
            <p:nvSpPr>
              <p:cNvPr id="592" name="Google Shape;592;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3" name="Google Shape;593;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94" name="Google Shape;594;p9"/>
              <p:cNvGrpSpPr/>
              <p:nvPr/>
            </p:nvGrpSpPr>
            <p:grpSpPr>
              <a:xfrm>
                <a:off x="3941378" y="2603243"/>
                <a:ext cx="3202061" cy="1066110"/>
                <a:chOff x="7939341" y="3037317"/>
                <a:chExt cx="897649" cy="353919"/>
              </a:xfrm>
            </p:grpSpPr>
            <p:sp>
              <p:nvSpPr>
                <p:cNvPr id="595" name="Google Shape;595;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6" name="Google Shape;596;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7" name="Google Shape;597;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8" name="Google Shape;598;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99" name="Google Shape;599;p9"/>
            <p:cNvGrpSpPr/>
            <p:nvPr/>
          </p:nvGrpSpPr>
          <p:grpSpPr>
            <a:xfrm>
              <a:off x="8681775" y="4962318"/>
              <a:ext cx="393760" cy="218578"/>
              <a:chOff x="7493876" y="2774731"/>
              <a:chExt cx="1481958" cy="894622"/>
            </a:xfrm>
          </p:grpSpPr>
          <p:sp>
            <p:nvSpPr>
              <p:cNvPr id="600" name="Google Shape;60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601" name="Google Shape;60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602" name="Google Shape;602;p9"/>
              <p:cNvGrpSpPr/>
              <p:nvPr/>
            </p:nvGrpSpPr>
            <p:grpSpPr>
              <a:xfrm>
                <a:off x="7713663" y="2848339"/>
                <a:ext cx="1042107" cy="425543"/>
                <a:chOff x="7786941" y="2884917"/>
                <a:chExt cx="897649" cy="353919"/>
              </a:xfrm>
            </p:grpSpPr>
            <p:sp>
              <p:nvSpPr>
                <p:cNvPr id="603" name="Google Shape;60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4" name="Google Shape;60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5" name="Google Shape;60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6" name="Google Shape;60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07" name="Google Shape;607;p9"/>
            <p:cNvGrpSpPr/>
            <p:nvPr/>
          </p:nvGrpSpPr>
          <p:grpSpPr>
            <a:xfrm>
              <a:off x="8316676" y="5189331"/>
              <a:ext cx="309740" cy="190838"/>
              <a:chOff x="3668110" y="2448910"/>
              <a:chExt cx="3794234" cy="2165130"/>
            </a:xfrm>
          </p:grpSpPr>
          <p:sp>
            <p:nvSpPr>
              <p:cNvPr id="608" name="Google Shape;608;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9" name="Google Shape;609;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610" name="Google Shape;610;p9"/>
              <p:cNvGrpSpPr/>
              <p:nvPr/>
            </p:nvGrpSpPr>
            <p:grpSpPr>
              <a:xfrm>
                <a:off x="3941378" y="2603243"/>
                <a:ext cx="3202061" cy="1066110"/>
                <a:chOff x="7939341" y="3037317"/>
                <a:chExt cx="897649" cy="353919"/>
              </a:xfrm>
            </p:grpSpPr>
            <p:sp>
              <p:nvSpPr>
                <p:cNvPr id="611" name="Google Shape;611;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2" name="Google Shape;612;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3" name="Google Shape;613;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4" name="Google Shape;614;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15" name="Google Shape;615;p9"/>
            <p:cNvGrpSpPr/>
            <p:nvPr/>
          </p:nvGrpSpPr>
          <p:grpSpPr>
            <a:xfrm>
              <a:off x="8444983" y="2807207"/>
              <a:ext cx="353678" cy="168275"/>
              <a:chOff x="7493876" y="2774731"/>
              <a:chExt cx="1481958" cy="894622"/>
            </a:xfrm>
          </p:grpSpPr>
          <p:sp>
            <p:nvSpPr>
              <p:cNvPr id="616" name="Google Shape;61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617" name="Google Shape;61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618" name="Google Shape;618;p9"/>
              <p:cNvGrpSpPr/>
              <p:nvPr/>
            </p:nvGrpSpPr>
            <p:grpSpPr>
              <a:xfrm>
                <a:off x="7713663" y="2848339"/>
                <a:ext cx="1042107" cy="425543"/>
                <a:chOff x="7786941" y="2884917"/>
                <a:chExt cx="897649" cy="353919"/>
              </a:xfrm>
            </p:grpSpPr>
            <p:sp>
              <p:nvSpPr>
                <p:cNvPr id="619" name="Google Shape;61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0" name="Google Shape;62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1" name="Google Shape;62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2" name="Google Shape;62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23" name="Google Shape;623;p9"/>
            <p:cNvGrpSpPr/>
            <p:nvPr/>
          </p:nvGrpSpPr>
          <p:grpSpPr>
            <a:xfrm>
              <a:off x="8055226" y="3960892"/>
              <a:ext cx="354986" cy="175668"/>
              <a:chOff x="7493876" y="2774731"/>
              <a:chExt cx="1481958" cy="894622"/>
            </a:xfrm>
          </p:grpSpPr>
          <p:sp>
            <p:nvSpPr>
              <p:cNvPr id="624" name="Google Shape;62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625" name="Google Shape;62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626" name="Google Shape;626;p9"/>
              <p:cNvGrpSpPr/>
              <p:nvPr/>
            </p:nvGrpSpPr>
            <p:grpSpPr>
              <a:xfrm>
                <a:off x="7713663" y="2848339"/>
                <a:ext cx="1042107" cy="425543"/>
                <a:chOff x="7786941" y="2884917"/>
                <a:chExt cx="897649" cy="353919"/>
              </a:xfrm>
            </p:grpSpPr>
            <p:sp>
              <p:nvSpPr>
                <p:cNvPr id="627" name="Google Shape;62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8" name="Google Shape;62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9" name="Google Shape;62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0" name="Google Shape;63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31" name="Google Shape;631;p9"/>
            <p:cNvGrpSpPr/>
            <p:nvPr/>
          </p:nvGrpSpPr>
          <p:grpSpPr>
            <a:xfrm>
              <a:off x="10889241" y="3596263"/>
              <a:ext cx="170989" cy="97052"/>
              <a:chOff x="7493876" y="2774731"/>
              <a:chExt cx="1481958" cy="894622"/>
            </a:xfrm>
          </p:grpSpPr>
          <p:sp>
            <p:nvSpPr>
              <p:cNvPr id="632" name="Google Shape;63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633" name="Google Shape;63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634" name="Google Shape;634;p9"/>
              <p:cNvGrpSpPr/>
              <p:nvPr/>
            </p:nvGrpSpPr>
            <p:grpSpPr>
              <a:xfrm>
                <a:off x="7713663" y="2848339"/>
                <a:ext cx="1042107" cy="425543"/>
                <a:chOff x="7786941" y="2884917"/>
                <a:chExt cx="897649" cy="353919"/>
              </a:xfrm>
            </p:grpSpPr>
            <p:sp>
              <p:nvSpPr>
                <p:cNvPr id="635" name="Google Shape;63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6" name="Google Shape;63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7" name="Google Shape;63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8" name="Google Shape;63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39" name="Google Shape;639;p9"/>
            <p:cNvGrpSpPr/>
            <p:nvPr/>
          </p:nvGrpSpPr>
          <p:grpSpPr>
            <a:xfrm>
              <a:off x="10415765" y="3491036"/>
              <a:ext cx="353678" cy="198344"/>
              <a:chOff x="7493876" y="2774731"/>
              <a:chExt cx="1481958" cy="894622"/>
            </a:xfrm>
          </p:grpSpPr>
          <p:sp>
            <p:nvSpPr>
              <p:cNvPr id="640" name="Google Shape;64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641" name="Google Shape;64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642" name="Google Shape;642;p9"/>
              <p:cNvGrpSpPr/>
              <p:nvPr/>
            </p:nvGrpSpPr>
            <p:grpSpPr>
              <a:xfrm>
                <a:off x="7713663" y="2848339"/>
                <a:ext cx="1042107" cy="425543"/>
                <a:chOff x="7786941" y="2884917"/>
                <a:chExt cx="897649" cy="353919"/>
              </a:xfrm>
            </p:grpSpPr>
            <p:sp>
              <p:nvSpPr>
                <p:cNvPr id="643" name="Google Shape;64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4" name="Google Shape;64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5" name="Google Shape;64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6" name="Google Shape;64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47" name="Google Shape;647;p9"/>
            <p:cNvGrpSpPr/>
            <p:nvPr/>
          </p:nvGrpSpPr>
          <p:grpSpPr>
            <a:xfrm>
              <a:off x="9953880" y="2197190"/>
              <a:ext cx="353678" cy="198344"/>
              <a:chOff x="7493876" y="2774731"/>
              <a:chExt cx="1481958" cy="894622"/>
            </a:xfrm>
          </p:grpSpPr>
          <p:sp>
            <p:nvSpPr>
              <p:cNvPr id="648" name="Google Shape;64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649" name="Google Shape;64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650" name="Google Shape;650;p9"/>
              <p:cNvGrpSpPr/>
              <p:nvPr/>
            </p:nvGrpSpPr>
            <p:grpSpPr>
              <a:xfrm>
                <a:off x="7713663" y="2848339"/>
                <a:ext cx="1042107" cy="425543"/>
                <a:chOff x="7786941" y="2884917"/>
                <a:chExt cx="897649" cy="353919"/>
              </a:xfrm>
            </p:grpSpPr>
            <p:sp>
              <p:nvSpPr>
                <p:cNvPr id="651" name="Google Shape;65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2" name="Google Shape;65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3" name="Google Shape;65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4" name="Google Shape;65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5" name="Google Shape;655;p9"/>
            <p:cNvGrpSpPr/>
            <p:nvPr/>
          </p:nvGrpSpPr>
          <p:grpSpPr>
            <a:xfrm>
              <a:off x="10532370" y="2608265"/>
              <a:ext cx="353678" cy="198344"/>
              <a:chOff x="7493876" y="2774731"/>
              <a:chExt cx="1481958" cy="894622"/>
            </a:xfrm>
          </p:grpSpPr>
          <p:sp>
            <p:nvSpPr>
              <p:cNvPr id="656" name="Google Shape;65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657" name="Google Shape;65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658" name="Google Shape;658;p9"/>
              <p:cNvGrpSpPr/>
              <p:nvPr/>
            </p:nvGrpSpPr>
            <p:grpSpPr>
              <a:xfrm>
                <a:off x="7713663" y="2848339"/>
                <a:ext cx="1042107" cy="425543"/>
                <a:chOff x="7786941" y="2884917"/>
                <a:chExt cx="897649" cy="353919"/>
              </a:xfrm>
            </p:grpSpPr>
            <p:sp>
              <p:nvSpPr>
                <p:cNvPr id="659" name="Google Shape;65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0" name="Google Shape;66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1" name="Google Shape;66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2" name="Google Shape;66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63" name="Google Shape;663;p9"/>
            <p:cNvGrpSpPr/>
            <p:nvPr/>
          </p:nvGrpSpPr>
          <p:grpSpPr>
            <a:xfrm>
              <a:off x="10648981" y="2102861"/>
              <a:ext cx="353678" cy="198344"/>
              <a:chOff x="7493876" y="2774731"/>
              <a:chExt cx="1481958" cy="894622"/>
            </a:xfrm>
          </p:grpSpPr>
          <p:sp>
            <p:nvSpPr>
              <p:cNvPr id="664" name="Google Shape;66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665" name="Google Shape;66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666" name="Google Shape;666;p9"/>
              <p:cNvGrpSpPr/>
              <p:nvPr/>
            </p:nvGrpSpPr>
            <p:grpSpPr>
              <a:xfrm>
                <a:off x="7713663" y="2848339"/>
                <a:ext cx="1042107" cy="425543"/>
                <a:chOff x="7786941" y="2884917"/>
                <a:chExt cx="897649" cy="353919"/>
              </a:xfrm>
            </p:grpSpPr>
            <p:sp>
              <p:nvSpPr>
                <p:cNvPr id="667" name="Google Shape;66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8" name="Google Shape;66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9" name="Google Shape;66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0" name="Google Shape;67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71" name="Google Shape;671;p9"/>
            <p:cNvGrpSpPr/>
            <p:nvPr/>
          </p:nvGrpSpPr>
          <p:grpSpPr>
            <a:xfrm>
              <a:off x="9103944" y="3951522"/>
              <a:ext cx="367224" cy="240304"/>
              <a:chOff x="7493876" y="2774731"/>
              <a:chExt cx="1481958" cy="894622"/>
            </a:xfrm>
          </p:grpSpPr>
          <p:sp>
            <p:nvSpPr>
              <p:cNvPr id="672" name="Google Shape;67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673" name="Google Shape;67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674" name="Google Shape;674;p9"/>
              <p:cNvGrpSpPr/>
              <p:nvPr/>
            </p:nvGrpSpPr>
            <p:grpSpPr>
              <a:xfrm>
                <a:off x="7713663" y="2848339"/>
                <a:ext cx="1042107" cy="425543"/>
                <a:chOff x="7786941" y="2884917"/>
                <a:chExt cx="897649" cy="353919"/>
              </a:xfrm>
            </p:grpSpPr>
            <p:sp>
              <p:nvSpPr>
                <p:cNvPr id="675" name="Google Shape;67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6" name="Google Shape;67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7" name="Google Shape;67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8" name="Google Shape;67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79" name="Google Shape;679;p9"/>
            <p:cNvGrpSpPr/>
            <p:nvPr/>
          </p:nvGrpSpPr>
          <p:grpSpPr>
            <a:xfrm>
              <a:off x="9985282" y="2656463"/>
              <a:ext cx="353678" cy="198344"/>
              <a:chOff x="7493876" y="2774731"/>
              <a:chExt cx="1481958" cy="894622"/>
            </a:xfrm>
          </p:grpSpPr>
          <p:sp>
            <p:nvSpPr>
              <p:cNvPr id="680" name="Google Shape;68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681" name="Google Shape;68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682" name="Google Shape;682;p9"/>
              <p:cNvGrpSpPr/>
              <p:nvPr/>
            </p:nvGrpSpPr>
            <p:grpSpPr>
              <a:xfrm>
                <a:off x="7713663" y="2848339"/>
                <a:ext cx="1042107" cy="425543"/>
                <a:chOff x="7786941" y="2884917"/>
                <a:chExt cx="897649" cy="353919"/>
              </a:xfrm>
            </p:grpSpPr>
            <p:sp>
              <p:nvSpPr>
                <p:cNvPr id="683" name="Google Shape;68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4" name="Google Shape;68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5" name="Google Shape;68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6" name="Google Shape;68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87" name="Google Shape;687;p9"/>
            <p:cNvGrpSpPr/>
            <p:nvPr/>
          </p:nvGrpSpPr>
          <p:grpSpPr>
            <a:xfrm>
              <a:off x="9502294" y="3388930"/>
              <a:ext cx="367224" cy="240304"/>
              <a:chOff x="7493876" y="2774731"/>
              <a:chExt cx="1481958" cy="894622"/>
            </a:xfrm>
          </p:grpSpPr>
          <p:sp>
            <p:nvSpPr>
              <p:cNvPr id="688" name="Google Shape;68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689" name="Google Shape;68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690" name="Google Shape;690;p9"/>
              <p:cNvGrpSpPr/>
              <p:nvPr/>
            </p:nvGrpSpPr>
            <p:grpSpPr>
              <a:xfrm>
                <a:off x="7713663" y="2848339"/>
                <a:ext cx="1042107" cy="425543"/>
                <a:chOff x="7786941" y="2884917"/>
                <a:chExt cx="897649" cy="353919"/>
              </a:xfrm>
            </p:grpSpPr>
            <p:sp>
              <p:nvSpPr>
                <p:cNvPr id="691" name="Google Shape;69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2" name="Google Shape;69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3" name="Google Shape;69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4" name="Google Shape;69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95" name="Google Shape;695;p9"/>
            <p:cNvGrpSpPr/>
            <p:nvPr/>
          </p:nvGrpSpPr>
          <p:grpSpPr>
            <a:xfrm>
              <a:off x="9606710" y="3994661"/>
              <a:ext cx="367224" cy="240304"/>
              <a:chOff x="7493876" y="2774731"/>
              <a:chExt cx="1481958" cy="894622"/>
            </a:xfrm>
          </p:grpSpPr>
          <p:sp>
            <p:nvSpPr>
              <p:cNvPr id="696" name="Google Shape;69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697" name="Google Shape;69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698" name="Google Shape;698;p9"/>
              <p:cNvGrpSpPr/>
              <p:nvPr/>
            </p:nvGrpSpPr>
            <p:grpSpPr>
              <a:xfrm>
                <a:off x="7713663" y="2848339"/>
                <a:ext cx="1042107" cy="425543"/>
                <a:chOff x="7786941" y="2884917"/>
                <a:chExt cx="897649" cy="353919"/>
              </a:xfrm>
            </p:grpSpPr>
            <p:sp>
              <p:nvSpPr>
                <p:cNvPr id="699" name="Google Shape;69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0" name="Google Shape;70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1" name="Google Shape;70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2" name="Google Shape;70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03" name="Google Shape;703;p9"/>
            <p:cNvGrpSpPr/>
            <p:nvPr/>
          </p:nvGrpSpPr>
          <p:grpSpPr>
            <a:xfrm>
              <a:off x="10380415" y="3987223"/>
              <a:ext cx="353678" cy="198344"/>
              <a:chOff x="7493876" y="2774731"/>
              <a:chExt cx="1481958" cy="894622"/>
            </a:xfrm>
          </p:grpSpPr>
          <p:sp>
            <p:nvSpPr>
              <p:cNvPr id="704" name="Google Shape;70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705" name="Google Shape;70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706" name="Google Shape;706;p9"/>
              <p:cNvGrpSpPr/>
              <p:nvPr/>
            </p:nvGrpSpPr>
            <p:grpSpPr>
              <a:xfrm>
                <a:off x="7713663" y="2848339"/>
                <a:ext cx="1042107" cy="425543"/>
                <a:chOff x="7786941" y="2884917"/>
                <a:chExt cx="897649" cy="353919"/>
              </a:xfrm>
            </p:grpSpPr>
            <p:sp>
              <p:nvSpPr>
                <p:cNvPr id="707" name="Google Shape;70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8" name="Google Shape;70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9" name="Google Shape;70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0" name="Google Shape;71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11" name="Google Shape;711;p9"/>
            <p:cNvGrpSpPr/>
            <p:nvPr/>
          </p:nvGrpSpPr>
          <p:grpSpPr>
            <a:xfrm>
              <a:off x="9253049" y="4770584"/>
              <a:ext cx="393760" cy="218578"/>
              <a:chOff x="7493876" y="2774731"/>
              <a:chExt cx="1481958" cy="894622"/>
            </a:xfrm>
          </p:grpSpPr>
          <p:sp>
            <p:nvSpPr>
              <p:cNvPr id="712" name="Google Shape;71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713" name="Google Shape;71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714" name="Google Shape;714;p9"/>
              <p:cNvGrpSpPr/>
              <p:nvPr/>
            </p:nvGrpSpPr>
            <p:grpSpPr>
              <a:xfrm>
                <a:off x="7713663" y="2848339"/>
                <a:ext cx="1042107" cy="425543"/>
                <a:chOff x="7786941" y="2884917"/>
                <a:chExt cx="897649" cy="353919"/>
              </a:xfrm>
            </p:grpSpPr>
            <p:sp>
              <p:nvSpPr>
                <p:cNvPr id="715" name="Google Shape;71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6" name="Google Shape;71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7" name="Google Shape;71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8" name="Google Shape;71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19" name="Google Shape;719;p9"/>
            <p:cNvGrpSpPr/>
            <p:nvPr/>
          </p:nvGrpSpPr>
          <p:grpSpPr>
            <a:xfrm>
              <a:off x="10931138" y="4364023"/>
              <a:ext cx="228295" cy="120400"/>
              <a:chOff x="7493876" y="2774731"/>
              <a:chExt cx="1481958" cy="894622"/>
            </a:xfrm>
          </p:grpSpPr>
          <p:sp>
            <p:nvSpPr>
              <p:cNvPr id="720" name="Google Shape;72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721" name="Google Shape;72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722" name="Google Shape;722;p9"/>
              <p:cNvGrpSpPr/>
              <p:nvPr/>
            </p:nvGrpSpPr>
            <p:grpSpPr>
              <a:xfrm>
                <a:off x="7713663" y="2848339"/>
                <a:ext cx="1042107" cy="425543"/>
                <a:chOff x="7786941" y="2884917"/>
                <a:chExt cx="897649" cy="353919"/>
              </a:xfrm>
            </p:grpSpPr>
            <p:sp>
              <p:nvSpPr>
                <p:cNvPr id="723" name="Google Shape;72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4" name="Google Shape;72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5" name="Google Shape;72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6" name="Google Shape;72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nvGrpSpPr>
          <p:cNvPr id="727" name="Google Shape;727;p9"/>
          <p:cNvGrpSpPr/>
          <p:nvPr/>
        </p:nvGrpSpPr>
        <p:grpSpPr>
          <a:xfrm>
            <a:off x="1728873" y="5539150"/>
            <a:ext cx="5446393" cy="1149445"/>
            <a:chOff x="1728873" y="5539150"/>
            <a:chExt cx="5446393" cy="1149445"/>
          </a:xfrm>
        </p:grpSpPr>
        <p:sp>
          <p:nvSpPr>
            <p:cNvPr id="728" name="Google Shape;728;p9"/>
            <p:cNvSpPr/>
            <p:nvPr/>
          </p:nvSpPr>
          <p:spPr>
            <a:xfrm>
              <a:off x="1728873" y="5660145"/>
              <a:ext cx="1143514" cy="68053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9" name="Google Shape;729;p9"/>
            <p:cNvSpPr txBox="1"/>
            <p:nvPr/>
          </p:nvSpPr>
          <p:spPr>
            <a:xfrm>
              <a:off x="3142713" y="5539150"/>
              <a:ext cx="4032553" cy="1149445"/>
            </a:xfrm>
            <a:prstGeom prst="rect">
              <a:avLst/>
            </a:prstGeom>
            <a:noFill/>
            <a:ln>
              <a:noFill/>
            </a:ln>
          </p:spPr>
          <p:txBody>
            <a:bodyPr anchorCtr="0" anchor="t" bIns="45700" lIns="91425" spcFirstLastPara="1" rIns="91425" wrap="square" tIns="45700">
              <a:normAutofit/>
            </a:bodyPr>
            <a:lstStyle/>
            <a:p>
              <a:pPr indent="0" lvl="0" marL="6985" marR="0" rtl="0" algn="l">
                <a:lnSpc>
                  <a:spcPct val="90000"/>
                </a:lnSpc>
                <a:spcBef>
                  <a:spcPts val="0"/>
                </a:spcBef>
                <a:spcAft>
                  <a:spcPts val="0"/>
                </a:spcAft>
                <a:buClr>
                  <a:srgbClr val="0000A8"/>
                </a:buClr>
                <a:buSzPts val="2400"/>
                <a:buFont typeface="Noto Sans Symbols"/>
                <a:buNone/>
              </a:pPr>
              <a:r>
                <a:rPr i="1" lang="en-US" sz="2400">
                  <a:solidFill>
                    <a:srgbClr val="C00000"/>
                  </a:solidFill>
                  <a:latin typeface="Calibri"/>
                  <a:ea typeface="Calibri"/>
                  <a:cs typeface="Calibri"/>
                  <a:sym typeface="Calibri"/>
                </a:rPr>
                <a:t>Networks</a:t>
              </a:r>
              <a:endParaRPr i="1" sz="2400">
                <a:solidFill>
                  <a:srgbClr val="C00000"/>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collection of devices, routers, links: managed by an organization</a:t>
              </a:r>
              <a:endParaRPr b="0" i="0" sz="2400" u="none" cap="none" strike="noStrike">
                <a:solidFill>
                  <a:schemeClr val="dk1"/>
                </a:solidFill>
                <a:latin typeface="Calibri"/>
                <a:ea typeface="Calibri"/>
                <a:cs typeface="Calibri"/>
                <a:sym typeface="Calibri"/>
              </a:endParaRPr>
            </a:p>
          </p:txBody>
        </p:sp>
      </p:grpSp>
      <p:sp>
        <p:nvSpPr>
          <p:cNvPr id="730" name="Google Shape;730;p9"/>
          <p:cNvSpPr/>
          <p:nvPr/>
        </p:nvSpPr>
        <p:spPr>
          <a:xfrm>
            <a:off x="7189291" y="1641975"/>
            <a:ext cx="4101062" cy="4254341"/>
          </a:xfrm>
          <a:custGeom>
            <a:rect b="b" l="l" r="r" t="t"/>
            <a:pathLst>
              <a:path extrusionOk="0" h="4254341" w="4101062">
                <a:moveTo>
                  <a:pt x="1996750" y="1290412"/>
                </a:moveTo>
                <a:cubicBezTo>
                  <a:pt x="1909164" y="1300922"/>
                  <a:pt x="1814571" y="1293915"/>
                  <a:pt x="1712971" y="1216839"/>
                </a:cubicBezTo>
                <a:cubicBezTo>
                  <a:pt x="1611371" y="1139763"/>
                  <a:pt x="1483495" y="948825"/>
                  <a:pt x="1387150" y="827956"/>
                </a:cubicBezTo>
                <a:cubicBezTo>
                  <a:pt x="1290805" y="707087"/>
                  <a:pt x="1225992" y="500384"/>
                  <a:pt x="1134902" y="491625"/>
                </a:cubicBezTo>
                <a:cubicBezTo>
                  <a:pt x="1043812" y="482866"/>
                  <a:pt x="912433" y="644025"/>
                  <a:pt x="840612" y="775404"/>
                </a:cubicBezTo>
                <a:cubicBezTo>
                  <a:pt x="768791" y="906783"/>
                  <a:pt x="637412" y="1095970"/>
                  <a:pt x="703978" y="1279901"/>
                </a:cubicBezTo>
                <a:cubicBezTo>
                  <a:pt x="770544" y="1463832"/>
                  <a:pt x="1140158" y="1709074"/>
                  <a:pt x="1240006" y="1878991"/>
                </a:cubicBezTo>
                <a:cubicBezTo>
                  <a:pt x="1339854" y="2048908"/>
                  <a:pt x="1472985" y="2241597"/>
                  <a:pt x="1303068" y="2299404"/>
                </a:cubicBezTo>
                <a:cubicBezTo>
                  <a:pt x="1133151" y="2357211"/>
                  <a:pt x="423702" y="2131239"/>
                  <a:pt x="220502" y="2225832"/>
                </a:cubicBezTo>
                <a:cubicBezTo>
                  <a:pt x="17302" y="2320425"/>
                  <a:pt x="-82546" y="2707556"/>
                  <a:pt x="83868" y="2866963"/>
                </a:cubicBezTo>
                <a:cubicBezTo>
                  <a:pt x="250282" y="3026370"/>
                  <a:pt x="1045564" y="3064908"/>
                  <a:pt x="1218985" y="3182273"/>
                </a:cubicBezTo>
                <a:cubicBezTo>
                  <a:pt x="1392406" y="3299638"/>
                  <a:pt x="1173440" y="3487073"/>
                  <a:pt x="1124392" y="3571156"/>
                </a:cubicBezTo>
                <a:cubicBezTo>
                  <a:pt x="1075344" y="3655239"/>
                  <a:pt x="891412" y="3634218"/>
                  <a:pt x="924695" y="3686770"/>
                </a:cubicBezTo>
                <a:cubicBezTo>
                  <a:pt x="957978" y="3739322"/>
                  <a:pt x="1215481" y="3863694"/>
                  <a:pt x="1324088" y="3886466"/>
                </a:cubicBezTo>
                <a:cubicBezTo>
                  <a:pt x="1432695" y="3909238"/>
                  <a:pt x="1494006" y="3811142"/>
                  <a:pt x="1576337" y="3823404"/>
                </a:cubicBezTo>
                <a:cubicBezTo>
                  <a:pt x="1658668" y="3835666"/>
                  <a:pt x="1748006" y="3893474"/>
                  <a:pt x="1818075" y="3960039"/>
                </a:cubicBezTo>
                <a:cubicBezTo>
                  <a:pt x="1888144" y="4026604"/>
                  <a:pt x="1891647" y="4179004"/>
                  <a:pt x="1996750" y="4222797"/>
                </a:cubicBezTo>
                <a:cubicBezTo>
                  <a:pt x="2101853" y="4266590"/>
                  <a:pt x="2320819" y="4263087"/>
                  <a:pt x="2448695" y="4222797"/>
                </a:cubicBezTo>
                <a:cubicBezTo>
                  <a:pt x="2576571" y="4182507"/>
                  <a:pt x="2672916" y="4026604"/>
                  <a:pt x="2764006" y="3981059"/>
                </a:cubicBezTo>
                <a:cubicBezTo>
                  <a:pt x="2855096" y="3935514"/>
                  <a:pt x="2953192" y="4003831"/>
                  <a:pt x="2995233" y="3949528"/>
                </a:cubicBezTo>
                <a:cubicBezTo>
                  <a:pt x="3037274" y="3895225"/>
                  <a:pt x="2982971" y="3776108"/>
                  <a:pt x="3016254" y="3655239"/>
                </a:cubicBezTo>
                <a:cubicBezTo>
                  <a:pt x="3049537" y="3534370"/>
                  <a:pt x="3035523" y="3325915"/>
                  <a:pt x="3194930" y="3224315"/>
                </a:cubicBezTo>
                <a:cubicBezTo>
                  <a:pt x="3354337" y="3122715"/>
                  <a:pt x="3853578" y="3292632"/>
                  <a:pt x="3972695" y="3045639"/>
                </a:cubicBezTo>
                <a:cubicBezTo>
                  <a:pt x="4091812" y="2798646"/>
                  <a:pt x="3897371" y="2111970"/>
                  <a:pt x="3909633" y="1742356"/>
                </a:cubicBezTo>
                <a:cubicBezTo>
                  <a:pt x="3921895" y="1372742"/>
                  <a:pt x="4037509" y="1106480"/>
                  <a:pt x="4046268" y="827956"/>
                </a:cubicBezTo>
                <a:cubicBezTo>
                  <a:pt x="4055027" y="549432"/>
                  <a:pt x="4207426" y="197335"/>
                  <a:pt x="3962185" y="71211"/>
                </a:cubicBezTo>
                <a:cubicBezTo>
                  <a:pt x="3716944" y="-54913"/>
                  <a:pt x="2856847" y="13404"/>
                  <a:pt x="2574819" y="71211"/>
                </a:cubicBezTo>
                <a:cubicBezTo>
                  <a:pt x="2292791" y="129018"/>
                  <a:pt x="2310309" y="223611"/>
                  <a:pt x="2270019" y="418052"/>
                </a:cubicBezTo>
                <a:cubicBezTo>
                  <a:pt x="2229729" y="612493"/>
                  <a:pt x="2284033" y="1008384"/>
                  <a:pt x="2238488" y="1153777"/>
                </a:cubicBezTo>
                <a:cubicBezTo>
                  <a:pt x="2192943" y="1299170"/>
                  <a:pt x="2084336" y="1279902"/>
                  <a:pt x="1996750" y="1290412"/>
                </a:cubicBezTo>
                <a:close/>
              </a:path>
            </a:pathLst>
          </a:custGeom>
          <a:noFill/>
          <a:ln cap="flat" cmpd="sng" w="12700">
            <a:solidFill>
              <a:srgbClr val="31538F">
                <a:alpha val="57647"/>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500"/>
                                        <p:tgtEl>
                                          <p:spTgt spid="730"/>
                                        </p:tgtEl>
                                      </p:cBhvr>
                                    </p:animEffect>
                                  </p:childTnLst>
                                </p:cTn>
                              </p:par>
                              <p:par>
                                <p:cTn fill="hold" nodeType="withEffect" presetClass="exit" presetID="10" presetSubtype="0">
                                  <p:stCondLst>
                                    <p:cond delay="0"/>
                                  </p:stCondLst>
                                  <p:childTnLst>
                                    <p:animEffect filter="fade" transition="out">
                                      <p:cBhvr>
                                        <p:cTn dur="500"/>
                                        <p:tgtEl>
                                          <p:spTgt spid="152"/>
                                        </p:tgtEl>
                                      </p:cBhvr>
                                    </p:animEffect>
                                    <p:set>
                                      <p:cBhvr>
                                        <p:cTn dur="1" fill="hold">
                                          <p:stCondLst>
                                            <p:cond delay="500"/>
                                          </p:stCondLst>
                                        </p:cTn>
                                        <p:tgtEl>
                                          <p:spTgt spid="1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500"/>
                                        <p:tgtEl>
                                          <p:spTgt spid="563"/>
                                        </p:tgtEl>
                                      </p:cBhvr>
                                    </p:animEffect>
                                  </p:childTnLst>
                                </p:cTn>
                              </p:par>
                              <p:par>
                                <p:cTn fill="hold" nodeType="with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par>
                                <p:cTn fill="hold" nodeType="with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par>
                                <p:cTn fill="hold" nodeType="with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par>
                                <p:cTn fill="hold" nodeType="withEffect" presetClass="exit" presetID="10" presetSubtype="0">
                                  <p:stCondLst>
                                    <p:cond delay="0"/>
                                  </p:stCondLst>
                                  <p:childTnLst>
                                    <p:animEffect filter="fade" transition="out">
                                      <p:cBhvr>
                                        <p:cTn dur="500"/>
                                        <p:tgtEl>
                                          <p:spTgt spid="730"/>
                                        </p:tgtEl>
                                      </p:cBhvr>
                                    </p:animEffect>
                                    <p:set>
                                      <p:cBhvr>
                                        <p:cTn dur="1" fill="hold">
                                          <p:stCondLst>
                                            <p:cond delay="500"/>
                                          </p:stCondLst>
                                        </p:cTn>
                                        <p:tgtEl>
                                          <p:spTgt spid="73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27"/>
                                        </p:tgtEl>
                                        <p:attrNameLst>
                                          <p:attrName>style.visibility</p:attrName>
                                        </p:attrNameLst>
                                      </p:cBhvr>
                                      <p:to>
                                        <p:strVal val="visible"/>
                                      </p:to>
                                    </p:set>
                                    <p:animEffect filter="fade" transition="in">
                                      <p:cBhvr>
                                        <p:cTn dur="500"/>
                                        <p:tgtEl>
                                          <p:spTgt spid="7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5" name="Shape 735"/>
        <p:cNvGrpSpPr/>
        <p:nvPr/>
      </p:nvGrpSpPr>
      <p:grpSpPr>
        <a:xfrm>
          <a:off x="0" y="0"/>
          <a:ext cx="0" cy="0"/>
          <a:chOff x="0" y="0"/>
          <a:chExt cx="0" cy="0"/>
        </a:xfrm>
      </p:grpSpPr>
      <p:sp>
        <p:nvSpPr>
          <p:cNvPr id="736" name="Google Shape;736;p10"/>
          <p:cNvSpPr txBox="1"/>
          <p:nvPr>
            <p:ph type="title"/>
          </p:nvPr>
        </p:nvSpPr>
        <p:spPr>
          <a:xfrm>
            <a:off x="787400" y="33598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“Fun” Internet-connected devices</a:t>
            </a:r>
            <a:endParaRPr/>
          </a:p>
        </p:txBody>
      </p:sp>
      <p:pic>
        <p:nvPicPr>
          <p:cNvPr descr="toaster" id="737" name="Google Shape;737;p10"/>
          <p:cNvPicPr preferRelativeResize="0"/>
          <p:nvPr/>
        </p:nvPicPr>
        <p:blipFill rotWithShape="1">
          <a:blip r:embed="rId4">
            <a:alphaModFix/>
          </a:blip>
          <a:srcRect b="0" l="0" r="0" t="0"/>
          <a:stretch/>
        </p:blipFill>
        <p:spPr>
          <a:xfrm>
            <a:off x="5754235" y="2861110"/>
            <a:ext cx="1675416" cy="1970639"/>
          </a:xfrm>
          <a:prstGeom prst="rect">
            <a:avLst/>
          </a:prstGeom>
          <a:noFill/>
          <a:ln>
            <a:noFill/>
          </a:ln>
        </p:spPr>
      </p:pic>
      <p:sp>
        <p:nvSpPr>
          <p:cNvPr id="738" name="Google Shape;738;p10"/>
          <p:cNvSpPr txBox="1"/>
          <p:nvPr/>
        </p:nvSpPr>
        <p:spPr>
          <a:xfrm>
            <a:off x="7093001" y="3040516"/>
            <a:ext cx="209268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Web-enabled toaster +</a:t>
            </a:r>
            <a:endParaRPr sz="16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weather forecaster</a:t>
            </a:r>
            <a:endParaRPr sz="1600">
              <a:solidFill>
                <a:schemeClr val="dk1"/>
              </a:solidFill>
              <a:latin typeface="Calibri"/>
              <a:ea typeface="Calibri"/>
              <a:cs typeface="Calibri"/>
              <a:sym typeface="Calibri"/>
            </a:endParaRPr>
          </a:p>
        </p:txBody>
      </p:sp>
      <p:grpSp>
        <p:nvGrpSpPr>
          <p:cNvPr id="739" name="Google Shape;739;p10"/>
          <p:cNvGrpSpPr/>
          <p:nvPr/>
        </p:nvGrpSpPr>
        <p:grpSpPr>
          <a:xfrm>
            <a:off x="723207" y="3591303"/>
            <a:ext cx="4897766" cy="2945470"/>
            <a:chOff x="723207" y="3591303"/>
            <a:chExt cx="4897766" cy="2945470"/>
          </a:xfrm>
        </p:grpSpPr>
        <p:grpSp>
          <p:nvGrpSpPr>
            <p:cNvPr id="740" name="Google Shape;740;p10"/>
            <p:cNvGrpSpPr/>
            <p:nvPr/>
          </p:nvGrpSpPr>
          <p:grpSpPr>
            <a:xfrm>
              <a:off x="723207" y="4924676"/>
              <a:ext cx="1768379" cy="1612097"/>
              <a:chOff x="723207" y="4924676"/>
              <a:chExt cx="1768379" cy="1612097"/>
            </a:xfrm>
          </p:grpSpPr>
          <p:pic>
            <p:nvPicPr>
              <p:cNvPr descr="cisco" id="741" name="Google Shape;741;p10"/>
              <p:cNvPicPr preferRelativeResize="0"/>
              <p:nvPr/>
            </p:nvPicPr>
            <p:blipFill rotWithShape="1">
              <a:blip r:embed="rId5">
                <a:alphaModFix/>
              </a:blip>
              <a:srcRect b="0" l="0" r="0" t="0"/>
              <a:stretch/>
            </p:blipFill>
            <p:spPr>
              <a:xfrm>
                <a:off x="723207" y="4924676"/>
                <a:ext cx="1768379" cy="1416813"/>
              </a:xfrm>
              <a:prstGeom prst="rect">
                <a:avLst/>
              </a:prstGeom>
              <a:noFill/>
              <a:ln>
                <a:noFill/>
              </a:ln>
            </p:spPr>
          </p:pic>
          <p:sp>
            <p:nvSpPr>
              <p:cNvPr id="742" name="Google Shape;742;p10"/>
              <p:cNvSpPr txBox="1"/>
              <p:nvPr/>
            </p:nvSpPr>
            <p:spPr>
              <a:xfrm>
                <a:off x="952500" y="6198219"/>
                <a:ext cx="152118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Internet phones</a:t>
                </a:r>
                <a:endParaRPr sz="1600">
                  <a:solidFill>
                    <a:schemeClr val="dk1"/>
                  </a:solidFill>
                  <a:latin typeface="Calibri"/>
                  <a:ea typeface="Calibri"/>
                  <a:cs typeface="Calibri"/>
                  <a:sym typeface="Calibri"/>
                </a:endParaRPr>
              </a:p>
            </p:txBody>
          </p:sp>
        </p:grpSp>
        <p:grpSp>
          <p:nvGrpSpPr>
            <p:cNvPr id="743" name="Google Shape;743;p10"/>
            <p:cNvGrpSpPr/>
            <p:nvPr/>
          </p:nvGrpSpPr>
          <p:grpSpPr>
            <a:xfrm>
              <a:off x="3863186" y="3591303"/>
              <a:ext cx="1757787" cy="1165800"/>
              <a:chOff x="3863186" y="3591303"/>
              <a:chExt cx="1757787" cy="1165800"/>
            </a:xfrm>
          </p:grpSpPr>
          <p:pic>
            <p:nvPicPr>
              <p:cNvPr id="744" name="Google Shape;744;p10"/>
              <p:cNvPicPr preferRelativeResize="0"/>
              <p:nvPr/>
            </p:nvPicPr>
            <p:blipFill rotWithShape="1">
              <a:blip r:embed="rId6">
                <a:alphaModFix/>
              </a:blip>
              <a:srcRect b="0" l="0" r="0" t="0"/>
              <a:stretch/>
            </p:blipFill>
            <p:spPr>
              <a:xfrm>
                <a:off x="4068398" y="3591303"/>
                <a:ext cx="1552575" cy="742950"/>
              </a:xfrm>
              <a:prstGeom prst="rect">
                <a:avLst/>
              </a:prstGeom>
              <a:noFill/>
              <a:ln>
                <a:noFill/>
              </a:ln>
            </p:spPr>
          </p:pic>
          <p:sp>
            <p:nvSpPr>
              <p:cNvPr id="745" name="Google Shape;745;p10"/>
              <p:cNvSpPr txBox="1"/>
              <p:nvPr/>
            </p:nvSpPr>
            <p:spPr>
              <a:xfrm>
                <a:off x="3863186" y="4172328"/>
                <a:ext cx="159120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Slingbox: remote</a:t>
                </a:r>
                <a:endParaRPr sz="16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control cable TV</a:t>
                </a:r>
                <a:endParaRPr sz="1600">
                  <a:solidFill>
                    <a:schemeClr val="dk1"/>
                  </a:solidFill>
                  <a:latin typeface="Calibri"/>
                  <a:ea typeface="Calibri"/>
                  <a:cs typeface="Calibri"/>
                  <a:sym typeface="Calibri"/>
                </a:endParaRPr>
              </a:p>
            </p:txBody>
          </p:sp>
        </p:grpSp>
      </p:grpSp>
      <p:grpSp>
        <p:nvGrpSpPr>
          <p:cNvPr id="746" name="Google Shape;746;p10"/>
          <p:cNvGrpSpPr/>
          <p:nvPr/>
        </p:nvGrpSpPr>
        <p:grpSpPr>
          <a:xfrm>
            <a:off x="814227" y="3747548"/>
            <a:ext cx="2676937" cy="1188113"/>
            <a:chOff x="1752086" y="3835708"/>
            <a:chExt cx="2676937" cy="1188113"/>
          </a:xfrm>
        </p:grpSpPr>
        <p:sp>
          <p:nvSpPr>
            <p:cNvPr id="747" name="Google Shape;747;p10"/>
            <p:cNvSpPr txBox="1"/>
            <p:nvPr/>
          </p:nvSpPr>
          <p:spPr>
            <a:xfrm>
              <a:off x="2887639" y="4685267"/>
              <a:ext cx="154138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Security Camera</a:t>
              </a:r>
              <a:endParaRPr sz="1600">
                <a:solidFill>
                  <a:schemeClr val="dk1"/>
                </a:solidFill>
                <a:latin typeface="Calibri"/>
                <a:ea typeface="Calibri"/>
                <a:cs typeface="Calibri"/>
                <a:sym typeface="Calibri"/>
              </a:endParaRPr>
            </a:p>
          </p:txBody>
        </p:sp>
        <p:pic>
          <p:nvPicPr>
            <p:cNvPr id="748" name="Google Shape;748;p10"/>
            <p:cNvPicPr preferRelativeResize="0"/>
            <p:nvPr/>
          </p:nvPicPr>
          <p:blipFill rotWithShape="1">
            <a:blip r:embed="rId7">
              <a:alphaModFix/>
            </a:blip>
            <a:srcRect b="0" l="0" r="0" t="0"/>
            <a:stretch/>
          </p:blipFill>
          <p:spPr>
            <a:xfrm>
              <a:off x="1752086" y="3835708"/>
              <a:ext cx="1124188" cy="1136342"/>
            </a:xfrm>
            <a:prstGeom prst="rect">
              <a:avLst/>
            </a:prstGeom>
            <a:noFill/>
            <a:ln>
              <a:noFill/>
            </a:ln>
          </p:spPr>
        </p:pic>
      </p:grpSp>
      <p:grpSp>
        <p:nvGrpSpPr>
          <p:cNvPr id="749" name="Google Shape;749;p10"/>
          <p:cNvGrpSpPr/>
          <p:nvPr/>
        </p:nvGrpSpPr>
        <p:grpSpPr>
          <a:xfrm>
            <a:off x="722790" y="1143651"/>
            <a:ext cx="10449383" cy="5458394"/>
            <a:chOff x="671990" y="1143651"/>
            <a:chExt cx="10449383" cy="5458394"/>
          </a:xfrm>
        </p:grpSpPr>
        <p:grpSp>
          <p:nvGrpSpPr>
            <p:cNvPr id="750" name="Google Shape;750;p10"/>
            <p:cNvGrpSpPr/>
            <p:nvPr/>
          </p:nvGrpSpPr>
          <p:grpSpPr>
            <a:xfrm>
              <a:off x="3363111" y="1717360"/>
              <a:ext cx="1895475" cy="1738803"/>
              <a:chOff x="3363111" y="1717360"/>
              <a:chExt cx="1895475" cy="1738803"/>
            </a:xfrm>
          </p:grpSpPr>
          <p:pic>
            <p:nvPicPr>
              <p:cNvPr descr="whisper" id="751" name="Google Shape;751;p10"/>
              <p:cNvPicPr preferRelativeResize="0"/>
              <p:nvPr/>
            </p:nvPicPr>
            <p:blipFill rotWithShape="1">
              <a:blip r:embed="rId8">
                <a:alphaModFix/>
              </a:blip>
              <a:srcRect b="0" l="0" r="0" t="0"/>
              <a:stretch/>
            </p:blipFill>
            <p:spPr>
              <a:xfrm>
                <a:off x="3363111" y="1717360"/>
                <a:ext cx="1895475" cy="1560513"/>
              </a:xfrm>
              <a:prstGeom prst="rect">
                <a:avLst/>
              </a:prstGeom>
              <a:noFill/>
              <a:ln>
                <a:noFill/>
              </a:ln>
            </p:spPr>
          </p:pic>
          <p:sp>
            <p:nvSpPr>
              <p:cNvPr id="752" name="Google Shape;752;p10"/>
              <p:cNvSpPr txBox="1"/>
              <p:nvPr/>
            </p:nvSpPr>
            <p:spPr>
              <a:xfrm>
                <a:off x="3517381" y="3117609"/>
                <a:ext cx="1517851"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IP picture frame</a:t>
                </a:r>
                <a:endParaRPr sz="1600">
                  <a:solidFill>
                    <a:schemeClr val="dk1"/>
                  </a:solidFill>
                  <a:latin typeface="Calibri"/>
                  <a:ea typeface="Calibri"/>
                  <a:cs typeface="Calibri"/>
                  <a:sym typeface="Calibri"/>
                </a:endParaRPr>
              </a:p>
            </p:txBody>
          </p:sp>
        </p:grpSp>
        <p:grpSp>
          <p:nvGrpSpPr>
            <p:cNvPr id="753" name="Google Shape;753;p10"/>
            <p:cNvGrpSpPr/>
            <p:nvPr/>
          </p:nvGrpSpPr>
          <p:grpSpPr>
            <a:xfrm>
              <a:off x="2055482" y="1410532"/>
              <a:ext cx="1179513" cy="2761796"/>
              <a:chOff x="2506141" y="1897178"/>
              <a:chExt cx="1179513" cy="2761796"/>
            </a:xfrm>
          </p:grpSpPr>
          <p:graphicFrame>
            <p:nvGraphicFramePr>
              <p:cNvPr id="754" name="Google Shape;754;p10"/>
              <p:cNvGraphicFramePr/>
              <p:nvPr/>
            </p:nvGraphicFramePr>
            <p:xfrm>
              <a:off x="2694260" y="1897178"/>
              <a:ext cx="803275" cy="2168525"/>
            </p:xfrm>
            <a:graphic>
              <a:graphicData uri="http://schemas.openxmlformats.org/presentationml/2006/ole">
                <mc:AlternateContent>
                  <mc:Choice Requires="v">
                    <p:oleObj r:id="rId9" imgH="2168525" imgW="803275" progId="" spid="_x0000_s1">
                      <p:embed/>
                    </p:oleObj>
                  </mc:Choice>
                  <mc:Fallback>
                    <p:oleObj r:id="rId10" imgH="2168525" imgW="803275" progId="">
                      <p:embed/>
                      <p:pic>
                        <p:nvPicPr>
                          <p:cNvPr id="754" name="Google Shape;754;p10"/>
                          <p:cNvPicPr preferRelativeResize="0"/>
                          <p:nvPr/>
                        </p:nvPicPr>
                        <p:blipFill rotWithShape="1">
                          <a:blip r:embed="rId11">
                            <a:alphaModFix/>
                          </a:blip>
                          <a:srcRect b="0" l="0" r="0" t="0"/>
                          <a:stretch/>
                        </p:blipFill>
                        <p:spPr>
                          <a:xfrm>
                            <a:off x="2694260" y="1897178"/>
                            <a:ext cx="803275" cy="2168525"/>
                          </a:xfrm>
                          <a:prstGeom prst="rect">
                            <a:avLst/>
                          </a:prstGeom>
                          <a:noFill/>
                          <a:ln>
                            <a:noFill/>
                          </a:ln>
                        </p:spPr>
                      </p:pic>
                    </p:oleObj>
                  </mc:Fallback>
                </mc:AlternateContent>
              </a:graphicData>
            </a:graphic>
          </p:graphicFrame>
          <p:sp>
            <p:nvSpPr>
              <p:cNvPr id="755" name="Google Shape;755;p10"/>
              <p:cNvSpPr txBox="1"/>
              <p:nvPr/>
            </p:nvSpPr>
            <p:spPr>
              <a:xfrm>
                <a:off x="2506141" y="4077949"/>
                <a:ext cx="1179513"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Internet </a:t>
                </a:r>
                <a:endParaRPr sz="16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refrigerator</a:t>
                </a:r>
                <a:endParaRPr sz="1600">
                  <a:solidFill>
                    <a:schemeClr val="dk1"/>
                  </a:solidFill>
                  <a:latin typeface="Calibri"/>
                  <a:ea typeface="Calibri"/>
                  <a:cs typeface="Calibri"/>
                  <a:sym typeface="Calibri"/>
                </a:endParaRPr>
              </a:p>
            </p:txBody>
          </p:sp>
        </p:grpSp>
        <p:grpSp>
          <p:nvGrpSpPr>
            <p:cNvPr id="756" name="Google Shape;756;p10"/>
            <p:cNvGrpSpPr/>
            <p:nvPr/>
          </p:nvGrpSpPr>
          <p:grpSpPr>
            <a:xfrm>
              <a:off x="8585501" y="1143651"/>
              <a:ext cx="2535872" cy="1141975"/>
              <a:chOff x="8636412" y="2605836"/>
              <a:chExt cx="2535872" cy="1141975"/>
            </a:xfrm>
          </p:grpSpPr>
          <p:pic>
            <p:nvPicPr>
              <p:cNvPr id="757" name="Google Shape;757;p10"/>
              <p:cNvPicPr preferRelativeResize="0"/>
              <p:nvPr/>
            </p:nvPicPr>
            <p:blipFill rotWithShape="1">
              <a:blip r:embed="rId12">
                <a:alphaModFix/>
              </a:blip>
              <a:srcRect b="0" l="0" r="0" t="0"/>
              <a:stretch/>
            </p:blipFill>
            <p:spPr>
              <a:xfrm>
                <a:off x="8636412" y="2650849"/>
                <a:ext cx="695325" cy="1096962"/>
              </a:xfrm>
              <a:prstGeom prst="rect">
                <a:avLst/>
              </a:prstGeom>
              <a:noFill/>
              <a:ln>
                <a:noFill/>
              </a:ln>
              <a:effectLst>
                <a:outerShdw blurRad="50800" rotWithShape="0" algn="tr" dir="8100000" dist="38100">
                  <a:srgbClr val="000000">
                    <a:alpha val="40000"/>
                  </a:srgbClr>
                </a:outerShdw>
              </a:effectLst>
            </p:spPr>
          </p:pic>
          <p:sp>
            <p:nvSpPr>
              <p:cNvPr id="758" name="Google Shape;758;p10"/>
              <p:cNvSpPr txBox="1"/>
              <p:nvPr/>
            </p:nvSpPr>
            <p:spPr>
              <a:xfrm>
                <a:off x="9358967" y="2605836"/>
                <a:ext cx="1813317"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Tweet-a-watt: </a:t>
                </a:r>
                <a:endParaRPr sz="16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monitor energy use</a:t>
                </a:r>
                <a:endParaRPr sz="1600">
                  <a:solidFill>
                    <a:schemeClr val="dk1"/>
                  </a:solidFill>
                  <a:latin typeface="Calibri"/>
                  <a:ea typeface="Calibri"/>
                  <a:cs typeface="Calibri"/>
                  <a:sym typeface="Calibri"/>
                </a:endParaRPr>
              </a:p>
            </p:txBody>
          </p:sp>
        </p:grpSp>
        <p:grpSp>
          <p:nvGrpSpPr>
            <p:cNvPr id="759" name="Google Shape;759;p10"/>
            <p:cNvGrpSpPr/>
            <p:nvPr/>
          </p:nvGrpSpPr>
          <p:grpSpPr>
            <a:xfrm>
              <a:off x="5012950" y="5049292"/>
              <a:ext cx="2435364" cy="1552753"/>
              <a:chOff x="5012950" y="5049292"/>
              <a:chExt cx="2435364" cy="1552753"/>
            </a:xfrm>
          </p:grpSpPr>
          <p:pic>
            <p:nvPicPr>
              <p:cNvPr id="760" name="Google Shape;760;p10"/>
              <p:cNvPicPr preferRelativeResize="0"/>
              <p:nvPr/>
            </p:nvPicPr>
            <p:blipFill rotWithShape="1">
              <a:blip r:embed="rId13">
                <a:alphaModFix/>
              </a:blip>
              <a:srcRect b="0" l="0" r="0" t="0"/>
              <a:stretch/>
            </p:blipFill>
            <p:spPr>
              <a:xfrm>
                <a:off x="5012950" y="5057407"/>
                <a:ext cx="1289050" cy="1544638"/>
              </a:xfrm>
              <a:prstGeom prst="rect">
                <a:avLst/>
              </a:prstGeom>
              <a:noFill/>
              <a:ln>
                <a:noFill/>
              </a:ln>
            </p:spPr>
          </p:pic>
          <p:sp>
            <p:nvSpPr>
              <p:cNvPr id="761" name="Google Shape;761;p10"/>
              <p:cNvSpPr txBox="1"/>
              <p:nvPr/>
            </p:nvSpPr>
            <p:spPr>
              <a:xfrm>
                <a:off x="6327301" y="5049292"/>
                <a:ext cx="1121013"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sensorized,</a:t>
                </a:r>
                <a:endParaRPr sz="16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bed</a:t>
                </a:r>
                <a:endParaRPr sz="16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mattress</a:t>
                </a:r>
                <a:endParaRPr sz="1600">
                  <a:solidFill>
                    <a:schemeClr val="dk1"/>
                  </a:solidFill>
                  <a:latin typeface="Calibri"/>
                  <a:ea typeface="Calibri"/>
                  <a:cs typeface="Calibri"/>
                  <a:sym typeface="Calibri"/>
                </a:endParaRPr>
              </a:p>
            </p:txBody>
          </p:sp>
        </p:grpSp>
        <p:grpSp>
          <p:nvGrpSpPr>
            <p:cNvPr id="762" name="Google Shape;762;p10"/>
            <p:cNvGrpSpPr/>
            <p:nvPr/>
          </p:nvGrpSpPr>
          <p:grpSpPr>
            <a:xfrm>
              <a:off x="671990" y="1806119"/>
              <a:ext cx="1305870" cy="1496298"/>
              <a:chOff x="1563004" y="1837775"/>
              <a:chExt cx="1305870" cy="1496298"/>
            </a:xfrm>
          </p:grpSpPr>
          <p:pic>
            <p:nvPicPr>
              <p:cNvPr id="763" name="Google Shape;763;p10"/>
              <p:cNvPicPr preferRelativeResize="0"/>
              <p:nvPr/>
            </p:nvPicPr>
            <p:blipFill rotWithShape="1">
              <a:blip r:embed="rId14">
                <a:alphaModFix/>
              </a:blip>
              <a:srcRect b="0" l="0" r="0" t="0"/>
              <a:stretch/>
            </p:blipFill>
            <p:spPr>
              <a:xfrm>
                <a:off x="1665601" y="1837775"/>
                <a:ext cx="550338" cy="1149734"/>
              </a:xfrm>
              <a:prstGeom prst="rect">
                <a:avLst/>
              </a:prstGeom>
              <a:noFill/>
              <a:ln>
                <a:noFill/>
              </a:ln>
            </p:spPr>
          </p:pic>
          <p:sp>
            <p:nvSpPr>
              <p:cNvPr id="764" name="Google Shape;764;p10"/>
              <p:cNvSpPr txBox="1"/>
              <p:nvPr/>
            </p:nvSpPr>
            <p:spPr>
              <a:xfrm>
                <a:off x="1563004" y="2995519"/>
                <a:ext cx="1305870"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Amazon Echo</a:t>
                </a:r>
                <a:endParaRPr sz="1600">
                  <a:solidFill>
                    <a:schemeClr val="dk1"/>
                  </a:solidFill>
                  <a:latin typeface="Calibri"/>
                  <a:ea typeface="Calibri"/>
                  <a:cs typeface="Calibri"/>
                  <a:sym typeface="Calibri"/>
                </a:endParaRPr>
              </a:p>
            </p:txBody>
          </p:sp>
        </p:grpSp>
      </p:grpSp>
      <p:sp>
        <p:nvSpPr>
          <p:cNvPr id="765" name="Google Shape;765;p10"/>
          <p:cNvSpPr txBox="1"/>
          <p:nvPr/>
        </p:nvSpPr>
        <p:spPr>
          <a:xfrm>
            <a:off x="9707225" y="5533965"/>
            <a:ext cx="181492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4000">
                <a:solidFill>
                  <a:srgbClr val="0000A8"/>
                </a:solidFill>
                <a:latin typeface="Calibri"/>
                <a:ea typeface="Calibri"/>
                <a:cs typeface="Calibri"/>
                <a:sym typeface="Calibri"/>
              </a:rPr>
              <a:t>Others?</a:t>
            </a:r>
            <a:endParaRPr i="1" sz="4000">
              <a:solidFill>
                <a:srgbClr val="0000A8"/>
              </a:solidFill>
              <a:latin typeface="Calibri"/>
              <a:ea typeface="Calibri"/>
              <a:cs typeface="Calibri"/>
              <a:sym typeface="Calibri"/>
            </a:endParaRPr>
          </a:p>
        </p:txBody>
      </p:sp>
      <p:grpSp>
        <p:nvGrpSpPr>
          <p:cNvPr id="766" name="Google Shape;766;p10"/>
          <p:cNvGrpSpPr/>
          <p:nvPr/>
        </p:nvGrpSpPr>
        <p:grpSpPr>
          <a:xfrm>
            <a:off x="3149599" y="5058059"/>
            <a:ext cx="1519767" cy="1241029"/>
            <a:chOff x="3149599" y="5058059"/>
            <a:chExt cx="1519767" cy="1241029"/>
          </a:xfrm>
        </p:grpSpPr>
        <p:pic>
          <p:nvPicPr>
            <p:cNvPr id="767" name="Google Shape;767;p10"/>
            <p:cNvPicPr preferRelativeResize="0"/>
            <p:nvPr/>
          </p:nvPicPr>
          <p:blipFill rotWithShape="1">
            <a:blip r:embed="rId15">
              <a:alphaModFix/>
            </a:blip>
            <a:srcRect b="0" l="0" r="0" t="0"/>
            <a:stretch/>
          </p:blipFill>
          <p:spPr>
            <a:xfrm>
              <a:off x="3149599" y="5058059"/>
              <a:ext cx="1519767" cy="972324"/>
            </a:xfrm>
            <a:prstGeom prst="rect">
              <a:avLst/>
            </a:prstGeom>
            <a:noFill/>
            <a:ln>
              <a:noFill/>
            </a:ln>
          </p:spPr>
        </p:pic>
        <p:sp>
          <p:nvSpPr>
            <p:cNvPr id="768" name="Google Shape;768;p10"/>
            <p:cNvSpPr txBox="1"/>
            <p:nvPr/>
          </p:nvSpPr>
          <p:spPr>
            <a:xfrm>
              <a:off x="3149601" y="5960534"/>
              <a:ext cx="149008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Gaming devices</a:t>
              </a:r>
              <a:endParaRPr sz="1600">
                <a:solidFill>
                  <a:schemeClr val="dk1"/>
                </a:solidFill>
                <a:latin typeface="Calibri"/>
                <a:ea typeface="Calibri"/>
                <a:cs typeface="Calibri"/>
                <a:sym typeface="Calibri"/>
              </a:endParaRPr>
            </a:p>
          </p:txBody>
        </p:sp>
      </p:grpSp>
      <p:grpSp>
        <p:nvGrpSpPr>
          <p:cNvPr id="769" name="Google Shape;769;p10"/>
          <p:cNvGrpSpPr/>
          <p:nvPr/>
        </p:nvGrpSpPr>
        <p:grpSpPr>
          <a:xfrm>
            <a:off x="9643123" y="1811867"/>
            <a:ext cx="2328743" cy="3572821"/>
            <a:chOff x="9643123" y="1811867"/>
            <a:chExt cx="2328743" cy="3572821"/>
          </a:xfrm>
        </p:grpSpPr>
        <p:pic>
          <p:nvPicPr>
            <p:cNvPr id="770" name="Google Shape;770;p10"/>
            <p:cNvPicPr preferRelativeResize="0"/>
            <p:nvPr/>
          </p:nvPicPr>
          <p:blipFill rotWithShape="1">
            <a:blip r:embed="rId16">
              <a:alphaModFix/>
            </a:blip>
            <a:srcRect b="0" l="0" r="0" t="0"/>
            <a:stretch/>
          </p:blipFill>
          <p:spPr>
            <a:xfrm>
              <a:off x="10735733" y="2137293"/>
              <a:ext cx="1147232" cy="1035589"/>
            </a:xfrm>
            <a:prstGeom prst="rect">
              <a:avLst/>
            </a:prstGeom>
            <a:noFill/>
            <a:ln>
              <a:noFill/>
            </a:ln>
          </p:spPr>
        </p:pic>
        <p:pic>
          <p:nvPicPr>
            <p:cNvPr id="771" name="Google Shape;771;p10"/>
            <p:cNvPicPr preferRelativeResize="0"/>
            <p:nvPr/>
          </p:nvPicPr>
          <p:blipFill rotWithShape="1">
            <a:blip r:embed="rId17">
              <a:alphaModFix/>
            </a:blip>
            <a:srcRect b="0" l="0" r="0" t="0"/>
            <a:stretch/>
          </p:blipFill>
          <p:spPr>
            <a:xfrm>
              <a:off x="11182464" y="3606800"/>
              <a:ext cx="789402" cy="1483783"/>
            </a:xfrm>
            <a:prstGeom prst="rect">
              <a:avLst/>
            </a:prstGeom>
            <a:noFill/>
            <a:ln>
              <a:noFill/>
            </a:ln>
          </p:spPr>
        </p:pic>
        <p:pic>
          <p:nvPicPr>
            <p:cNvPr id="772" name="Google Shape;772;p10"/>
            <p:cNvPicPr preferRelativeResize="0"/>
            <p:nvPr/>
          </p:nvPicPr>
          <p:blipFill rotWithShape="1">
            <a:blip r:embed="rId18">
              <a:alphaModFix/>
            </a:blip>
            <a:srcRect b="0" l="0" r="0" t="0"/>
            <a:stretch/>
          </p:blipFill>
          <p:spPr>
            <a:xfrm>
              <a:off x="9643123" y="3014133"/>
              <a:ext cx="1723654" cy="1174752"/>
            </a:xfrm>
            <a:prstGeom prst="rect">
              <a:avLst/>
            </a:prstGeom>
            <a:noFill/>
            <a:ln>
              <a:noFill/>
            </a:ln>
          </p:spPr>
        </p:pic>
        <p:sp>
          <p:nvSpPr>
            <p:cNvPr id="773" name="Google Shape;773;p10"/>
            <p:cNvSpPr txBox="1"/>
            <p:nvPr/>
          </p:nvSpPr>
          <p:spPr>
            <a:xfrm>
              <a:off x="10176934" y="4114801"/>
              <a:ext cx="51603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cars</a:t>
              </a:r>
              <a:endParaRPr sz="1600">
                <a:solidFill>
                  <a:schemeClr val="dk1"/>
                </a:solidFill>
                <a:latin typeface="Calibri"/>
                <a:ea typeface="Calibri"/>
                <a:cs typeface="Calibri"/>
                <a:sym typeface="Calibri"/>
              </a:endParaRPr>
            </a:p>
          </p:txBody>
        </p:sp>
        <p:sp>
          <p:nvSpPr>
            <p:cNvPr id="774" name="Google Shape;774;p10"/>
            <p:cNvSpPr txBox="1"/>
            <p:nvPr/>
          </p:nvSpPr>
          <p:spPr>
            <a:xfrm>
              <a:off x="11074401" y="5046134"/>
              <a:ext cx="88575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scooters</a:t>
              </a:r>
              <a:endParaRPr sz="1600">
                <a:solidFill>
                  <a:schemeClr val="dk1"/>
                </a:solidFill>
                <a:latin typeface="Calibri"/>
                <a:ea typeface="Calibri"/>
                <a:cs typeface="Calibri"/>
                <a:sym typeface="Calibri"/>
              </a:endParaRPr>
            </a:p>
          </p:txBody>
        </p:sp>
        <p:sp>
          <p:nvSpPr>
            <p:cNvPr id="775" name="Google Shape;775;p10"/>
            <p:cNvSpPr txBox="1"/>
            <p:nvPr/>
          </p:nvSpPr>
          <p:spPr>
            <a:xfrm>
              <a:off x="11023601" y="1811867"/>
              <a:ext cx="60766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bikes</a:t>
              </a:r>
              <a:endParaRPr sz="1600">
                <a:solidFill>
                  <a:schemeClr val="dk1"/>
                </a:solidFill>
                <a:latin typeface="Calibri"/>
                <a:ea typeface="Calibri"/>
                <a:cs typeface="Calibri"/>
                <a:sym typeface="Calibri"/>
              </a:endParaRPr>
            </a:p>
          </p:txBody>
        </p:sp>
      </p:grpSp>
      <p:grpSp>
        <p:nvGrpSpPr>
          <p:cNvPr id="776" name="Google Shape;776;p10"/>
          <p:cNvGrpSpPr/>
          <p:nvPr/>
        </p:nvGrpSpPr>
        <p:grpSpPr>
          <a:xfrm>
            <a:off x="5244182" y="1499729"/>
            <a:ext cx="4175678" cy="5120549"/>
            <a:chOff x="5244182" y="1499729"/>
            <a:chExt cx="4175678" cy="5120549"/>
          </a:xfrm>
        </p:grpSpPr>
        <p:grpSp>
          <p:nvGrpSpPr>
            <p:cNvPr id="777" name="Google Shape;777;p10"/>
            <p:cNvGrpSpPr/>
            <p:nvPr/>
          </p:nvGrpSpPr>
          <p:grpSpPr>
            <a:xfrm>
              <a:off x="5244182" y="1499729"/>
              <a:ext cx="4175678" cy="4332246"/>
              <a:chOff x="5244182" y="1499729"/>
              <a:chExt cx="4175678" cy="4332246"/>
            </a:xfrm>
          </p:grpSpPr>
          <p:grpSp>
            <p:nvGrpSpPr>
              <p:cNvPr id="778" name="Google Shape;778;p10"/>
              <p:cNvGrpSpPr/>
              <p:nvPr/>
            </p:nvGrpSpPr>
            <p:grpSpPr>
              <a:xfrm>
                <a:off x="5244182" y="1499729"/>
                <a:ext cx="2735863" cy="1090838"/>
                <a:chOff x="616980" y="5292729"/>
                <a:chExt cx="3127445" cy="1207904"/>
              </a:xfrm>
            </p:grpSpPr>
            <p:grpSp>
              <p:nvGrpSpPr>
                <p:cNvPr id="779" name="Google Shape;779;p10"/>
                <p:cNvGrpSpPr/>
                <p:nvPr/>
              </p:nvGrpSpPr>
              <p:grpSpPr>
                <a:xfrm>
                  <a:off x="616980" y="5292729"/>
                  <a:ext cx="3127445" cy="821190"/>
                  <a:chOff x="842590" y="5420084"/>
                  <a:chExt cx="3127445" cy="821190"/>
                </a:xfrm>
              </p:grpSpPr>
              <p:pic>
                <p:nvPicPr>
                  <p:cNvPr id="780" name="Google Shape;780;p10"/>
                  <p:cNvPicPr preferRelativeResize="0"/>
                  <p:nvPr/>
                </p:nvPicPr>
                <p:blipFill rotWithShape="1">
                  <a:blip r:embed="rId19">
                    <a:alphaModFix/>
                  </a:blip>
                  <a:srcRect b="0" l="0" r="0" t="0"/>
                  <a:stretch/>
                </p:blipFill>
                <p:spPr>
                  <a:xfrm>
                    <a:off x="842590" y="5420084"/>
                    <a:ext cx="2016478" cy="821190"/>
                  </a:xfrm>
                  <a:prstGeom prst="rect">
                    <a:avLst/>
                  </a:prstGeom>
                  <a:noFill/>
                  <a:ln>
                    <a:noFill/>
                  </a:ln>
                </p:spPr>
              </p:pic>
              <p:pic>
                <p:nvPicPr>
                  <p:cNvPr id="781" name="Google Shape;781;p10"/>
                  <p:cNvPicPr preferRelativeResize="0"/>
                  <p:nvPr/>
                </p:nvPicPr>
                <p:blipFill rotWithShape="1">
                  <a:blip r:embed="rId20">
                    <a:alphaModFix/>
                  </a:blip>
                  <a:srcRect b="0" l="44905" r="0" t="0"/>
                  <a:stretch/>
                </p:blipFill>
                <p:spPr>
                  <a:xfrm>
                    <a:off x="2859067" y="5420084"/>
                    <a:ext cx="1110968" cy="821190"/>
                  </a:xfrm>
                  <a:prstGeom prst="rect">
                    <a:avLst/>
                  </a:prstGeom>
                  <a:noFill/>
                  <a:ln>
                    <a:noFill/>
                  </a:ln>
                </p:spPr>
              </p:pic>
            </p:grpSp>
            <p:sp>
              <p:nvSpPr>
                <p:cNvPr id="782" name="Google Shape;782;p10"/>
                <p:cNvSpPr txBox="1"/>
                <p:nvPr/>
              </p:nvSpPr>
              <p:spPr>
                <a:xfrm>
                  <a:off x="1008562" y="6125746"/>
                  <a:ext cx="2301691" cy="374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Pacemaker &amp; Monitor</a:t>
                  </a:r>
                  <a:endParaRPr sz="1600">
                    <a:solidFill>
                      <a:schemeClr val="dk1"/>
                    </a:solidFill>
                    <a:latin typeface="Calibri"/>
                    <a:ea typeface="Calibri"/>
                    <a:cs typeface="Calibri"/>
                    <a:sym typeface="Calibri"/>
                  </a:endParaRPr>
                </a:p>
              </p:txBody>
            </p:sp>
          </p:grpSp>
          <p:grpSp>
            <p:nvGrpSpPr>
              <p:cNvPr id="783" name="Google Shape;783;p10"/>
              <p:cNvGrpSpPr/>
              <p:nvPr/>
            </p:nvGrpSpPr>
            <p:grpSpPr>
              <a:xfrm>
                <a:off x="7868239" y="4103350"/>
                <a:ext cx="1551621" cy="942784"/>
                <a:chOff x="7868239" y="4103350"/>
                <a:chExt cx="1551621" cy="942784"/>
              </a:xfrm>
            </p:grpSpPr>
            <p:pic>
              <p:nvPicPr>
                <p:cNvPr id="784" name="Google Shape;784;p10"/>
                <p:cNvPicPr preferRelativeResize="0"/>
                <p:nvPr/>
              </p:nvPicPr>
              <p:blipFill rotWithShape="1">
                <a:blip r:embed="rId21">
                  <a:alphaModFix/>
                </a:blip>
                <a:srcRect b="0" l="0" r="0" t="0"/>
                <a:stretch/>
              </p:blipFill>
              <p:spPr>
                <a:xfrm>
                  <a:off x="7868239" y="4103350"/>
                  <a:ext cx="1551621" cy="663838"/>
                </a:xfrm>
                <a:prstGeom prst="rect">
                  <a:avLst/>
                </a:prstGeom>
                <a:noFill/>
                <a:ln>
                  <a:noFill/>
                </a:ln>
              </p:spPr>
            </p:pic>
            <p:sp>
              <p:nvSpPr>
                <p:cNvPr id="785" name="Google Shape;785;p10"/>
                <p:cNvSpPr txBox="1"/>
                <p:nvPr/>
              </p:nvSpPr>
              <p:spPr>
                <a:xfrm>
                  <a:off x="8306583" y="4707580"/>
                  <a:ext cx="107971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AR devices</a:t>
                  </a:r>
                  <a:endParaRPr sz="1600">
                    <a:solidFill>
                      <a:schemeClr val="dk1"/>
                    </a:solidFill>
                    <a:latin typeface="Calibri"/>
                    <a:ea typeface="Calibri"/>
                    <a:cs typeface="Calibri"/>
                    <a:sym typeface="Calibri"/>
                  </a:endParaRPr>
                </a:p>
              </p:txBody>
            </p:sp>
          </p:grpSp>
          <p:grpSp>
            <p:nvGrpSpPr>
              <p:cNvPr id="786" name="Google Shape;786;p10"/>
              <p:cNvGrpSpPr/>
              <p:nvPr/>
            </p:nvGrpSpPr>
            <p:grpSpPr>
              <a:xfrm>
                <a:off x="7377679" y="4648280"/>
                <a:ext cx="875312" cy="1183695"/>
                <a:chOff x="7377679" y="4648280"/>
                <a:chExt cx="875312" cy="1183695"/>
              </a:xfrm>
            </p:grpSpPr>
            <p:pic>
              <p:nvPicPr>
                <p:cNvPr id="787" name="Google Shape;787;p10"/>
                <p:cNvPicPr preferRelativeResize="0"/>
                <p:nvPr/>
              </p:nvPicPr>
              <p:blipFill rotWithShape="1">
                <a:blip r:embed="rId22">
                  <a:alphaModFix/>
                </a:blip>
                <a:srcRect b="0" l="0" r="0" t="0"/>
                <a:stretch/>
              </p:blipFill>
              <p:spPr>
                <a:xfrm>
                  <a:off x="7377679" y="4648280"/>
                  <a:ext cx="875312" cy="864670"/>
                </a:xfrm>
                <a:prstGeom prst="rect">
                  <a:avLst/>
                </a:prstGeom>
                <a:noFill/>
                <a:ln>
                  <a:noFill/>
                </a:ln>
              </p:spPr>
            </p:pic>
            <p:sp>
              <p:nvSpPr>
                <p:cNvPr id="788" name="Google Shape;788;p10"/>
                <p:cNvSpPr txBox="1"/>
                <p:nvPr/>
              </p:nvSpPr>
              <p:spPr>
                <a:xfrm>
                  <a:off x="7524415" y="5493421"/>
                  <a:ext cx="628698"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alibri"/>
                      <a:ea typeface="Calibri"/>
                      <a:cs typeface="Calibri"/>
                      <a:sym typeface="Calibri"/>
                    </a:rPr>
                    <a:t>Fitbit</a:t>
                  </a:r>
                  <a:endParaRPr sz="1600">
                    <a:solidFill>
                      <a:schemeClr val="dk1"/>
                    </a:solidFill>
                    <a:latin typeface="Calibri"/>
                    <a:ea typeface="Calibri"/>
                    <a:cs typeface="Calibri"/>
                    <a:sym typeface="Calibri"/>
                  </a:endParaRPr>
                </a:p>
              </p:txBody>
            </p:sp>
          </p:grpSp>
        </p:grpSp>
        <p:grpSp>
          <p:nvGrpSpPr>
            <p:cNvPr id="789" name="Google Shape;789;p10"/>
            <p:cNvGrpSpPr/>
            <p:nvPr/>
          </p:nvGrpSpPr>
          <p:grpSpPr>
            <a:xfrm>
              <a:off x="7863991" y="4977554"/>
              <a:ext cx="1548356" cy="1642724"/>
              <a:chOff x="7863991" y="4977554"/>
              <a:chExt cx="1548356" cy="1642724"/>
            </a:xfrm>
          </p:grpSpPr>
          <p:pic>
            <p:nvPicPr>
              <p:cNvPr descr="A picture containing person, underpants&#10;&#10;Description automatically generated" id="790" name="Google Shape;790;p10"/>
              <p:cNvPicPr preferRelativeResize="0"/>
              <p:nvPr/>
            </p:nvPicPr>
            <p:blipFill rotWithShape="1">
              <a:blip r:embed="rId23">
                <a:alphaModFix/>
              </a:blip>
              <a:srcRect b="0" l="0" r="0" t="0"/>
              <a:stretch/>
            </p:blipFill>
            <p:spPr>
              <a:xfrm>
                <a:off x="8368402" y="4977554"/>
                <a:ext cx="1043945" cy="1642724"/>
              </a:xfrm>
              <a:prstGeom prst="rect">
                <a:avLst/>
              </a:prstGeom>
              <a:noFill/>
              <a:ln>
                <a:noFill/>
              </a:ln>
            </p:spPr>
          </p:pic>
          <p:sp>
            <p:nvSpPr>
              <p:cNvPr id="791" name="Google Shape;791;p10"/>
              <p:cNvSpPr txBox="1"/>
              <p:nvPr/>
            </p:nvSpPr>
            <p:spPr>
              <a:xfrm>
                <a:off x="7863991" y="6241851"/>
                <a:ext cx="79508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diapers</a:t>
                </a:r>
                <a:endParaRPr sz="1600">
                  <a:solidFill>
                    <a:schemeClr val="dk1"/>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500"/>
                                        <p:tgtEl>
                                          <p:spTgt spid="739"/>
                                        </p:tgtEl>
                                      </p:cBhvr>
                                    </p:animEffect>
                                  </p:childTnLst>
                                </p:cTn>
                              </p:par>
                              <p:par>
                                <p:cTn fill="hold" nodeType="withEffect" presetClass="entr" presetID="10" presetSubtype="0">
                                  <p:stCondLst>
                                    <p:cond delay="0"/>
                                  </p:stCondLst>
                                  <p:childTnLst>
                                    <p:set>
                                      <p:cBhvr>
                                        <p:cTn dur="1" fill="hold">
                                          <p:stCondLst>
                                            <p:cond delay="0"/>
                                          </p:stCondLst>
                                        </p:cTn>
                                        <p:tgtEl>
                                          <p:spTgt spid="766"/>
                                        </p:tgtEl>
                                        <p:attrNameLst>
                                          <p:attrName>style.visibility</p:attrName>
                                        </p:attrNameLst>
                                      </p:cBhvr>
                                      <p:to>
                                        <p:strVal val="visible"/>
                                      </p:to>
                                    </p:set>
                                    <p:animEffect filter="fade" transition="in">
                                      <p:cBhvr>
                                        <p:cTn dur="500"/>
                                        <p:tgtEl>
                                          <p:spTgt spid="7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gtEl>
                                        <p:attrNameLst>
                                          <p:attrName>style.visibility</p:attrName>
                                        </p:attrNameLst>
                                      </p:cBhvr>
                                      <p:to>
                                        <p:strVal val="visible"/>
                                      </p:to>
                                    </p:set>
                                    <p:animEffect filter="fade" transition="in">
                                      <p:cBhvr>
                                        <p:cTn dur="500"/>
                                        <p:tgtEl>
                                          <p:spTgt spid="749"/>
                                        </p:tgtEl>
                                      </p:cBhvr>
                                    </p:animEffect>
                                  </p:childTnLst>
                                </p:cTn>
                              </p:par>
                              <p:par>
                                <p:cTn fill="hold" nodeType="withEffect" presetClass="entr" presetID="10" presetSubtype="0">
                                  <p:stCondLst>
                                    <p:cond delay="0"/>
                                  </p:stCondLst>
                                  <p:childTnLst>
                                    <p:set>
                                      <p:cBhvr>
                                        <p:cTn dur="1" fill="hold">
                                          <p:stCondLst>
                                            <p:cond delay="0"/>
                                          </p:stCondLst>
                                        </p:cTn>
                                        <p:tgtEl>
                                          <p:spTgt spid="746"/>
                                        </p:tgtEl>
                                        <p:attrNameLst>
                                          <p:attrName>style.visibility</p:attrName>
                                        </p:attrNameLst>
                                      </p:cBhvr>
                                      <p:to>
                                        <p:strVal val="visible"/>
                                      </p:to>
                                    </p:set>
                                    <p:animEffect filter="fade" transition="in">
                                      <p:cBhvr>
                                        <p:cTn dur="500"/>
                                        <p:tgtEl>
                                          <p:spTgt spid="7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
                                        </p:tgtEl>
                                        <p:attrNameLst>
                                          <p:attrName>style.visibility</p:attrName>
                                        </p:attrNameLst>
                                      </p:cBhvr>
                                      <p:to>
                                        <p:strVal val="visible"/>
                                      </p:to>
                                    </p:set>
                                    <p:animEffect filter="fade" transition="in">
                                      <p:cBhvr>
                                        <p:cTn dur="500"/>
                                        <p:tgtEl>
                                          <p:spTgt spid="7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
                                        </p:tgtEl>
                                        <p:attrNameLst>
                                          <p:attrName>style.visibility</p:attrName>
                                        </p:attrNameLst>
                                      </p:cBhvr>
                                      <p:to>
                                        <p:strVal val="visible"/>
                                      </p:to>
                                    </p:set>
                                    <p:animEffect filter="fade" transition="in">
                                      <p:cBhvr>
                                        <p:cTn dur="500"/>
                                        <p:tgtEl>
                                          <p:spTgt spid="7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gtEl>
                                        <p:attrNameLst>
                                          <p:attrName>style.visibility</p:attrName>
                                        </p:attrNameLst>
                                      </p:cBhvr>
                                      <p:to>
                                        <p:strVal val="visible"/>
                                      </p:to>
                                    </p:set>
                                    <p:animEffect filter="fade" transition="in">
                                      <p:cBhvr>
                                        <p:cTn dur="500"/>
                                        <p:tgtEl>
                                          <p:spTgt spid="737"/>
                                        </p:tgtEl>
                                      </p:cBhvr>
                                    </p:animEffect>
                                  </p:childTnLst>
                                </p:cTn>
                              </p:par>
                              <p:par>
                                <p:cTn fill="hold" nodeType="withEffect" presetClass="entr" presetID="10" presetSubtype="0">
                                  <p:stCondLst>
                                    <p:cond delay="0"/>
                                  </p:stCondLst>
                                  <p:childTnLst>
                                    <p:set>
                                      <p:cBhvr>
                                        <p:cTn dur="1" fill="hold">
                                          <p:stCondLst>
                                            <p:cond delay="0"/>
                                          </p:stCondLst>
                                        </p:cTn>
                                        <p:tgtEl>
                                          <p:spTgt spid="738"/>
                                        </p:tgtEl>
                                        <p:attrNameLst>
                                          <p:attrName>style.visibility</p:attrName>
                                        </p:attrNameLst>
                                      </p:cBhvr>
                                      <p:to>
                                        <p:strVal val="visible"/>
                                      </p:to>
                                    </p:set>
                                    <p:animEffect filter="fade" transition="in">
                                      <p:cBhvr>
                                        <p:cTn dur="500"/>
                                        <p:tgtEl>
                                          <p:spTgt spid="7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gtEl>
                                        <p:attrNameLst>
                                          <p:attrName>style.visibility</p:attrName>
                                        </p:attrNameLst>
                                      </p:cBhvr>
                                      <p:to>
                                        <p:strVal val="visible"/>
                                      </p:to>
                                    </p:set>
                                    <p:animEffect filter="fade" transition="in">
                                      <p:cBhvr>
                                        <p:cTn dur="500"/>
                                        <p:tgtEl>
                                          <p:spTgt spid="7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5" name="Shape 795"/>
        <p:cNvGrpSpPr/>
        <p:nvPr/>
      </p:nvGrpSpPr>
      <p:grpSpPr>
        <a:xfrm>
          <a:off x="0" y="0"/>
          <a:ext cx="0" cy="0"/>
          <a:chOff x="0" y="0"/>
          <a:chExt cx="0" cy="0"/>
        </a:xfrm>
      </p:grpSpPr>
      <p:sp>
        <p:nvSpPr>
          <p:cNvPr id="796" name="Google Shape;796;p11"/>
          <p:cNvSpPr txBox="1"/>
          <p:nvPr>
            <p:ph idx="1" type="body"/>
          </p:nvPr>
        </p:nvSpPr>
        <p:spPr>
          <a:xfrm>
            <a:off x="713958" y="1708456"/>
            <a:ext cx="5394571" cy="957996"/>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100"/>
              <a:buChar char="▪"/>
            </a:pPr>
            <a:r>
              <a:rPr i="1" lang="en-US">
                <a:solidFill>
                  <a:srgbClr val="CC0000"/>
                </a:solidFill>
              </a:rPr>
              <a:t>Internet: “</a:t>
            </a:r>
            <a:r>
              <a:rPr lang="en-US">
                <a:solidFill>
                  <a:srgbClr val="CC0000"/>
                </a:solidFill>
              </a:rPr>
              <a:t>network of networks”</a:t>
            </a:r>
            <a:endParaRPr>
              <a:solidFill>
                <a:srgbClr val="CC0000"/>
              </a:solidFill>
            </a:endParaRPr>
          </a:p>
          <a:p>
            <a:pPr indent="-231775" lvl="1" marL="695325" rtl="0" algn="l">
              <a:lnSpc>
                <a:spcPct val="90000"/>
              </a:lnSpc>
              <a:spcBef>
                <a:spcPts val="500"/>
              </a:spcBef>
              <a:spcAft>
                <a:spcPts val="0"/>
              </a:spcAft>
              <a:buSzPts val="2400"/>
              <a:buChar char="•"/>
            </a:pPr>
            <a:r>
              <a:rPr lang="en-US"/>
              <a:t>Interconnected ISPs</a:t>
            </a:r>
            <a:endParaRPr/>
          </a:p>
          <a:p>
            <a:pPr indent="0" lvl="0" marL="0" rtl="0" algn="l">
              <a:lnSpc>
                <a:spcPct val="90000"/>
              </a:lnSpc>
              <a:spcBef>
                <a:spcPts val="1000"/>
              </a:spcBef>
              <a:spcAft>
                <a:spcPts val="0"/>
              </a:spcAft>
              <a:buSzPts val="2800"/>
              <a:buNone/>
            </a:pPr>
            <a:r>
              <a:t/>
            </a:r>
            <a:endParaRPr/>
          </a:p>
        </p:txBody>
      </p:sp>
      <p:sp>
        <p:nvSpPr>
          <p:cNvPr id="797" name="Google Shape;797;p1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Internet: a “nuts and bolts” view</a:t>
            </a:r>
            <a:endParaRPr/>
          </a:p>
        </p:txBody>
      </p:sp>
      <p:sp>
        <p:nvSpPr>
          <p:cNvPr id="798" name="Google Shape;798;p11"/>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9" name="Google Shape;799;p11"/>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00" name="Google Shape;800;p11"/>
          <p:cNvGrpSpPr/>
          <p:nvPr/>
        </p:nvGrpSpPr>
        <p:grpSpPr>
          <a:xfrm>
            <a:off x="7205350" y="3289251"/>
            <a:ext cx="1458912" cy="933450"/>
            <a:chOff x="2889" y="1631"/>
            <a:chExt cx="980" cy="743"/>
          </a:xfrm>
        </p:grpSpPr>
        <p:sp>
          <p:nvSpPr>
            <p:cNvPr id="801" name="Google Shape;801;p11"/>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02" name="Google Shape;802;p11"/>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grpSp>
      <p:sp>
        <p:nvSpPr>
          <p:cNvPr id="803" name="Google Shape;803;p11"/>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4" name="Google Shape;804;p11"/>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sz="1400">
              <a:solidFill>
                <a:schemeClr val="dk1"/>
              </a:solidFill>
              <a:latin typeface="Calibri"/>
              <a:ea typeface="Calibri"/>
              <a:cs typeface="Calibri"/>
              <a:sym typeface="Calibri"/>
            </a:endParaRPr>
          </a:p>
        </p:txBody>
      </p:sp>
      <p:sp>
        <p:nvSpPr>
          <p:cNvPr id="805" name="Google Shape;805;p11"/>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sz="1400">
              <a:solidFill>
                <a:schemeClr val="dk1"/>
              </a:solidFill>
              <a:latin typeface="Calibri"/>
              <a:ea typeface="Calibri"/>
              <a:cs typeface="Calibri"/>
              <a:sym typeface="Calibri"/>
            </a:endParaRPr>
          </a:p>
        </p:txBody>
      </p:sp>
      <p:sp>
        <p:nvSpPr>
          <p:cNvPr id="806" name="Google Shape;806;p11"/>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sz="1400">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sz="1400">
              <a:solidFill>
                <a:schemeClr val="dk1"/>
              </a:solidFill>
              <a:latin typeface="Calibri"/>
              <a:ea typeface="Calibri"/>
              <a:cs typeface="Calibri"/>
              <a:sym typeface="Calibri"/>
            </a:endParaRPr>
          </a:p>
        </p:txBody>
      </p:sp>
      <p:sp>
        <p:nvSpPr>
          <p:cNvPr id="807" name="Google Shape;807;p11"/>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808" name="Google Shape;808;p11"/>
          <p:cNvGrpSpPr/>
          <p:nvPr/>
        </p:nvGrpSpPr>
        <p:grpSpPr>
          <a:xfrm>
            <a:off x="10837700" y="3928050"/>
            <a:ext cx="687393" cy="721548"/>
            <a:chOff x="5203089" y="1751190"/>
            <a:chExt cx="858331" cy="662414"/>
          </a:xfrm>
        </p:grpSpPr>
        <p:sp>
          <p:nvSpPr>
            <p:cNvPr id="809" name="Google Shape;809;p11"/>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0" name="Google Shape;810;p11"/>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811" name="Google Shape;811;p11"/>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12" name="Google Shape;812;p11"/>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13" name="Google Shape;813;p11"/>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14" name="Google Shape;814;p11"/>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15" name="Google Shape;815;p11"/>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16" name="Google Shape;816;p11"/>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817" name="Google Shape;817;p11"/>
          <p:cNvGrpSpPr/>
          <p:nvPr/>
        </p:nvGrpSpPr>
        <p:grpSpPr>
          <a:xfrm>
            <a:off x="10771171" y="3194171"/>
            <a:ext cx="594613" cy="648336"/>
            <a:chOff x="5203089" y="1751190"/>
            <a:chExt cx="858331" cy="662414"/>
          </a:xfrm>
        </p:grpSpPr>
        <p:sp>
          <p:nvSpPr>
            <p:cNvPr id="818" name="Google Shape;818;p11"/>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9" name="Google Shape;819;p11"/>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820" name="Google Shape;820;p11"/>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21" name="Google Shape;821;p11"/>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22" name="Google Shape;822;p11"/>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23" name="Google Shape;823;p11"/>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24" name="Google Shape;824;p11"/>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25" name="Google Shape;825;p11"/>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826" name="Google Shape;826;p11"/>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7" name="Google Shape;827;p11"/>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sz="1400">
              <a:solidFill>
                <a:schemeClr val="dk1"/>
              </a:solidFill>
              <a:latin typeface="Calibri"/>
              <a:ea typeface="Calibri"/>
              <a:cs typeface="Calibri"/>
              <a:sym typeface="Calibri"/>
            </a:endParaRPr>
          </a:p>
        </p:txBody>
      </p:sp>
      <p:sp>
        <p:nvSpPr>
          <p:cNvPr id="828" name="Google Shape;828;p11"/>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9" name="Google Shape;829;p11"/>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sz="1400">
              <a:solidFill>
                <a:schemeClr val="dk1"/>
              </a:solidFill>
              <a:latin typeface="Calibri"/>
              <a:ea typeface="Calibri"/>
              <a:cs typeface="Calibri"/>
              <a:sym typeface="Calibri"/>
            </a:endParaRPr>
          </a:p>
        </p:txBody>
      </p:sp>
      <p:sp>
        <p:nvSpPr>
          <p:cNvPr id="830" name="Google Shape;830;p11"/>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sz="105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sz="1050">
              <a:solidFill>
                <a:schemeClr val="dk1"/>
              </a:solidFill>
              <a:latin typeface="Calibri"/>
              <a:ea typeface="Calibri"/>
              <a:cs typeface="Calibri"/>
              <a:sym typeface="Calibri"/>
            </a:endParaRPr>
          </a:p>
        </p:txBody>
      </p:sp>
      <p:sp>
        <p:nvSpPr>
          <p:cNvPr id="831" name="Google Shape;831;p11"/>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sz="140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sz="140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grpSp>
        <p:nvGrpSpPr>
          <p:cNvPr id="832" name="Google Shape;832;p11"/>
          <p:cNvGrpSpPr/>
          <p:nvPr/>
        </p:nvGrpSpPr>
        <p:grpSpPr>
          <a:xfrm>
            <a:off x="7562238" y="2127325"/>
            <a:ext cx="3578867" cy="3640284"/>
            <a:chOff x="7562238" y="2127325"/>
            <a:chExt cx="3578867" cy="3640284"/>
          </a:xfrm>
        </p:grpSpPr>
        <p:cxnSp>
          <p:nvCxnSpPr>
            <p:cNvPr id="833" name="Google Shape;833;p11"/>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834" name="Google Shape;834;p11"/>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835" name="Google Shape;835;p11"/>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836" name="Google Shape;836;p11"/>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837" name="Google Shape;837;p11"/>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838" name="Google Shape;838;p11"/>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839" name="Google Shape;839;p11"/>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840" name="Google Shape;840;p11"/>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841" name="Google Shape;841;p11"/>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842" name="Google Shape;842;p11"/>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843" name="Google Shape;843;p11"/>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844" name="Google Shape;844;p11"/>
            <p:cNvGrpSpPr/>
            <p:nvPr/>
          </p:nvGrpSpPr>
          <p:grpSpPr>
            <a:xfrm>
              <a:off x="7562238" y="2127325"/>
              <a:ext cx="3578867" cy="3640284"/>
              <a:chOff x="7562238" y="2127325"/>
              <a:chExt cx="3578867" cy="3640284"/>
            </a:xfrm>
          </p:grpSpPr>
          <p:grpSp>
            <p:nvGrpSpPr>
              <p:cNvPr id="845" name="Google Shape;845;p11"/>
              <p:cNvGrpSpPr/>
              <p:nvPr/>
            </p:nvGrpSpPr>
            <p:grpSpPr>
              <a:xfrm>
                <a:off x="7857253" y="2127325"/>
                <a:ext cx="3283852" cy="3640284"/>
                <a:chOff x="7881336" y="2104198"/>
                <a:chExt cx="3283852" cy="3640284"/>
              </a:xfrm>
            </p:grpSpPr>
            <p:cxnSp>
              <p:nvCxnSpPr>
                <p:cNvPr id="846" name="Google Shape;846;p11"/>
                <p:cNvCxnSpPr/>
                <p:nvPr/>
              </p:nvCxnSpPr>
              <p:spPr>
                <a:xfrm flipH="1" rot="5400000">
                  <a:off x="9813692" y="5228612"/>
                  <a:ext cx="388062" cy="7560"/>
                </a:xfrm>
                <a:prstGeom prst="straightConnector1">
                  <a:avLst/>
                </a:prstGeom>
                <a:noFill/>
                <a:ln cap="flat" cmpd="sng" w="12700">
                  <a:solidFill>
                    <a:schemeClr val="dk1"/>
                  </a:solidFill>
                  <a:prstDash val="solid"/>
                  <a:round/>
                  <a:headEnd len="sm" w="sm" type="none"/>
                  <a:tailEnd len="sm" w="sm" type="none"/>
                </a:ln>
              </p:spPr>
            </p:cxnSp>
            <p:cxnSp>
              <p:nvCxnSpPr>
                <p:cNvPr id="847" name="Google Shape;847;p11"/>
                <p:cNvCxnSpPr/>
                <p:nvPr/>
              </p:nvCxnSpPr>
              <p:spPr>
                <a:xfrm rot="10800000">
                  <a:off x="10234009" y="5382159"/>
                  <a:ext cx="0" cy="114300"/>
                </a:xfrm>
                <a:prstGeom prst="straightConnector1">
                  <a:avLst/>
                </a:prstGeom>
                <a:noFill/>
                <a:ln cap="flat" cmpd="sng" w="12700">
                  <a:solidFill>
                    <a:schemeClr val="dk1"/>
                  </a:solidFill>
                  <a:prstDash val="solid"/>
                  <a:round/>
                  <a:headEnd len="sm" w="sm" type="none"/>
                  <a:tailEnd len="sm" w="sm" type="none"/>
                </a:ln>
              </p:spPr>
            </p:cxnSp>
            <p:cxnSp>
              <p:nvCxnSpPr>
                <p:cNvPr id="848" name="Google Shape;848;p11"/>
                <p:cNvCxnSpPr/>
                <p:nvPr/>
              </p:nvCxnSpPr>
              <p:spPr>
                <a:xfrm>
                  <a:off x="9457042" y="4815390"/>
                  <a:ext cx="524483" cy="261537"/>
                </a:xfrm>
                <a:prstGeom prst="straightConnector1">
                  <a:avLst/>
                </a:prstGeom>
                <a:noFill/>
                <a:ln cap="flat" cmpd="sng" w="9525">
                  <a:solidFill>
                    <a:schemeClr val="dk1"/>
                  </a:solidFill>
                  <a:prstDash val="solid"/>
                  <a:round/>
                  <a:headEnd len="sm" w="sm" type="none"/>
                  <a:tailEnd len="sm" w="sm" type="none"/>
                </a:ln>
              </p:spPr>
            </p:cxnSp>
            <p:cxnSp>
              <p:nvCxnSpPr>
                <p:cNvPr id="849" name="Google Shape;849;p11"/>
                <p:cNvCxnSpPr/>
                <p:nvPr/>
              </p:nvCxnSpPr>
              <p:spPr>
                <a:xfrm flipH="1" rot="10800000">
                  <a:off x="8874149" y="4815390"/>
                  <a:ext cx="569255" cy="246266"/>
                </a:xfrm>
                <a:prstGeom prst="straightConnector1">
                  <a:avLst/>
                </a:prstGeom>
                <a:noFill/>
                <a:ln cap="flat" cmpd="sng" w="9525">
                  <a:solidFill>
                    <a:schemeClr val="dk1"/>
                  </a:solidFill>
                  <a:prstDash val="solid"/>
                  <a:round/>
                  <a:headEnd len="sm" w="sm" type="none"/>
                  <a:tailEnd len="sm" w="sm" type="none"/>
                </a:ln>
              </p:spPr>
            </p:cxnSp>
            <p:cxnSp>
              <p:nvCxnSpPr>
                <p:cNvPr id="850" name="Google Shape;850;p11"/>
                <p:cNvCxnSpPr/>
                <p:nvPr/>
              </p:nvCxnSpPr>
              <p:spPr>
                <a:xfrm>
                  <a:off x="8845827" y="5085749"/>
                  <a:ext cx="1030502" cy="0"/>
                </a:xfrm>
                <a:prstGeom prst="straightConnector1">
                  <a:avLst/>
                </a:prstGeom>
                <a:noFill/>
                <a:ln cap="flat" cmpd="sng" w="9525">
                  <a:solidFill>
                    <a:schemeClr val="dk1"/>
                  </a:solidFill>
                  <a:prstDash val="solid"/>
                  <a:round/>
                  <a:headEnd len="sm" w="sm" type="none"/>
                  <a:tailEnd len="sm" w="sm" type="none"/>
                </a:ln>
              </p:spPr>
            </p:cxnSp>
            <p:cxnSp>
              <p:nvCxnSpPr>
                <p:cNvPr id="851" name="Google Shape;851;p11"/>
                <p:cNvCxnSpPr/>
                <p:nvPr/>
              </p:nvCxnSpPr>
              <p:spPr>
                <a:xfrm>
                  <a:off x="8234290" y="5094207"/>
                  <a:ext cx="226800" cy="127000"/>
                </a:xfrm>
                <a:prstGeom prst="straightConnector1">
                  <a:avLst/>
                </a:prstGeom>
                <a:noFill/>
                <a:ln cap="flat" cmpd="sng" w="9525">
                  <a:solidFill>
                    <a:schemeClr val="dk1"/>
                  </a:solidFill>
                  <a:prstDash val="solid"/>
                  <a:round/>
                  <a:headEnd len="sm" w="sm" type="none"/>
                  <a:tailEnd len="sm" w="sm" type="none"/>
                </a:ln>
              </p:spPr>
            </p:cxnSp>
            <p:cxnSp>
              <p:nvCxnSpPr>
                <p:cNvPr id="852" name="Google Shape;852;p11"/>
                <p:cNvCxnSpPr/>
                <p:nvPr/>
              </p:nvCxnSpPr>
              <p:spPr>
                <a:xfrm flipH="1" rot="10800000">
                  <a:off x="7972450" y="5267343"/>
                  <a:ext cx="412750" cy="127000"/>
                </a:xfrm>
                <a:prstGeom prst="straightConnector1">
                  <a:avLst/>
                </a:prstGeom>
                <a:noFill/>
                <a:ln cap="flat" cmpd="sng" w="9525">
                  <a:solidFill>
                    <a:schemeClr val="dk1"/>
                  </a:solidFill>
                  <a:prstDash val="solid"/>
                  <a:round/>
                  <a:headEnd len="sm" w="sm" type="none"/>
                  <a:tailEnd len="sm" w="sm" type="none"/>
                </a:ln>
              </p:spPr>
            </p:cxnSp>
            <p:cxnSp>
              <p:nvCxnSpPr>
                <p:cNvPr id="853" name="Google Shape;853;p11"/>
                <p:cNvCxnSpPr/>
                <p:nvPr/>
              </p:nvCxnSpPr>
              <p:spPr>
                <a:xfrm flipH="1">
                  <a:off x="8397900" y="5259125"/>
                  <a:ext cx="68080" cy="293968"/>
                </a:xfrm>
                <a:prstGeom prst="straightConnector1">
                  <a:avLst/>
                </a:prstGeom>
                <a:noFill/>
                <a:ln cap="flat" cmpd="sng" w="9525">
                  <a:solidFill>
                    <a:schemeClr val="dk1"/>
                  </a:solidFill>
                  <a:prstDash val="solid"/>
                  <a:round/>
                  <a:headEnd len="sm" w="sm" type="none"/>
                  <a:tailEnd len="sm" w="sm" type="none"/>
                </a:ln>
              </p:spPr>
            </p:cxnSp>
            <p:cxnSp>
              <p:nvCxnSpPr>
                <p:cNvPr id="854" name="Google Shape;854;p11"/>
                <p:cNvCxnSpPr/>
                <p:nvPr/>
              </p:nvCxnSpPr>
              <p:spPr>
                <a:xfrm rot="10800000">
                  <a:off x="8512814" y="5284804"/>
                  <a:ext cx="280374" cy="269876"/>
                </a:xfrm>
                <a:prstGeom prst="straightConnector1">
                  <a:avLst/>
                </a:prstGeom>
                <a:noFill/>
                <a:ln cap="flat" cmpd="sng" w="9525">
                  <a:solidFill>
                    <a:schemeClr val="dk1"/>
                  </a:solidFill>
                  <a:prstDash val="solid"/>
                  <a:round/>
                  <a:headEnd len="sm" w="sm" type="none"/>
                  <a:tailEnd len="sm" w="sm" type="none"/>
                </a:ln>
              </p:spPr>
            </p:cxnSp>
            <p:cxnSp>
              <p:nvCxnSpPr>
                <p:cNvPr id="855" name="Google Shape;855;p11"/>
                <p:cNvCxnSpPr/>
                <p:nvPr/>
              </p:nvCxnSpPr>
              <p:spPr>
                <a:xfrm>
                  <a:off x="8512814" y="5234921"/>
                  <a:ext cx="914184" cy="468622"/>
                </a:xfrm>
                <a:prstGeom prst="straightConnector1">
                  <a:avLst/>
                </a:prstGeom>
                <a:noFill/>
                <a:ln cap="flat" cmpd="sng" w="9525">
                  <a:solidFill>
                    <a:schemeClr val="dk1"/>
                  </a:solidFill>
                  <a:prstDash val="solid"/>
                  <a:round/>
                  <a:headEnd len="sm" w="sm" type="none"/>
                  <a:tailEnd len="sm" w="sm" type="none"/>
                </a:ln>
              </p:spPr>
            </p:cxnSp>
            <p:cxnSp>
              <p:nvCxnSpPr>
                <p:cNvPr id="856" name="Google Shape;856;p11"/>
                <p:cNvCxnSpPr/>
                <p:nvPr/>
              </p:nvCxnSpPr>
              <p:spPr>
                <a:xfrm>
                  <a:off x="8271861" y="3806843"/>
                  <a:ext cx="0" cy="131762"/>
                </a:xfrm>
                <a:prstGeom prst="straightConnector1">
                  <a:avLst/>
                </a:prstGeom>
                <a:noFill/>
                <a:ln cap="flat" cmpd="sng" w="9525">
                  <a:solidFill>
                    <a:schemeClr val="dk1"/>
                  </a:solidFill>
                  <a:prstDash val="solid"/>
                  <a:round/>
                  <a:headEnd len="sm" w="sm" type="none"/>
                  <a:tailEnd len="sm" w="sm" type="none"/>
                </a:ln>
              </p:spPr>
            </p:cxnSp>
            <p:cxnSp>
              <p:nvCxnSpPr>
                <p:cNvPr id="857" name="Google Shape;857;p11"/>
                <p:cNvCxnSpPr/>
                <p:nvPr/>
              </p:nvCxnSpPr>
              <p:spPr>
                <a:xfrm flipH="1" rot="10800000">
                  <a:off x="7881336" y="4017980"/>
                  <a:ext cx="168275" cy="3175"/>
                </a:xfrm>
                <a:prstGeom prst="straightConnector1">
                  <a:avLst/>
                </a:prstGeom>
                <a:noFill/>
                <a:ln cap="flat" cmpd="sng" w="9525">
                  <a:solidFill>
                    <a:schemeClr val="dk1"/>
                  </a:solidFill>
                  <a:prstDash val="solid"/>
                  <a:round/>
                  <a:headEnd len="sm" w="sm" type="none"/>
                  <a:tailEnd len="sm" w="sm" type="none"/>
                </a:ln>
              </p:spPr>
            </p:cxnSp>
            <p:cxnSp>
              <p:nvCxnSpPr>
                <p:cNvPr id="858" name="Google Shape;858;p11"/>
                <p:cNvCxnSpPr/>
                <p:nvPr/>
              </p:nvCxnSpPr>
              <p:spPr>
                <a:xfrm flipH="1" rot="5400000">
                  <a:off x="9909628" y="5560344"/>
                  <a:ext cx="366793" cy="1482"/>
                </a:xfrm>
                <a:prstGeom prst="straightConnector1">
                  <a:avLst/>
                </a:prstGeom>
                <a:noFill/>
                <a:ln cap="flat" cmpd="sng" w="12700">
                  <a:solidFill>
                    <a:schemeClr val="dk1"/>
                  </a:solidFill>
                  <a:prstDash val="solid"/>
                  <a:round/>
                  <a:headEnd len="sm" w="sm" type="none"/>
                  <a:tailEnd len="sm" w="sm" type="none"/>
                </a:ln>
              </p:spPr>
            </p:cxnSp>
            <p:cxnSp>
              <p:nvCxnSpPr>
                <p:cNvPr id="859" name="Google Shape;859;p11"/>
                <p:cNvCxnSpPr/>
                <p:nvPr/>
              </p:nvCxnSpPr>
              <p:spPr>
                <a:xfrm flipH="1" rot="10800000">
                  <a:off x="8483508" y="5013435"/>
                  <a:ext cx="404236" cy="207771"/>
                </a:xfrm>
                <a:prstGeom prst="straightConnector1">
                  <a:avLst/>
                </a:prstGeom>
                <a:noFill/>
                <a:ln cap="flat" cmpd="sng" w="9525">
                  <a:solidFill>
                    <a:schemeClr val="dk1"/>
                  </a:solidFill>
                  <a:prstDash val="solid"/>
                  <a:round/>
                  <a:headEnd len="sm" w="sm" type="none"/>
                  <a:tailEnd len="sm" w="sm" type="none"/>
                </a:ln>
              </p:spPr>
            </p:cxnSp>
            <p:cxnSp>
              <p:nvCxnSpPr>
                <p:cNvPr id="860" name="Google Shape;860;p11"/>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861" name="Google Shape;861;p11"/>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862" name="Google Shape;862;p11"/>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863" name="Google Shape;863;p11"/>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864" name="Google Shape;864;p11"/>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865" name="Google Shape;865;p11"/>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866" name="Google Shape;866;p11"/>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867" name="Google Shape;867;p11"/>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868" name="Google Shape;868;p11"/>
                <p:cNvCxnSpPr/>
                <p:nvPr/>
              </p:nvCxnSpPr>
              <p:spPr>
                <a:xfrm flipH="1" rot="10800000">
                  <a:off x="9402788" y="4090252"/>
                  <a:ext cx="429324" cy="705603"/>
                </a:xfrm>
                <a:prstGeom prst="straightConnector1">
                  <a:avLst/>
                </a:prstGeom>
                <a:noFill/>
                <a:ln cap="flat" cmpd="sng" w="9525">
                  <a:solidFill>
                    <a:schemeClr val="dk1"/>
                  </a:solidFill>
                  <a:prstDash val="solid"/>
                  <a:round/>
                  <a:headEnd len="sm" w="sm" type="none"/>
                  <a:tailEnd len="sm" w="sm" type="none"/>
                </a:ln>
              </p:spPr>
            </p:cxnSp>
            <p:cxnSp>
              <p:nvCxnSpPr>
                <p:cNvPr id="869" name="Google Shape;869;p11"/>
                <p:cNvCxnSpPr/>
                <p:nvPr/>
              </p:nvCxnSpPr>
              <p:spPr>
                <a:xfrm flipH="1" rot="10800000">
                  <a:off x="8268637" y="4024329"/>
                  <a:ext cx="969051" cy="3175"/>
                </a:xfrm>
                <a:prstGeom prst="straightConnector1">
                  <a:avLst/>
                </a:prstGeom>
                <a:noFill/>
                <a:ln cap="flat" cmpd="sng" w="9525">
                  <a:solidFill>
                    <a:schemeClr val="dk1"/>
                  </a:solidFill>
                  <a:prstDash val="solid"/>
                  <a:round/>
                  <a:headEnd len="sm" w="sm" type="none"/>
                  <a:tailEnd len="sm" w="sm" type="none"/>
                </a:ln>
              </p:spPr>
            </p:cxnSp>
          </p:grpSp>
          <p:pic>
            <p:nvPicPr>
              <p:cNvPr descr="antenna_radiation_stylized" id="870" name="Google Shape;870;p11"/>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871" name="Google Shape;871;p11"/>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872" name="Google Shape;872;p11"/>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873" name="Google Shape;873;p11"/>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nvGrpSpPr>
          <p:cNvPr id="874" name="Google Shape;874;p11"/>
          <p:cNvGrpSpPr/>
          <p:nvPr/>
        </p:nvGrpSpPr>
        <p:grpSpPr>
          <a:xfrm>
            <a:off x="7414072" y="1891912"/>
            <a:ext cx="1909777" cy="938011"/>
            <a:chOff x="7432700" y="1830405"/>
            <a:chExt cx="1909777" cy="938011"/>
          </a:xfrm>
        </p:grpSpPr>
        <p:grpSp>
          <p:nvGrpSpPr>
            <p:cNvPr id="875" name="Google Shape;875;p11"/>
            <p:cNvGrpSpPr/>
            <p:nvPr/>
          </p:nvGrpSpPr>
          <p:grpSpPr>
            <a:xfrm>
              <a:off x="7743850" y="1830405"/>
              <a:ext cx="415925" cy="385763"/>
              <a:chOff x="2751" y="1851"/>
              <a:chExt cx="462" cy="478"/>
            </a:xfrm>
          </p:grpSpPr>
          <p:pic>
            <p:nvPicPr>
              <p:cNvPr descr="iphone_stylized_small" id="876" name="Google Shape;876;p11"/>
              <p:cNvPicPr preferRelativeResize="0"/>
              <p:nvPr/>
            </p:nvPicPr>
            <p:blipFill rotWithShape="1">
              <a:blip r:embed="rId6">
                <a:alphaModFix/>
              </a:blip>
              <a:srcRect b="0" l="0" r="0" t="0"/>
              <a:stretch/>
            </p:blipFill>
            <p:spPr>
              <a:xfrm>
                <a:off x="2928" y="1922"/>
                <a:ext cx="152" cy="407"/>
              </a:xfrm>
              <a:prstGeom prst="rect">
                <a:avLst/>
              </a:prstGeom>
              <a:noFill/>
              <a:ln>
                <a:noFill/>
              </a:ln>
            </p:spPr>
          </p:pic>
          <p:pic>
            <p:nvPicPr>
              <p:cNvPr descr="antenna_radiation_stylized" id="877" name="Google Shape;877;p11"/>
              <p:cNvPicPr preferRelativeResize="0"/>
              <p:nvPr/>
            </p:nvPicPr>
            <p:blipFill rotWithShape="1">
              <a:blip r:embed="rId7">
                <a:alphaModFix/>
              </a:blip>
              <a:srcRect b="0" l="0" r="0" t="0"/>
              <a:stretch/>
            </p:blipFill>
            <p:spPr>
              <a:xfrm>
                <a:off x="2751" y="1851"/>
                <a:ext cx="462" cy="110"/>
              </a:xfrm>
              <a:prstGeom prst="rect">
                <a:avLst/>
              </a:prstGeom>
              <a:noFill/>
              <a:ln>
                <a:noFill/>
              </a:ln>
            </p:spPr>
          </p:pic>
        </p:grpSp>
        <p:grpSp>
          <p:nvGrpSpPr>
            <p:cNvPr id="878" name="Google Shape;878;p11"/>
            <p:cNvGrpSpPr/>
            <p:nvPr/>
          </p:nvGrpSpPr>
          <p:grpSpPr>
            <a:xfrm>
              <a:off x="7432700" y="2327293"/>
              <a:ext cx="534987" cy="414882"/>
              <a:chOff x="7432700" y="2327293"/>
              <a:chExt cx="534987" cy="414882"/>
            </a:xfrm>
          </p:grpSpPr>
          <p:pic>
            <p:nvPicPr>
              <p:cNvPr descr="antenna_stylized" id="879" name="Google Shape;879;p11"/>
              <p:cNvPicPr preferRelativeResize="0"/>
              <p:nvPr/>
            </p:nvPicPr>
            <p:blipFill rotWithShape="1">
              <a:blip r:embed="rId8">
                <a:alphaModFix/>
              </a:blip>
              <a:srcRect b="0" l="0" r="0" t="0"/>
              <a:stretch/>
            </p:blipFill>
            <p:spPr>
              <a:xfrm>
                <a:off x="7432700" y="2327293"/>
                <a:ext cx="530702" cy="223756"/>
              </a:xfrm>
              <a:prstGeom prst="rect">
                <a:avLst/>
              </a:prstGeom>
              <a:noFill/>
              <a:ln>
                <a:noFill/>
              </a:ln>
            </p:spPr>
          </p:pic>
          <p:pic>
            <p:nvPicPr>
              <p:cNvPr descr="laptop_keyboard" id="880" name="Google Shape;880;p11"/>
              <p:cNvPicPr preferRelativeResize="0"/>
              <p:nvPr/>
            </p:nvPicPr>
            <p:blipFill rotWithShape="1">
              <a:blip r:embed="rId9">
                <a:alphaModFix/>
              </a:blip>
              <a:srcRect b="0" l="0" r="0" t="0"/>
              <a:stretch/>
            </p:blipFill>
            <p:spPr>
              <a:xfrm flipH="1" rot="109064">
                <a:off x="7458407" y="2575770"/>
                <a:ext cx="437221" cy="159511"/>
              </a:xfrm>
              <a:prstGeom prst="rect">
                <a:avLst/>
              </a:prstGeom>
              <a:noFill/>
              <a:ln>
                <a:noFill/>
              </a:ln>
            </p:spPr>
          </p:pic>
          <p:sp>
            <p:nvSpPr>
              <p:cNvPr id="881" name="Google Shape;881;p11"/>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882" name="Google Shape;882;p11"/>
              <p:cNvPicPr preferRelativeResize="0"/>
              <p:nvPr/>
            </p:nvPicPr>
            <p:blipFill rotWithShape="1">
              <a:blip r:embed="rId10">
                <a:alphaModFix/>
              </a:blip>
              <a:srcRect b="0" l="0" r="0" t="0"/>
              <a:stretch/>
            </p:blipFill>
            <p:spPr>
              <a:xfrm>
                <a:off x="7620637" y="2426338"/>
                <a:ext cx="319785" cy="189429"/>
              </a:xfrm>
              <a:prstGeom prst="rect">
                <a:avLst/>
              </a:prstGeom>
              <a:noFill/>
              <a:ln>
                <a:noFill/>
              </a:ln>
            </p:spPr>
          </p:pic>
          <p:sp>
            <p:nvSpPr>
              <p:cNvPr id="883" name="Google Shape;883;p11"/>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4" name="Google Shape;884;p11"/>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5" name="Google Shape;885;p11"/>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6" name="Google Shape;886;p11"/>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7" name="Google Shape;887;p11"/>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8" name="Google Shape;888;p11"/>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89" name="Google Shape;889;p11"/>
              <p:cNvGrpSpPr/>
              <p:nvPr/>
            </p:nvGrpSpPr>
            <p:grpSpPr>
              <a:xfrm>
                <a:off x="7594735" y="2642220"/>
                <a:ext cx="98740" cy="36846"/>
                <a:chOff x="1740" y="2642"/>
                <a:chExt cx="752" cy="327"/>
              </a:xfrm>
            </p:grpSpPr>
            <p:sp>
              <p:nvSpPr>
                <p:cNvPr id="890" name="Google Shape;890;p11"/>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1" name="Google Shape;891;p11"/>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2" name="Google Shape;892;p11"/>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3" name="Google Shape;893;p11"/>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4" name="Google Shape;894;p11"/>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5" name="Google Shape;895;p11"/>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96" name="Google Shape;896;p11"/>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7" name="Google Shape;897;p11"/>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8" name="Google Shape;898;p11"/>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9" name="Google Shape;899;p11"/>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0" name="Google Shape;900;p11"/>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1" name="Google Shape;901;p11"/>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02" name="Google Shape;902;p11"/>
            <p:cNvGrpSpPr/>
            <p:nvPr/>
          </p:nvGrpSpPr>
          <p:grpSpPr>
            <a:xfrm>
              <a:off x="8631407" y="2290407"/>
              <a:ext cx="530702" cy="478009"/>
              <a:chOff x="8631407" y="2290407"/>
              <a:chExt cx="530702" cy="478009"/>
            </a:xfrm>
          </p:grpSpPr>
          <p:pic>
            <p:nvPicPr>
              <p:cNvPr descr="light2.png" id="903" name="Google Shape;903;p11"/>
              <p:cNvPicPr preferRelativeResize="0"/>
              <p:nvPr/>
            </p:nvPicPr>
            <p:blipFill rotWithShape="1">
              <a:blip r:embed="rId11">
                <a:alphaModFix/>
              </a:blip>
              <a:srcRect b="0" l="0" r="0" t="0"/>
              <a:stretch/>
            </p:blipFill>
            <p:spPr>
              <a:xfrm flipH="1">
                <a:off x="8825293" y="2362969"/>
                <a:ext cx="92772" cy="405447"/>
              </a:xfrm>
              <a:prstGeom prst="rect">
                <a:avLst/>
              </a:prstGeom>
              <a:noFill/>
              <a:ln>
                <a:noFill/>
              </a:ln>
            </p:spPr>
          </p:pic>
          <p:pic>
            <p:nvPicPr>
              <p:cNvPr descr="antenna_stylized" id="904" name="Google Shape;904;p11"/>
              <p:cNvPicPr preferRelativeResize="0"/>
              <p:nvPr/>
            </p:nvPicPr>
            <p:blipFill rotWithShape="1">
              <a:blip r:embed="rId8">
                <a:alphaModFix/>
              </a:blip>
              <a:srcRect b="0" l="0" r="0" t="0"/>
              <a:stretch/>
            </p:blipFill>
            <p:spPr>
              <a:xfrm>
                <a:off x="8631407" y="2290407"/>
                <a:ext cx="530702" cy="223756"/>
              </a:xfrm>
              <a:prstGeom prst="rect">
                <a:avLst/>
              </a:prstGeom>
              <a:noFill/>
              <a:ln>
                <a:noFill/>
              </a:ln>
            </p:spPr>
          </p:pic>
        </p:grpSp>
        <p:grpSp>
          <p:nvGrpSpPr>
            <p:cNvPr id="905" name="Google Shape;905;p11"/>
            <p:cNvGrpSpPr/>
            <p:nvPr/>
          </p:nvGrpSpPr>
          <p:grpSpPr>
            <a:xfrm>
              <a:off x="8493165" y="2029804"/>
              <a:ext cx="849312" cy="226109"/>
              <a:chOff x="8493165" y="2029804"/>
              <a:chExt cx="849312" cy="226109"/>
            </a:xfrm>
          </p:grpSpPr>
          <p:pic>
            <p:nvPicPr>
              <p:cNvPr descr="car_icon_small" id="906" name="Google Shape;906;p11"/>
              <p:cNvPicPr preferRelativeResize="0"/>
              <p:nvPr/>
            </p:nvPicPr>
            <p:blipFill rotWithShape="1">
              <a:blip r:embed="rId12">
                <a:alphaModFix/>
              </a:blip>
              <a:srcRect b="0" l="0" r="0" t="0"/>
              <a:stretch/>
            </p:blipFill>
            <p:spPr>
              <a:xfrm>
                <a:off x="8493165" y="2087638"/>
                <a:ext cx="849312" cy="168275"/>
              </a:xfrm>
              <a:prstGeom prst="rect">
                <a:avLst/>
              </a:prstGeom>
              <a:noFill/>
              <a:ln>
                <a:noFill/>
              </a:ln>
            </p:spPr>
          </p:pic>
          <p:pic>
            <p:nvPicPr>
              <p:cNvPr descr="antenna_stylized" id="907" name="Google Shape;907;p11"/>
              <p:cNvPicPr preferRelativeResize="0"/>
              <p:nvPr/>
            </p:nvPicPr>
            <p:blipFill rotWithShape="1">
              <a:blip r:embed="rId8">
                <a:alphaModFix/>
              </a:blip>
              <a:srcRect b="0" l="0" r="0" t="0"/>
              <a:stretch/>
            </p:blipFill>
            <p:spPr>
              <a:xfrm>
                <a:off x="8704645" y="2029804"/>
                <a:ext cx="530702" cy="223756"/>
              </a:xfrm>
              <a:prstGeom prst="rect">
                <a:avLst/>
              </a:prstGeom>
              <a:noFill/>
              <a:ln>
                <a:noFill/>
              </a:ln>
            </p:spPr>
          </p:pic>
        </p:grpSp>
      </p:grpSp>
      <p:grpSp>
        <p:nvGrpSpPr>
          <p:cNvPr id="908" name="Google Shape;908;p11"/>
          <p:cNvGrpSpPr/>
          <p:nvPr/>
        </p:nvGrpSpPr>
        <p:grpSpPr>
          <a:xfrm>
            <a:off x="7468516" y="3357611"/>
            <a:ext cx="857739" cy="583764"/>
            <a:chOff x="7487144" y="3296104"/>
            <a:chExt cx="857739" cy="583764"/>
          </a:xfrm>
        </p:grpSpPr>
        <p:grpSp>
          <p:nvGrpSpPr>
            <p:cNvPr id="909" name="Google Shape;909;p11"/>
            <p:cNvGrpSpPr/>
            <p:nvPr/>
          </p:nvGrpSpPr>
          <p:grpSpPr>
            <a:xfrm>
              <a:off x="7487144" y="3389820"/>
              <a:ext cx="350807" cy="310034"/>
              <a:chOff x="7487144" y="3389820"/>
              <a:chExt cx="350807" cy="310034"/>
            </a:xfrm>
          </p:grpSpPr>
          <p:pic>
            <p:nvPicPr>
              <p:cNvPr descr="antenna_stylized" id="910" name="Google Shape;910;p11"/>
              <p:cNvPicPr preferRelativeResize="0"/>
              <p:nvPr/>
            </p:nvPicPr>
            <p:blipFill rotWithShape="1">
              <a:blip r:embed="rId13">
                <a:alphaModFix/>
              </a:blip>
              <a:srcRect b="0" l="0" r="0" t="0"/>
              <a:stretch/>
            </p:blipFill>
            <p:spPr>
              <a:xfrm>
                <a:off x="7487144" y="3389820"/>
                <a:ext cx="347997" cy="167557"/>
              </a:xfrm>
              <a:prstGeom prst="rect">
                <a:avLst/>
              </a:prstGeom>
              <a:noFill/>
              <a:ln>
                <a:noFill/>
              </a:ln>
            </p:spPr>
          </p:pic>
          <p:pic>
            <p:nvPicPr>
              <p:cNvPr descr="laptop_keyboard" id="911" name="Google Shape;911;p11"/>
              <p:cNvPicPr preferRelativeResize="0"/>
              <p:nvPr/>
            </p:nvPicPr>
            <p:blipFill rotWithShape="1">
              <a:blip r:embed="rId14">
                <a:alphaModFix/>
              </a:blip>
              <a:srcRect b="0" l="0" r="0" t="0"/>
              <a:stretch/>
            </p:blipFill>
            <p:spPr>
              <a:xfrm flipH="1" rot="109064">
                <a:off x="7504001" y="3575889"/>
                <a:ext cx="286699" cy="119448"/>
              </a:xfrm>
              <a:prstGeom prst="rect">
                <a:avLst/>
              </a:prstGeom>
              <a:noFill/>
              <a:ln>
                <a:noFill/>
              </a:ln>
            </p:spPr>
          </p:pic>
          <p:sp>
            <p:nvSpPr>
              <p:cNvPr id="912" name="Google Shape;912;p11"/>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913" name="Google Shape;913;p11"/>
              <p:cNvPicPr preferRelativeResize="0"/>
              <p:nvPr/>
            </p:nvPicPr>
            <p:blipFill rotWithShape="1">
              <a:blip r:embed="rId15">
                <a:alphaModFix/>
              </a:blip>
              <a:srcRect b="0" l="0" r="0" t="0"/>
              <a:stretch/>
            </p:blipFill>
            <p:spPr>
              <a:xfrm>
                <a:off x="7610380" y="3463988"/>
                <a:ext cx="209692" cy="141851"/>
              </a:xfrm>
              <a:prstGeom prst="rect">
                <a:avLst/>
              </a:prstGeom>
              <a:noFill/>
              <a:ln>
                <a:noFill/>
              </a:ln>
            </p:spPr>
          </p:pic>
          <p:sp>
            <p:nvSpPr>
              <p:cNvPr id="914" name="Google Shape;914;p11"/>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5" name="Google Shape;915;p11"/>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6" name="Google Shape;916;p11"/>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7" name="Google Shape;917;p11"/>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8" name="Google Shape;918;p11"/>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9" name="Google Shape;919;p11"/>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20" name="Google Shape;920;p11"/>
              <p:cNvGrpSpPr/>
              <p:nvPr/>
            </p:nvGrpSpPr>
            <p:grpSpPr>
              <a:xfrm>
                <a:off x="7593395" y="3625649"/>
                <a:ext cx="64747" cy="27592"/>
                <a:chOff x="1740" y="2642"/>
                <a:chExt cx="752" cy="327"/>
              </a:xfrm>
            </p:grpSpPr>
            <p:sp>
              <p:nvSpPr>
                <p:cNvPr id="921" name="Google Shape;921;p11"/>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2" name="Google Shape;922;p11"/>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3" name="Google Shape;923;p11"/>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4" name="Google Shape;924;p11"/>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5" name="Google Shape;925;p11"/>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6" name="Google Shape;926;p11"/>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27" name="Google Shape;927;p11"/>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8" name="Google Shape;928;p11"/>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9" name="Google Shape;929;p11"/>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0" name="Google Shape;930;p11"/>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1" name="Google Shape;931;p11"/>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2" name="Google Shape;932;p11"/>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33" name="Google Shape;933;p11"/>
            <p:cNvGrpSpPr/>
            <p:nvPr/>
          </p:nvGrpSpPr>
          <p:grpSpPr>
            <a:xfrm flipH="1">
              <a:off x="7985622" y="3537823"/>
              <a:ext cx="359261" cy="342045"/>
              <a:chOff x="2839" y="3501"/>
              <a:chExt cx="755" cy="803"/>
            </a:xfrm>
          </p:grpSpPr>
          <p:pic>
            <p:nvPicPr>
              <p:cNvPr descr="desktop_computer_stylized_medium" id="934" name="Google Shape;934;p11"/>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935" name="Google Shape;935;p11"/>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36" name="Google Shape;936;p11"/>
            <p:cNvGrpSpPr/>
            <p:nvPr/>
          </p:nvGrpSpPr>
          <p:grpSpPr>
            <a:xfrm>
              <a:off x="7797061" y="3296104"/>
              <a:ext cx="347997" cy="396620"/>
              <a:chOff x="7797061" y="3296104"/>
              <a:chExt cx="347997" cy="396620"/>
            </a:xfrm>
          </p:grpSpPr>
          <p:pic>
            <p:nvPicPr>
              <p:cNvPr descr="fridge2.png" id="937" name="Google Shape;937;p11"/>
              <p:cNvPicPr preferRelativeResize="0"/>
              <p:nvPr/>
            </p:nvPicPr>
            <p:blipFill rotWithShape="1">
              <a:blip r:embed="rId17">
                <a:alphaModFix/>
              </a:blip>
              <a:srcRect b="0" l="0" r="0" t="0"/>
              <a:stretch/>
            </p:blipFill>
            <p:spPr>
              <a:xfrm>
                <a:off x="7896825" y="3355697"/>
                <a:ext cx="189578" cy="337027"/>
              </a:xfrm>
              <a:prstGeom prst="rect">
                <a:avLst/>
              </a:prstGeom>
              <a:noFill/>
              <a:ln>
                <a:noFill/>
              </a:ln>
            </p:spPr>
          </p:pic>
          <p:pic>
            <p:nvPicPr>
              <p:cNvPr descr="antenna_stylized" id="938" name="Google Shape;938;p11"/>
              <p:cNvPicPr preferRelativeResize="0"/>
              <p:nvPr/>
            </p:nvPicPr>
            <p:blipFill rotWithShape="1">
              <a:blip r:embed="rId13">
                <a:alphaModFix/>
              </a:blip>
              <a:srcRect b="0" l="0" r="0" t="0"/>
              <a:stretch/>
            </p:blipFill>
            <p:spPr>
              <a:xfrm>
                <a:off x="7797061" y="3296104"/>
                <a:ext cx="347997" cy="167557"/>
              </a:xfrm>
              <a:prstGeom prst="rect">
                <a:avLst/>
              </a:prstGeom>
              <a:noFill/>
              <a:ln>
                <a:noFill/>
              </a:ln>
            </p:spPr>
          </p:pic>
        </p:grpSp>
      </p:grpSp>
      <p:grpSp>
        <p:nvGrpSpPr>
          <p:cNvPr id="939" name="Google Shape;939;p11"/>
          <p:cNvGrpSpPr/>
          <p:nvPr/>
        </p:nvGrpSpPr>
        <p:grpSpPr>
          <a:xfrm>
            <a:off x="11039945" y="3460672"/>
            <a:ext cx="518448" cy="1212242"/>
            <a:chOff x="11058573" y="3399165"/>
            <a:chExt cx="518448" cy="1212242"/>
          </a:xfrm>
        </p:grpSpPr>
        <p:grpSp>
          <p:nvGrpSpPr>
            <p:cNvPr id="940" name="Google Shape;940;p11"/>
            <p:cNvGrpSpPr/>
            <p:nvPr/>
          </p:nvGrpSpPr>
          <p:grpSpPr>
            <a:xfrm>
              <a:off x="11087182" y="4159591"/>
              <a:ext cx="489839" cy="451816"/>
              <a:chOff x="5103720" y="2693365"/>
              <a:chExt cx="611650" cy="414788"/>
            </a:xfrm>
          </p:grpSpPr>
          <p:cxnSp>
            <p:nvCxnSpPr>
              <p:cNvPr id="941" name="Google Shape;941;p11"/>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942" name="Google Shape;942;p11"/>
              <p:cNvGrpSpPr/>
              <p:nvPr/>
            </p:nvGrpSpPr>
            <p:grpSpPr>
              <a:xfrm>
                <a:off x="5275406" y="2693365"/>
                <a:ext cx="439964" cy="414788"/>
                <a:chOff x="5275406" y="2711455"/>
                <a:chExt cx="452949" cy="405518"/>
              </a:xfrm>
            </p:grpSpPr>
            <p:pic>
              <p:nvPicPr>
                <p:cNvPr descr="server_rack.png" id="943" name="Google Shape;943;p11"/>
                <p:cNvPicPr preferRelativeResize="0"/>
                <p:nvPr/>
              </p:nvPicPr>
              <p:blipFill rotWithShape="1">
                <a:blip r:embed="rId18">
                  <a:alphaModFix/>
                </a:blip>
                <a:srcRect b="0" l="0" r="0" t="0"/>
                <a:stretch/>
              </p:blipFill>
              <p:spPr>
                <a:xfrm>
                  <a:off x="5537367" y="2770786"/>
                  <a:ext cx="190988" cy="313366"/>
                </a:xfrm>
                <a:prstGeom prst="rect">
                  <a:avLst/>
                </a:prstGeom>
                <a:noFill/>
                <a:ln>
                  <a:noFill/>
                </a:ln>
              </p:spPr>
            </p:pic>
            <p:pic>
              <p:nvPicPr>
                <p:cNvPr descr="server_rack.png" id="944" name="Google Shape;944;p11"/>
                <p:cNvPicPr preferRelativeResize="0"/>
                <p:nvPr/>
              </p:nvPicPr>
              <p:blipFill rotWithShape="1">
                <a:blip r:embed="rId18">
                  <a:alphaModFix/>
                </a:blip>
                <a:srcRect b="0" l="0" r="0" t="0"/>
                <a:stretch/>
              </p:blipFill>
              <p:spPr>
                <a:xfrm>
                  <a:off x="5275406" y="2764002"/>
                  <a:ext cx="190988" cy="313366"/>
                </a:xfrm>
                <a:prstGeom prst="rect">
                  <a:avLst/>
                </a:prstGeom>
                <a:noFill/>
                <a:ln>
                  <a:noFill/>
                </a:ln>
              </p:spPr>
            </p:pic>
            <p:pic>
              <p:nvPicPr>
                <p:cNvPr descr="server_rack.png" id="945" name="Google Shape;945;p11"/>
                <p:cNvPicPr preferRelativeResize="0"/>
                <p:nvPr/>
              </p:nvPicPr>
              <p:blipFill rotWithShape="1">
                <a:blip r:embed="rId18">
                  <a:alphaModFix/>
                </a:blip>
                <a:srcRect b="0" l="0" r="0" t="0"/>
                <a:stretch/>
              </p:blipFill>
              <p:spPr>
                <a:xfrm>
                  <a:off x="5385676" y="2711455"/>
                  <a:ext cx="247152" cy="405518"/>
                </a:xfrm>
                <a:prstGeom prst="rect">
                  <a:avLst/>
                </a:prstGeom>
                <a:noFill/>
                <a:ln>
                  <a:noFill/>
                </a:ln>
              </p:spPr>
            </p:pic>
          </p:grpSp>
        </p:grpSp>
        <p:grpSp>
          <p:nvGrpSpPr>
            <p:cNvPr id="946" name="Google Shape;946;p11"/>
            <p:cNvGrpSpPr/>
            <p:nvPr/>
          </p:nvGrpSpPr>
          <p:grpSpPr>
            <a:xfrm>
              <a:off x="11058573" y="3399165"/>
              <a:ext cx="423724" cy="405973"/>
              <a:chOff x="5103720" y="2693365"/>
              <a:chExt cx="611650" cy="414788"/>
            </a:xfrm>
          </p:grpSpPr>
          <p:cxnSp>
            <p:nvCxnSpPr>
              <p:cNvPr id="947" name="Google Shape;947;p11"/>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948" name="Google Shape;948;p11"/>
              <p:cNvGrpSpPr/>
              <p:nvPr/>
            </p:nvGrpSpPr>
            <p:grpSpPr>
              <a:xfrm>
                <a:off x="5275406" y="2693365"/>
                <a:ext cx="439964" cy="414788"/>
                <a:chOff x="5275406" y="2711455"/>
                <a:chExt cx="452949" cy="405518"/>
              </a:xfrm>
            </p:grpSpPr>
            <p:pic>
              <p:nvPicPr>
                <p:cNvPr descr="server_rack.png" id="949" name="Google Shape;949;p11"/>
                <p:cNvPicPr preferRelativeResize="0"/>
                <p:nvPr/>
              </p:nvPicPr>
              <p:blipFill rotWithShape="1">
                <a:blip r:embed="rId18">
                  <a:alphaModFix/>
                </a:blip>
                <a:srcRect b="0" l="0" r="0" t="0"/>
                <a:stretch/>
              </p:blipFill>
              <p:spPr>
                <a:xfrm>
                  <a:off x="5537367" y="2770786"/>
                  <a:ext cx="190988" cy="313366"/>
                </a:xfrm>
                <a:prstGeom prst="rect">
                  <a:avLst/>
                </a:prstGeom>
                <a:noFill/>
                <a:ln>
                  <a:noFill/>
                </a:ln>
              </p:spPr>
            </p:pic>
            <p:pic>
              <p:nvPicPr>
                <p:cNvPr descr="server_rack.png" id="950" name="Google Shape;950;p11"/>
                <p:cNvPicPr preferRelativeResize="0"/>
                <p:nvPr/>
              </p:nvPicPr>
              <p:blipFill rotWithShape="1">
                <a:blip r:embed="rId18">
                  <a:alphaModFix/>
                </a:blip>
                <a:srcRect b="0" l="0" r="0" t="0"/>
                <a:stretch/>
              </p:blipFill>
              <p:spPr>
                <a:xfrm>
                  <a:off x="5275406" y="2764002"/>
                  <a:ext cx="190988" cy="313366"/>
                </a:xfrm>
                <a:prstGeom prst="rect">
                  <a:avLst/>
                </a:prstGeom>
                <a:noFill/>
                <a:ln>
                  <a:noFill/>
                </a:ln>
              </p:spPr>
            </p:pic>
            <p:pic>
              <p:nvPicPr>
                <p:cNvPr descr="server_rack.png" id="951" name="Google Shape;951;p11"/>
                <p:cNvPicPr preferRelativeResize="0"/>
                <p:nvPr/>
              </p:nvPicPr>
              <p:blipFill rotWithShape="1">
                <a:blip r:embed="rId18">
                  <a:alphaModFix/>
                </a:blip>
                <a:srcRect b="0" l="0" r="0" t="0"/>
                <a:stretch/>
              </p:blipFill>
              <p:spPr>
                <a:xfrm>
                  <a:off x="5385676" y="2711455"/>
                  <a:ext cx="247152" cy="405518"/>
                </a:xfrm>
                <a:prstGeom prst="rect">
                  <a:avLst/>
                </a:prstGeom>
                <a:noFill/>
                <a:ln>
                  <a:noFill/>
                </a:ln>
              </p:spPr>
            </p:pic>
          </p:grpSp>
        </p:grpSp>
      </p:grpSp>
      <p:grpSp>
        <p:nvGrpSpPr>
          <p:cNvPr id="952" name="Google Shape;952;p11"/>
          <p:cNvGrpSpPr/>
          <p:nvPr/>
        </p:nvGrpSpPr>
        <p:grpSpPr>
          <a:xfrm>
            <a:off x="10263913" y="5306138"/>
            <a:ext cx="177192" cy="330833"/>
            <a:chOff x="4140" y="429"/>
            <a:chExt cx="1425" cy="2396"/>
          </a:xfrm>
        </p:grpSpPr>
        <p:sp>
          <p:nvSpPr>
            <p:cNvPr id="953" name="Google Shape;953;p1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4" name="Google Shape;954;p1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55" name="Google Shape;955;p1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6" name="Google Shape;956;p1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7" name="Google Shape;957;p11"/>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958" name="Google Shape;958;p11"/>
            <p:cNvGrpSpPr/>
            <p:nvPr/>
          </p:nvGrpSpPr>
          <p:grpSpPr>
            <a:xfrm>
              <a:off x="4748" y="666"/>
              <a:ext cx="578" cy="150"/>
              <a:chOff x="613" y="2566"/>
              <a:chExt cx="721" cy="144"/>
            </a:xfrm>
          </p:grpSpPr>
          <p:sp>
            <p:nvSpPr>
              <p:cNvPr id="959" name="Google Shape;959;p11"/>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60" name="Google Shape;960;p1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961" name="Google Shape;961;p11"/>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962" name="Google Shape;962;p11"/>
            <p:cNvGrpSpPr/>
            <p:nvPr/>
          </p:nvGrpSpPr>
          <p:grpSpPr>
            <a:xfrm>
              <a:off x="4748" y="990"/>
              <a:ext cx="578" cy="134"/>
              <a:chOff x="615" y="2564"/>
              <a:chExt cx="721" cy="139"/>
            </a:xfrm>
          </p:grpSpPr>
          <p:sp>
            <p:nvSpPr>
              <p:cNvPr id="963" name="Google Shape;963;p11"/>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64" name="Google Shape;964;p1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965" name="Google Shape;965;p11"/>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66" name="Google Shape;966;p11"/>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967" name="Google Shape;967;p11"/>
            <p:cNvGrpSpPr/>
            <p:nvPr/>
          </p:nvGrpSpPr>
          <p:grpSpPr>
            <a:xfrm>
              <a:off x="4738" y="1647"/>
              <a:ext cx="578" cy="135"/>
              <a:chOff x="618" y="2586"/>
              <a:chExt cx="720" cy="124"/>
            </a:xfrm>
          </p:grpSpPr>
          <p:sp>
            <p:nvSpPr>
              <p:cNvPr id="968" name="Google Shape;968;p11"/>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69" name="Google Shape;969;p1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970" name="Google Shape;970;p1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71" name="Google Shape;971;p11"/>
            <p:cNvGrpSpPr/>
            <p:nvPr/>
          </p:nvGrpSpPr>
          <p:grpSpPr>
            <a:xfrm>
              <a:off x="4738" y="1330"/>
              <a:ext cx="588" cy="134"/>
              <a:chOff x="613" y="2571"/>
              <a:chExt cx="732" cy="134"/>
            </a:xfrm>
          </p:grpSpPr>
          <p:sp>
            <p:nvSpPr>
              <p:cNvPr id="972" name="Google Shape;972;p11"/>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73" name="Google Shape;973;p1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974" name="Google Shape;974;p1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75" name="Google Shape;975;p1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6" name="Google Shape;976;p1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7" name="Google Shape;977;p1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78" name="Google Shape;978;p1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9" name="Google Shape;979;p11"/>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80" name="Google Shape;980;p11"/>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81" name="Google Shape;981;p1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82" name="Google Shape;982;p1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983" name="Google Shape;983;p1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84" name="Google Shape;984;p11"/>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985" name="Google Shape;985;p11"/>
          <p:cNvGrpSpPr/>
          <p:nvPr/>
        </p:nvGrpSpPr>
        <p:grpSpPr>
          <a:xfrm flipH="1">
            <a:off x="7955853" y="4932348"/>
            <a:ext cx="345630" cy="320302"/>
            <a:chOff x="2839" y="3501"/>
            <a:chExt cx="755" cy="803"/>
          </a:xfrm>
        </p:grpSpPr>
        <p:pic>
          <p:nvPicPr>
            <p:cNvPr descr="desktop_computer_stylized_medium" id="986" name="Google Shape;986;p11"/>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987" name="Google Shape;987;p11"/>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88" name="Google Shape;988;p11"/>
          <p:cNvGrpSpPr/>
          <p:nvPr/>
        </p:nvGrpSpPr>
        <p:grpSpPr>
          <a:xfrm>
            <a:off x="9010801" y="5861358"/>
            <a:ext cx="310186" cy="312008"/>
            <a:chOff x="877" y="1008"/>
            <a:chExt cx="2747" cy="2626"/>
          </a:xfrm>
        </p:grpSpPr>
        <p:pic>
          <p:nvPicPr>
            <p:cNvPr descr="antenna_stylized" id="989" name="Google Shape;989;p11"/>
            <p:cNvPicPr preferRelativeResize="0"/>
            <p:nvPr/>
          </p:nvPicPr>
          <p:blipFill rotWithShape="1">
            <a:blip r:embed="rId20">
              <a:alphaModFix/>
            </a:blip>
            <a:srcRect b="0" l="0" r="0" t="0"/>
            <a:stretch/>
          </p:blipFill>
          <p:spPr>
            <a:xfrm>
              <a:off x="877" y="1008"/>
              <a:ext cx="2725" cy="1421"/>
            </a:xfrm>
            <a:prstGeom prst="rect">
              <a:avLst/>
            </a:prstGeom>
            <a:noFill/>
            <a:ln>
              <a:noFill/>
            </a:ln>
          </p:spPr>
        </p:pic>
        <p:pic>
          <p:nvPicPr>
            <p:cNvPr descr="laptop_keyboard" id="990" name="Google Shape;990;p11"/>
            <p:cNvPicPr preferRelativeResize="0"/>
            <p:nvPr/>
          </p:nvPicPr>
          <p:blipFill rotWithShape="1">
            <a:blip r:embed="rId21">
              <a:alphaModFix/>
            </a:blip>
            <a:srcRect b="0" l="0" r="0" t="0"/>
            <a:stretch/>
          </p:blipFill>
          <p:spPr>
            <a:xfrm flipH="1" rot="109064">
              <a:off x="1009" y="2586"/>
              <a:ext cx="2245" cy="1013"/>
            </a:xfrm>
            <a:prstGeom prst="rect">
              <a:avLst/>
            </a:prstGeom>
            <a:noFill/>
            <a:ln>
              <a:noFill/>
            </a:ln>
          </p:spPr>
        </p:pic>
        <p:sp>
          <p:nvSpPr>
            <p:cNvPr id="991" name="Google Shape;991;p11"/>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992" name="Google Shape;992;p11"/>
            <p:cNvPicPr preferRelativeResize="0"/>
            <p:nvPr/>
          </p:nvPicPr>
          <p:blipFill rotWithShape="1">
            <a:blip r:embed="rId22">
              <a:alphaModFix/>
            </a:blip>
            <a:srcRect b="0" l="0" r="0" t="0"/>
            <a:stretch/>
          </p:blipFill>
          <p:spPr>
            <a:xfrm>
              <a:off x="1842" y="1637"/>
              <a:ext cx="1642" cy="1203"/>
            </a:xfrm>
            <a:prstGeom prst="rect">
              <a:avLst/>
            </a:prstGeom>
            <a:noFill/>
            <a:ln>
              <a:noFill/>
            </a:ln>
          </p:spPr>
        </p:pic>
        <p:sp>
          <p:nvSpPr>
            <p:cNvPr id="993" name="Google Shape;993;p11"/>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4" name="Google Shape;994;p11"/>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5" name="Google Shape;995;p11"/>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6" name="Google Shape;996;p11"/>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7" name="Google Shape;997;p11"/>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8" name="Google Shape;998;p11"/>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99" name="Google Shape;999;p11"/>
            <p:cNvGrpSpPr/>
            <p:nvPr/>
          </p:nvGrpSpPr>
          <p:grpSpPr>
            <a:xfrm>
              <a:off x="1709" y="3008"/>
              <a:ext cx="507" cy="234"/>
              <a:chOff x="1740" y="2642"/>
              <a:chExt cx="752" cy="327"/>
            </a:xfrm>
          </p:grpSpPr>
          <p:sp>
            <p:nvSpPr>
              <p:cNvPr id="1000" name="Google Shape;1000;p11"/>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1" name="Google Shape;1001;p11"/>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2" name="Google Shape;1002;p11"/>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3" name="Google Shape;1003;p11"/>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4" name="Google Shape;1004;p11"/>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5" name="Google Shape;1005;p11"/>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06" name="Google Shape;1006;p11"/>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7" name="Google Shape;1007;p11"/>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8" name="Google Shape;1008;p11"/>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9" name="Google Shape;1009;p11"/>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0" name="Google Shape;1010;p11"/>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1" name="Google Shape;1011;p11"/>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12" name="Google Shape;1012;p11"/>
          <p:cNvGrpSpPr/>
          <p:nvPr/>
        </p:nvGrpSpPr>
        <p:grpSpPr>
          <a:xfrm flipH="1">
            <a:off x="7748979" y="5313247"/>
            <a:ext cx="345630" cy="320302"/>
            <a:chOff x="2839" y="3501"/>
            <a:chExt cx="755" cy="803"/>
          </a:xfrm>
        </p:grpSpPr>
        <p:pic>
          <p:nvPicPr>
            <p:cNvPr descr="desktop_computer_stylized_medium" id="1013" name="Google Shape;1013;p11"/>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1014" name="Google Shape;1014;p11"/>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15" name="Google Shape;1015;p11"/>
          <p:cNvGrpSpPr/>
          <p:nvPr/>
        </p:nvGrpSpPr>
        <p:grpSpPr>
          <a:xfrm flipH="1">
            <a:off x="8128907" y="5536844"/>
            <a:ext cx="345630" cy="320302"/>
            <a:chOff x="2839" y="3501"/>
            <a:chExt cx="755" cy="803"/>
          </a:xfrm>
        </p:grpSpPr>
        <p:pic>
          <p:nvPicPr>
            <p:cNvPr descr="desktop_computer_stylized_medium" id="1016" name="Google Shape;1016;p11"/>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1017" name="Google Shape;1017;p11"/>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18" name="Google Shape;1018;p11"/>
          <p:cNvGrpSpPr/>
          <p:nvPr/>
        </p:nvGrpSpPr>
        <p:grpSpPr>
          <a:xfrm flipH="1">
            <a:off x="8527132" y="5558317"/>
            <a:ext cx="345630" cy="320302"/>
            <a:chOff x="2839" y="3501"/>
            <a:chExt cx="755" cy="803"/>
          </a:xfrm>
        </p:grpSpPr>
        <p:pic>
          <p:nvPicPr>
            <p:cNvPr descr="desktop_computer_stylized_medium" id="1019" name="Google Shape;1019;p11"/>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1020" name="Google Shape;1020;p11"/>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21" name="Google Shape;1021;p11"/>
          <p:cNvGrpSpPr/>
          <p:nvPr/>
        </p:nvGrpSpPr>
        <p:grpSpPr>
          <a:xfrm>
            <a:off x="9647169" y="6015687"/>
            <a:ext cx="319264" cy="256836"/>
            <a:chOff x="877" y="1008"/>
            <a:chExt cx="2747" cy="2626"/>
          </a:xfrm>
        </p:grpSpPr>
        <p:pic>
          <p:nvPicPr>
            <p:cNvPr descr="antenna_stylized" id="1022" name="Google Shape;1022;p11"/>
            <p:cNvPicPr preferRelativeResize="0"/>
            <p:nvPr/>
          </p:nvPicPr>
          <p:blipFill rotWithShape="1">
            <a:blip r:embed="rId20">
              <a:alphaModFix/>
            </a:blip>
            <a:srcRect b="0" l="0" r="0" t="0"/>
            <a:stretch/>
          </p:blipFill>
          <p:spPr>
            <a:xfrm>
              <a:off x="877" y="1008"/>
              <a:ext cx="2725" cy="1421"/>
            </a:xfrm>
            <a:prstGeom prst="rect">
              <a:avLst/>
            </a:prstGeom>
            <a:noFill/>
            <a:ln>
              <a:noFill/>
            </a:ln>
          </p:spPr>
        </p:pic>
        <p:pic>
          <p:nvPicPr>
            <p:cNvPr descr="laptop_keyboard" id="1023" name="Google Shape;1023;p11"/>
            <p:cNvPicPr preferRelativeResize="0"/>
            <p:nvPr/>
          </p:nvPicPr>
          <p:blipFill rotWithShape="1">
            <a:blip r:embed="rId21">
              <a:alphaModFix/>
            </a:blip>
            <a:srcRect b="0" l="0" r="0" t="0"/>
            <a:stretch/>
          </p:blipFill>
          <p:spPr>
            <a:xfrm flipH="1" rot="109064">
              <a:off x="1009" y="2586"/>
              <a:ext cx="2245" cy="1013"/>
            </a:xfrm>
            <a:prstGeom prst="rect">
              <a:avLst/>
            </a:prstGeom>
            <a:noFill/>
            <a:ln>
              <a:noFill/>
            </a:ln>
          </p:spPr>
        </p:pic>
        <p:sp>
          <p:nvSpPr>
            <p:cNvPr id="1024" name="Google Shape;1024;p11"/>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025" name="Google Shape;1025;p11"/>
            <p:cNvPicPr preferRelativeResize="0"/>
            <p:nvPr/>
          </p:nvPicPr>
          <p:blipFill rotWithShape="1">
            <a:blip r:embed="rId22">
              <a:alphaModFix/>
            </a:blip>
            <a:srcRect b="0" l="0" r="0" t="0"/>
            <a:stretch/>
          </p:blipFill>
          <p:spPr>
            <a:xfrm>
              <a:off x="1842" y="1637"/>
              <a:ext cx="1642" cy="1203"/>
            </a:xfrm>
            <a:prstGeom prst="rect">
              <a:avLst/>
            </a:prstGeom>
            <a:noFill/>
            <a:ln>
              <a:noFill/>
            </a:ln>
          </p:spPr>
        </p:pic>
        <p:sp>
          <p:nvSpPr>
            <p:cNvPr id="1026" name="Google Shape;1026;p11"/>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7" name="Google Shape;1027;p11"/>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8" name="Google Shape;1028;p11"/>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9" name="Google Shape;1029;p11"/>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0" name="Google Shape;1030;p11"/>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1" name="Google Shape;1031;p11"/>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32" name="Google Shape;1032;p11"/>
            <p:cNvGrpSpPr/>
            <p:nvPr/>
          </p:nvGrpSpPr>
          <p:grpSpPr>
            <a:xfrm>
              <a:off x="1709" y="3008"/>
              <a:ext cx="507" cy="234"/>
              <a:chOff x="1740" y="2642"/>
              <a:chExt cx="752" cy="327"/>
            </a:xfrm>
          </p:grpSpPr>
          <p:sp>
            <p:nvSpPr>
              <p:cNvPr id="1033" name="Google Shape;1033;p11"/>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4" name="Google Shape;1034;p11"/>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5" name="Google Shape;1035;p11"/>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6" name="Google Shape;1036;p11"/>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7" name="Google Shape;1037;p11"/>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8" name="Google Shape;1038;p11"/>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39" name="Google Shape;1039;p11"/>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0" name="Google Shape;1040;p11"/>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1" name="Google Shape;1041;p11"/>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2" name="Google Shape;1042;p11"/>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3" name="Google Shape;1043;p11"/>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4" name="Google Shape;1044;p11"/>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45" name="Google Shape;1045;p11"/>
          <p:cNvGrpSpPr/>
          <p:nvPr/>
        </p:nvGrpSpPr>
        <p:grpSpPr>
          <a:xfrm>
            <a:off x="9992875" y="5668575"/>
            <a:ext cx="171450" cy="348944"/>
            <a:chOff x="4140" y="429"/>
            <a:chExt cx="1425" cy="2396"/>
          </a:xfrm>
        </p:grpSpPr>
        <p:sp>
          <p:nvSpPr>
            <p:cNvPr id="1046" name="Google Shape;1046;p1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7" name="Google Shape;1047;p1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48" name="Google Shape;1048;p1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9" name="Google Shape;1049;p1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0" name="Google Shape;1050;p11"/>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051" name="Google Shape;1051;p11"/>
            <p:cNvGrpSpPr/>
            <p:nvPr/>
          </p:nvGrpSpPr>
          <p:grpSpPr>
            <a:xfrm>
              <a:off x="4748" y="666"/>
              <a:ext cx="578" cy="150"/>
              <a:chOff x="613" y="2566"/>
              <a:chExt cx="721" cy="144"/>
            </a:xfrm>
          </p:grpSpPr>
          <p:sp>
            <p:nvSpPr>
              <p:cNvPr id="1052" name="Google Shape;1052;p11"/>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53" name="Google Shape;1053;p1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054" name="Google Shape;1054;p11"/>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055" name="Google Shape;1055;p11"/>
            <p:cNvGrpSpPr/>
            <p:nvPr/>
          </p:nvGrpSpPr>
          <p:grpSpPr>
            <a:xfrm>
              <a:off x="4748" y="990"/>
              <a:ext cx="578" cy="134"/>
              <a:chOff x="615" y="2564"/>
              <a:chExt cx="721" cy="139"/>
            </a:xfrm>
          </p:grpSpPr>
          <p:sp>
            <p:nvSpPr>
              <p:cNvPr id="1056" name="Google Shape;1056;p11"/>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57" name="Google Shape;1057;p1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058" name="Google Shape;1058;p11"/>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59" name="Google Shape;1059;p11"/>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060" name="Google Shape;1060;p11"/>
            <p:cNvGrpSpPr/>
            <p:nvPr/>
          </p:nvGrpSpPr>
          <p:grpSpPr>
            <a:xfrm>
              <a:off x="4738" y="1647"/>
              <a:ext cx="578" cy="135"/>
              <a:chOff x="618" y="2586"/>
              <a:chExt cx="720" cy="124"/>
            </a:xfrm>
          </p:grpSpPr>
          <p:sp>
            <p:nvSpPr>
              <p:cNvPr id="1061" name="Google Shape;1061;p11"/>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62" name="Google Shape;1062;p1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063" name="Google Shape;1063;p1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64" name="Google Shape;1064;p11"/>
            <p:cNvGrpSpPr/>
            <p:nvPr/>
          </p:nvGrpSpPr>
          <p:grpSpPr>
            <a:xfrm>
              <a:off x="4738" y="1330"/>
              <a:ext cx="588" cy="134"/>
              <a:chOff x="613" y="2571"/>
              <a:chExt cx="732" cy="134"/>
            </a:xfrm>
          </p:grpSpPr>
          <p:sp>
            <p:nvSpPr>
              <p:cNvPr id="1065" name="Google Shape;1065;p11"/>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66" name="Google Shape;1066;p1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067" name="Google Shape;1067;p1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68" name="Google Shape;1068;p1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9" name="Google Shape;1069;p1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0" name="Google Shape;1070;p1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71" name="Google Shape;1071;p1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2" name="Google Shape;1072;p11"/>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73" name="Google Shape;1073;p11"/>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74" name="Google Shape;1074;p1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75" name="Google Shape;1075;p1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1076" name="Google Shape;1076;p1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77" name="Google Shape;1077;p11"/>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1078" name="Google Shape;1078;p11"/>
          <p:cNvGrpSpPr/>
          <p:nvPr/>
        </p:nvGrpSpPr>
        <p:grpSpPr>
          <a:xfrm>
            <a:off x="7613882" y="2107963"/>
            <a:ext cx="3540395" cy="3733733"/>
            <a:chOff x="7619038" y="2102861"/>
            <a:chExt cx="3540395" cy="3733733"/>
          </a:xfrm>
        </p:grpSpPr>
        <p:cxnSp>
          <p:nvCxnSpPr>
            <p:cNvPr id="1079" name="Google Shape;1079;p11"/>
            <p:cNvCxnSpPr/>
            <p:nvPr/>
          </p:nvCxnSpPr>
          <p:spPr>
            <a:xfrm>
              <a:off x="8213016" y="2695257"/>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1080" name="Google Shape;1080;p11"/>
            <p:cNvGrpSpPr/>
            <p:nvPr/>
          </p:nvGrpSpPr>
          <p:grpSpPr>
            <a:xfrm>
              <a:off x="8055854" y="2304274"/>
              <a:ext cx="298450" cy="464008"/>
              <a:chOff x="3130" y="3288"/>
              <a:chExt cx="410" cy="742"/>
            </a:xfrm>
          </p:grpSpPr>
          <p:cxnSp>
            <p:nvCxnSpPr>
              <p:cNvPr id="1081" name="Google Shape;1081;p11"/>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1082" name="Google Shape;1082;p11"/>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1083" name="Google Shape;1083;p11"/>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1084" name="Google Shape;1084;p11"/>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1085" name="Google Shape;1085;p11"/>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1086" name="Google Shape;1086;p11"/>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1087" name="Google Shape;1087;p11"/>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1088" name="Google Shape;1088;p11"/>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1089" name="Google Shape;1089;p11"/>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1090" name="Google Shape;1090;p11"/>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1091" name="Google Shape;1091;p11"/>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1092" name="Google Shape;1092;p11"/>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1093" name="Google Shape;1093;p11"/>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1094" name="Google Shape;1094;p11"/>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1095" name="Google Shape;1095;p11"/>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pic>
          <p:nvPicPr>
            <p:cNvPr descr="access_point_stylized_small" id="1096" name="Google Shape;1096;p11"/>
            <p:cNvPicPr preferRelativeResize="0"/>
            <p:nvPr/>
          </p:nvPicPr>
          <p:blipFill rotWithShape="1">
            <a:blip r:embed="rId23">
              <a:alphaModFix/>
            </a:blip>
            <a:srcRect b="0" l="0" r="0" t="0"/>
            <a:stretch/>
          </p:blipFill>
          <p:spPr>
            <a:xfrm>
              <a:off x="7619038" y="3856797"/>
              <a:ext cx="370169" cy="306751"/>
            </a:xfrm>
            <a:prstGeom prst="rect">
              <a:avLst/>
            </a:prstGeom>
            <a:noFill/>
            <a:ln>
              <a:noFill/>
            </a:ln>
          </p:spPr>
        </p:pic>
        <p:pic>
          <p:nvPicPr>
            <p:cNvPr descr="access_point_stylized_small" id="1097" name="Google Shape;1097;p11"/>
            <p:cNvPicPr preferRelativeResize="0"/>
            <p:nvPr/>
          </p:nvPicPr>
          <p:blipFill rotWithShape="1">
            <a:blip r:embed="rId23">
              <a:alphaModFix/>
            </a:blip>
            <a:srcRect b="0" l="0" r="0" t="0"/>
            <a:stretch/>
          </p:blipFill>
          <p:spPr>
            <a:xfrm>
              <a:off x="9295766" y="5519130"/>
              <a:ext cx="380935" cy="317464"/>
            </a:xfrm>
            <a:prstGeom prst="rect">
              <a:avLst/>
            </a:prstGeom>
            <a:noFill/>
            <a:ln>
              <a:noFill/>
            </a:ln>
          </p:spPr>
        </p:pic>
        <p:grpSp>
          <p:nvGrpSpPr>
            <p:cNvPr id="1098" name="Google Shape;1098;p11"/>
            <p:cNvGrpSpPr/>
            <p:nvPr/>
          </p:nvGrpSpPr>
          <p:grpSpPr>
            <a:xfrm>
              <a:off x="9788714" y="4984881"/>
              <a:ext cx="393760" cy="218578"/>
              <a:chOff x="7493876" y="2774731"/>
              <a:chExt cx="1481958" cy="894622"/>
            </a:xfrm>
          </p:grpSpPr>
          <p:sp>
            <p:nvSpPr>
              <p:cNvPr id="1099" name="Google Shape;1099;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100" name="Google Shape;1100;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101" name="Google Shape;1101;p11"/>
              <p:cNvGrpSpPr/>
              <p:nvPr/>
            </p:nvGrpSpPr>
            <p:grpSpPr>
              <a:xfrm>
                <a:off x="7713663" y="2848339"/>
                <a:ext cx="1042107" cy="425543"/>
                <a:chOff x="7786941" y="2884917"/>
                <a:chExt cx="897649" cy="353919"/>
              </a:xfrm>
            </p:grpSpPr>
            <p:sp>
              <p:nvSpPr>
                <p:cNvPr id="1102" name="Google Shape;1102;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3" name="Google Shape;1103;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4" name="Google Shape;1104;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5" name="Google Shape;1105;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106" name="Google Shape;1106;p11"/>
            <p:cNvGrpSpPr/>
            <p:nvPr/>
          </p:nvGrpSpPr>
          <p:grpSpPr>
            <a:xfrm>
              <a:off x="9854521" y="5333935"/>
              <a:ext cx="309740" cy="190838"/>
              <a:chOff x="3668110" y="2448910"/>
              <a:chExt cx="3794234" cy="2165130"/>
            </a:xfrm>
          </p:grpSpPr>
          <p:sp>
            <p:nvSpPr>
              <p:cNvPr id="1107" name="Google Shape;1107;p1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8" name="Google Shape;1108;p1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09" name="Google Shape;1109;p11"/>
              <p:cNvGrpSpPr/>
              <p:nvPr/>
            </p:nvGrpSpPr>
            <p:grpSpPr>
              <a:xfrm>
                <a:off x="3941378" y="2603243"/>
                <a:ext cx="3202061" cy="1066110"/>
                <a:chOff x="7939341" y="3037317"/>
                <a:chExt cx="897649" cy="353919"/>
              </a:xfrm>
            </p:grpSpPr>
            <p:sp>
              <p:nvSpPr>
                <p:cNvPr id="1110" name="Google Shape;1110;p1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1" name="Google Shape;1111;p1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2" name="Google Shape;1112;p1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3" name="Google Shape;1113;p1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114" name="Google Shape;1114;p11"/>
            <p:cNvGrpSpPr/>
            <p:nvPr/>
          </p:nvGrpSpPr>
          <p:grpSpPr>
            <a:xfrm>
              <a:off x="8681775" y="4962318"/>
              <a:ext cx="393760" cy="218578"/>
              <a:chOff x="7493876" y="2774731"/>
              <a:chExt cx="1481958" cy="894622"/>
            </a:xfrm>
          </p:grpSpPr>
          <p:sp>
            <p:nvSpPr>
              <p:cNvPr id="1115" name="Google Shape;1115;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116" name="Google Shape;1116;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117" name="Google Shape;1117;p11"/>
              <p:cNvGrpSpPr/>
              <p:nvPr/>
            </p:nvGrpSpPr>
            <p:grpSpPr>
              <a:xfrm>
                <a:off x="7713663" y="2848339"/>
                <a:ext cx="1042107" cy="425543"/>
                <a:chOff x="7786941" y="2884917"/>
                <a:chExt cx="897649" cy="353919"/>
              </a:xfrm>
            </p:grpSpPr>
            <p:sp>
              <p:nvSpPr>
                <p:cNvPr id="1118" name="Google Shape;1118;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9" name="Google Shape;1119;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0" name="Google Shape;1120;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1" name="Google Shape;1121;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122" name="Google Shape;1122;p11"/>
            <p:cNvGrpSpPr/>
            <p:nvPr/>
          </p:nvGrpSpPr>
          <p:grpSpPr>
            <a:xfrm>
              <a:off x="8316676" y="5189331"/>
              <a:ext cx="309740" cy="190838"/>
              <a:chOff x="3668110" y="2448910"/>
              <a:chExt cx="3794234" cy="2165130"/>
            </a:xfrm>
          </p:grpSpPr>
          <p:sp>
            <p:nvSpPr>
              <p:cNvPr id="1123" name="Google Shape;1123;p1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4" name="Google Shape;1124;p1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25" name="Google Shape;1125;p11"/>
              <p:cNvGrpSpPr/>
              <p:nvPr/>
            </p:nvGrpSpPr>
            <p:grpSpPr>
              <a:xfrm>
                <a:off x="3941378" y="2603243"/>
                <a:ext cx="3202061" cy="1066110"/>
                <a:chOff x="7939341" y="3037317"/>
                <a:chExt cx="897649" cy="353919"/>
              </a:xfrm>
            </p:grpSpPr>
            <p:sp>
              <p:nvSpPr>
                <p:cNvPr id="1126" name="Google Shape;1126;p1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7" name="Google Shape;1127;p1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8" name="Google Shape;1128;p1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9" name="Google Shape;1129;p1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130" name="Google Shape;1130;p11"/>
            <p:cNvGrpSpPr/>
            <p:nvPr/>
          </p:nvGrpSpPr>
          <p:grpSpPr>
            <a:xfrm>
              <a:off x="8444983" y="2807207"/>
              <a:ext cx="353678" cy="168275"/>
              <a:chOff x="7493876" y="2774731"/>
              <a:chExt cx="1481958" cy="894622"/>
            </a:xfrm>
          </p:grpSpPr>
          <p:sp>
            <p:nvSpPr>
              <p:cNvPr id="1131" name="Google Shape;1131;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132" name="Google Shape;1132;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133" name="Google Shape;1133;p11"/>
              <p:cNvGrpSpPr/>
              <p:nvPr/>
            </p:nvGrpSpPr>
            <p:grpSpPr>
              <a:xfrm>
                <a:off x="7713663" y="2848339"/>
                <a:ext cx="1042107" cy="425543"/>
                <a:chOff x="7786941" y="2884917"/>
                <a:chExt cx="897649" cy="353919"/>
              </a:xfrm>
            </p:grpSpPr>
            <p:sp>
              <p:nvSpPr>
                <p:cNvPr id="1134" name="Google Shape;1134;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5" name="Google Shape;1135;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6" name="Google Shape;1136;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7" name="Google Shape;1137;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138" name="Google Shape;1138;p11"/>
            <p:cNvGrpSpPr/>
            <p:nvPr/>
          </p:nvGrpSpPr>
          <p:grpSpPr>
            <a:xfrm>
              <a:off x="8055226" y="3960892"/>
              <a:ext cx="354986" cy="175668"/>
              <a:chOff x="7493876" y="2774731"/>
              <a:chExt cx="1481958" cy="894622"/>
            </a:xfrm>
          </p:grpSpPr>
          <p:sp>
            <p:nvSpPr>
              <p:cNvPr id="1139" name="Google Shape;1139;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140" name="Google Shape;1140;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141" name="Google Shape;1141;p11"/>
              <p:cNvGrpSpPr/>
              <p:nvPr/>
            </p:nvGrpSpPr>
            <p:grpSpPr>
              <a:xfrm>
                <a:off x="7713663" y="2848339"/>
                <a:ext cx="1042107" cy="425543"/>
                <a:chOff x="7786941" y="2884917"/>
                <a:chExt cx="897649" cy="353919"/>
              </a:xfrm>
            </p:grpSpPr>
            <p:sp>
              <p:nvSpPr>
                <p:cNvPr id="1142" name="Google Shape;1142;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3" name="Google Shape;1143;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4" name="Google Shape;1144;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5" name="Google Shape;1145;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146" name="Google Shape;1146;p11"/>
            <p:cNvGrpSpPr/>
            <p:nvPr/>
          </p:nvGrpSpPr>
          <p:grpSpPr>
            <a:xfrm>
              <a:off x="10889241" y="3596263"/>
              <a:ext cx="170989" cy="97052"/>
              <a:chOff x="7493876" y="2774731"/>
              <a:chExt cx="1481958" cy="894622"/>
            </a:xfrm>
          </p:grpSpPr>
          <p:sp>
            <p:nvSpPr>
              <p:cNvPr id="1147" name="Google Shape;1147;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148" name="Google Shape;1148;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149" name="Google Shape;1149;p11"/>
              <p:cNvGrpSpPr/>
              <p:nvPr/>
            </p:nvGrpSpPr>
            <p:grpSpPr>
              <a:xfrm>
                <a:off x="7713663" y="2848339"/>
                <a:ext cx="1042107" cy="425543"/>
                <a:chOff x="7786941" y="2884917"/>
                <a:chExt cx="897649" cy="353919"/>
              </a:xfrm>
            </p:grpSpPr>
            <p:sp>
              <p:nvSpPr>
                <p:cNvPr id="1150" name="Google Shape;1150;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1" name="Google Shape;1151;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2" name="Google Shape;1152;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3" name="Google Shape;1153;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154" name="Google Shape;1154;p11"/>
            <p:cNvGrpSpPr/>
            <p:nvPr/>
          </p:nvGrpSpPr>
          <p:grpSpPr>
            <a:xfrm>
              <a:off x="10415765" y="3491036"/>
              <a:ext cx="353678" cy="198344"/>
              <a:chOff x="7493876" y="2774731"/>
              <a:chExt cx="1481958" cy="894622"/>
            </a:xfrm>
          </p:grpSpPr>
          <p:sp>
            <p:nvSpPr>
              <p:cNvPr id="1155" name="Google Shape;1155;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156" name="Google Shape;1156;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157" name="Google Shape;1157;p11"/>
              <p:cNvGrpSpPr/>
              <p:nvPr/>
            </p:nvGrpSpPr>
            <p:grpSpPr>
              <a:xfrm>
                <a:off x="7713663" y="2848339"/>
                <a:ext cx="1042107" cy="425543"/>
                <a:chOff x="7786941" y="2884917"/>
                <a:chExt cx="897649" cy="353919"/>
              </a:xfrm>
            </p:grpSpPr>
            <p:sp>
              <p:nvSpPr>
                <p:cNvPr id="1158" name="Google Shape;1158;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9" name="Google Shape;1159;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0" name="Google Shape;1160;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1" name="Google Shape;1161;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162" name="Google Shape;1162;p11"/>
            <p:cNvGrpSpPr/>
            <p:nvPr/>
          </p:nvGrpSpPr>
          <p:grpSpPr>
            <a:xfrm>
              <a:off x="9953880" y="2197190"/>
              <a:ext cx="353678" cy="198344"/>
              <a:chOff x="7493876" y="2774731"/>
              <a:chExt cx="1481958" cy="894622"/>
            </a:xfrm>
          </p:grpSpPr>
          <p:sp>
            <p:nvSpPr>
              <p:cNvPr id="1163" name="Google Shape;1163;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164" name="Google Shape;1164;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165" name="Google Shape;1165;p11"/>
              <p:cNvGrpSpPr/>
              <p:nvPr/>
            </p:nvGrpSpPr>
            <p:grpSpPr>
              <a:xfrm>
                <a:off x="7713663" y="2848339"/>
                <a:ext cx="1042107" cy="425543"/>
                <a:chOff x="7786941" y="2884917"/>
                <a:chExt cx="897649" cy="353919"/>
              </a:xfrm>
            </p:grpSpPr>
            <p:sp>
              <p:nvSpPr>
                <p:cNvPr id="1166" name="Google Shape;1166;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7" name="Google Shape;1167;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8" name="Google Shape;1168;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9" name="Google Shape;1169;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170" name="Google Shape;1170;p11"/>
            <p:cNvGrpSpPr/>
            <p:nvPr/>
          </p:nvGrpSpPr>
          <p:grpSpPr>
            <a:xfrm>
              <a:off x="10532370" y="2608265"/>
              <a:ext cx="353678" cy="198344"/>
              <a:chOff x="7493876" y="2774731"/>
              <a:chExt cx="1481958" cy="894622"/>
            </a:xfrm>
          </p:grpSpPr>
          <p:sp>
            <p:nvSpPr>
              <p:cNvPr id="1171" name="Google Shape;1171;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172" name="Google Shape;1172;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173" name="Google Shape;1173;p11"/>
              <p:cNvGrpSpPr/>
              <p:nvPr/>
            </p:nvGrpSpPr>
            <p:grpSpPr>
              <a:xfrm>
                <a:off x="7713663" y="2848339"/>
                <a:ext cx="1042107" cy="425543"/>
                <a:chOff x="7786941" y="2884917"/>
                <a:chExt cx="897649" cy="353919"/>
              </a:xfrm>
            </p:grpSpPr>
            <p:sp>
              <p:nvSpPr>
                <p:cNvPr id="1174" name="Google Shape;1174;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5" name="Google Shape;1175;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6" name="Google Shape;1176;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7" name="Google Shape;1177;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178" name="Google Shape;1178;p11"/>
            <p:cNvGrpSpPr/>
            <p:nvPr/>
          </p:nvGrpSpPr>
          <p:grpSpPr>
            <a:xfrm>
              <a:off x="10648981" y="2102861"/>
              <a:ext cx="353678" cy="198344"/>
              <a:chOff x="7493876" y="2774731"/>
              <a:chExt cx="1481958" cy="894622"/>
            </a:xfrm>
          </p:grpSpPr>
          <p:sp>
            <p:nvSpPr>
              <p:cNvPr id="1179" name="Google Shape;1179;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180" name="Google Shape;1180;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181" name="Google Shape;1181;p11"/>
              <p:cNvGrpSpPr/>
              <p:nvPr/>
            </p:nvGrpSpPr>
            <p:grpSpPr>
              <a:xfrm>
                <a:off x="7713663" y="2848339"/>
                <a:ext cx="1042107" cy="425543"/>
                <a:chOff x="7786941" y="2884917"/>
                <a:chExt cx="897649" cy="353919"/>
              </a:xfrm>
            </p:grpSpPr>
            <p:sp>
              <p:nvSpPr>
                <p:cNvPr id="1182" name="Google Shape;1182;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3" name="Google Shape;1183;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4" name="Google Shape;1184;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5" name="Google Shape;1185;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186" name="Google Shape;1186;p11"/>
            <p:cNvGrpSpPr/>
            <p:nvPr/>
          </p:nvGrpSpPr>
          <p:grpSpPr>
            <a:xfrm>
              <a:off x="9103944" y="3951522"/>
              <a:ext cx="367224" cy="240304"/>
              <a:chOff x="7493876" y="2774731"/>
              <a:chExt cx="1481958" cy="894622"/>
            </a:xfrm>
          </p:grpSpPr>
          <p:sp>
            <p:nvSpPr>
              <p:cNvPr id="1187" name="Google Shape;1187;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188" name="Google Shape;1188;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189" name="Google Shape;1189;p11"/>
              <p:cNvGrpSpPr/>
              <p:nvPr/>
            </p:nvGrpSpPr>
            <p:grpSpPr>
              <a:xfrm>
                <a:off x="7713663" y="2848339"/>
                <a:ext cx="1042107" cy="425543"/>
                <a:chOff x="7786941" y="2884917"/>
                <a:chExt cx="897649" cy="353919"/>
              </a:xfrm>
            </p:grpSpPr>
            <p:sp>
              <p:nvSpPr>
                <p:cNvPr id="1190" name="Google Shape;1190;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1" name="Google Shape;1191;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2" name="Google Shape;1192;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3" name="Google Shape;1193;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194" name="Google Shape;1194;p11"/>
            <p:cNvGrpSpPr/>
            <p:nvPr/>
          </p:nvGrpSpPr>
          <p:grpSpPr>
            <a:xfrm>
              <a:off x="9985282" y="2656463"/>
              <a:ext cx="353678" cy="198344"/>
              <a:chOff x="7493876" y="2774731"/>
              <a:chExt cx="1481958" cy="894622"/>
            </a:xfrm>
          </p:grpSpPr>
          <p:sp>
            <p:nvSpPr>
              <p:cNvPr id="1195" name="Google Shape;1195;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196" name="Google Shape;1196;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197" name="Google Shape;1197;p11"/>
              <p:cNvGrpSpPr/>
              <p:nvPr/>
            </p:nvGrpSpPr>
            <p:grpSpPr>
              <a:xfrm>
                <a:off x="7713663" y="2848339"/>
                <a:ext cx="1042107" cy="425543"/>
                <a:chOff x="7786941" y="2884917"/>
                <a:chExt cx="897649" cy="353919"/>
              </a:xfrm>
            </p:grpSpPr>
            <p:sp>
              <p:nvSpPr>
                <p:cNvPr id="1198" name="Google Shape;1198;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9" name="Google Shape;1199;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0" name="Google Shape;1200;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1" name="Google Shape;1201;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02" name="Google Shape;1202;p11"/>
            <p:cNvGrpSpPr/>
            <p:nvPr/>
          </p:nvGrpSpPr>
          <p:grpSpPr>
            <a:xfrm>
              <a:off x="9502294" y="3388930"/>
              <a:ext cx="367224" cy="240304"/>
              <a:chOff x="7493876" y="2774731"/>
              <a:chExt cx="1481958" cy="894622"/>
            </a:xfrm>
          </p:grpSpPr>
          <p:sp>
            <p:nvSpPr>
              <p:cNvPr id="1203" name="Google Shape;1203;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204" name="Google Shape;1204;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205" name="Google Shape;1205;p11"/>
              <p:cNvGrpSpPr/>
              <p:nvPr/>
            </p:nvGrpSpPr>
            <p:grpSpPr>
              <a:xfrm>
                <a:off x="7713663" y="2848339"/>
                <a:ext cx="1042107" cy="425543"/>
                <a:chOff x="7786941" y="2884917"/>
                <a:chExt cx="897649" cy="353919"/>
              </a:xfrm>
            </p:grpSpPr>
            <p:sp>
              <p:nvSpPr>
                <p:cNvPr id="1206" name="Google Shape;1206;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7" name="Google Shape;1207;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8" name="Google Shape;1208;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9" name="Google Shape;1209;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10" name="Google Shape;1210;p11"/>
            <p:cNvGrpSpPr/>
            <p:nvPr/>
          </p:nvGrpSpPr>
          <p:grpSpPr>
            <a:xfrm>
              <a:off x="9606710" y="3994661"/>
              <a:ext cx="367224" cy="240304"/>
              <a:chOff x="7493876" y="2774731"/>
              <a:chExt cx="1481958" cy="894622"/>
            </a:xfrm>
          </p:grpSpPr>
          <p:sp>
            <p:nvSpPr>
              <p:cNvPr id="1211" name="Google Shape;1211;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212" name="Google Shape;1212;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213" name="Google Shape;1213;p11"/>
              <p:cNvGrpSpPr/>
              <p:nvPr/>
            </p:nvGrpSpPr>
            <p:grpSpPr>
              <a:xfrm>
                <a:off x="7713663" y="2848339"/>
                <a:ext cx="1042107" cy="425543"/>
                <a:chOff x="7786941" y="2884917"/>
                <a:chExt cx="897649" cy="353919"/>
              </a:xfrm>
            </p:grpSpPr>
            <p:sp>
              <p:nvSpPr>
                <p:cNvPr id="1214" name="Google Shape;1214;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5" name="Google Shape;1215;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6" name="Google Shape;1216;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7" name="Google Shape;1217;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18" name="Google Shape;1218;p11"/>
            <p:cNvGrpSpPr/>
            <p:nvPr/>
          </p:nvGrpSpPr>
          <p:grpSpPr>
            <a:xfrm>
              <a:off x="10380415" y="3987223"/>
              <a:ext cx="353678" cy="198344"/>
              <a:chOff x="7493876" y="2774731"/>
              <a:chExt cx="1481958" cy="894622"/>
            </a:xfrm>
          </p:grpSpPr>
          <p:sp>
            <p:nvSpPr>
              <p:cNvPr id="1219" name="Google Shape;1219;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220" name="Google Shape;1220;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221" name="Google Shape;1221;p11"/>
              <p:cNvGrpSpPr/>
              <p:nvPr/>
            </p:nvGrpSpPr>
            <p:grpSpPr>
              <a:xfrm>
                <a:off x="7713663" y="2848339"/>
                <a:ext cx="1042107" cy="425543"/>
                <a:chOff x="7786941" y="2884917"/>
                <a:chExt cx="897649" cy="353919"/>
              </a:xfrm>
            </p:grpSpPr>
            <p:sp>
              <p:nvSpPr>
                <p:cNvPr id="1222" name="Google Shape;1222;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3" name="Google Shape;1223;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4" name="Google Shape;1224;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5" name="Google Shape;1225;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26" name="Google Shape;1226;p11"/>
            <p:cNvGrpSpPr/>
            <p:nvPr/>
          </p:nvGrpSpPr>
          <p:grpSpPr>
            <a:xfrm>
              <a:off x="9253049" y="4770584"/>
              <a:ext cx="393760" cy="218578"/>
              <a:chOff x="7493876" y="2774731"/>
              <a:chExt cx="1481958" cy="894622"/>
            </a:xfrm>
          </p:grpSpPr>
          <p:sp>
            <p:nvSpPr>
              <p:cNvPr id="1227" name="Google Shape;1227;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228" name="Google Shape;1228;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229" name="Google Shape;1229;p11"/>
              <p:cNvGrpSpPr/>
              <p:nvPr/>
            </p:nvGrpSpPr>
            <p:grpSpPr>
              <a:xfrm>
                <a:off x="7713663" y="2848339"/>
                <a:ext cx="1042107" cy="425543"/>
                <a:chOff x="7786941" y="2884917"/>
                <a:chExt cx="897649" cy="353919"/>
              </a:xfrm>
            </p:grpSpPr>
            <p:sp>
              <p:nvSpPr>
                <p:cNvPr id="1230" name="Google Shape;1230;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1" name="Google Shape;1231;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2" name="Google Shape;1232;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3" name="Google Shape;1233;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34" name="Google Shape;1234;p11"/>
            <p:cNvGrpSpPr/>
            <p:nvPr/>
          </p:nvGrpSpPr>
          <p:grpSpPr>
            <a:xfrm>
              <a:off x="10931138" y="4364023"/>
              <a:ext cx="228295" cy="120400"/>
              <a:chOff x="7493876" y="2774731"/>
              <a:chExt cx="1481958" cy="894622"/>
            </a:xfrm>
          </p:grpSpPr>
          <p:sp>
            <p:nvSpPr>
              <p:cNvPr id="1235" name="Google Shape;1235;p1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236" name="Google Shape;1236;p1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237" name="Google Shape;1237;p11"/>
              <p:cNvGrpSpPr/>
              <p:nvPr/>
            </p:nvGrpSpPr>
            <p:grpSpPr>
              <a:xfrm>
                <a:off x="7713663" y="2848339"/>
                <a:ext cx="1042107" cy="425543"/>
                <a:chOff x="7786941" y="2884917"/>
                <a:chExt cx="897649" cy="353919"/>
              </a:xfrm>
            </p:grpSpPr>
            <p:sp>
              <p:nvSpPr>
                <p:cNvPr id="1238" name="Google Shape;1238;p1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9" name="Google Shape;1239;p1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0" name="Google Shape;1240;p1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1" name="Google Shape;1241;p1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sp>
        <p:nvSpPr>
          <p:cNvPr id="1242" name="Google Shape;1242;p11"/>
          <p:cNvSpPr txBox="1"/>
          <p:nvPr/>
        </p:nvSpPr>
        <p:spPr>
          <a:xfrm>
            <a:off x="839601" y="2732121"/>
            <a:ext cx="5394571" cy="1824996"/>
          </a:xfrm>
          <a:prstGeom prst="rect">
            <a:avLst/>
          </a:prstGeom>
          <a:noFill/>
          <a:ln>
            <a:noFill/>
          </a:ln>
        </p:spPr>
        <p:txBody>
          <a:bodyPr anchorCtr="0" anchor="t" bIns="45700" lIns="91425" spcFirstLastPara="1" rIns="91425" wrap="square" tIns="45700">
            <a:normAutofit lnSpcReduction="10000"/>
          </a:bodyPr>
          <a:lstStyle/>
          <a:p>
            <a:pPr indent="-228600" lvl="0" marL="228600" marR="0" rtl="0" algn="l">
              <a:lnSpc>
                <a:spcPct val="90000"/>
              </a:lnSpc>
              <a:spcBef>
                <a:spcPts val="0"/>
              </a:spcBef>
              <a:spcAft>
                <a:spcPts val="0"/>
              </a:spcAft>
              <a:buClr>
                <a:srgbClr val="0000A3"/>
              </a:buClr>
              <a:buSzPts val="2100"/>
              <a:buFont typeface="Noto Sans Symbols"/>
              <a:buChar char="▪"/>
            </a:pPr>
            <a:r>
              <a:rPr i="1" lang="en-US" sz="2800">
                <a:solidFill>
                  <a:srgbClr val="CC0000"/>
                </a:solidFill>
                <a:latin typeface="Calibri"/>
                <a:ea typeface="Calibri"/>
                <a:cs typeface="Calibri"/>
                <a:sym typeface="Calibri"/>
              </a:rPr>
              <a:t>protocols</a:t>
            </a:r>
            <a:r>
              <a:rPr lang="en-US" sz="2800">
                <a:solidFill>
                  <a:srgbClr val="FF0000"/>
                </a:solidFill>
                <a:latin typeface="Calibri"/>
                <a:ea typeface="Calibri"/>
                <a:cs typeface="Calibri"/>
                <a:sym typeface="Calibri"/>
              </a:rPr>
              <a:t> </a:t>
            </a:r>
            <a:r>
              <a:rPr lang="en-US" sz="2800">
                <a:solidFill>
                  <a:schemeClr val="dk1"/>
                </a:solidFill>
                <a:latin typeface="Calibri"/>
                <a:ea typeface="Calibri"/>
                <a:cs typeface="Calibri"/>
                <a:sym typeface="Calibri"/>
              </a:rPr>
              <a:t>are </a:t>
            </a:r>
            <a:r>
              <a:rPr i="1" lang="en-US" sz="2800">
                <a:solidFill>
                  <a:schemeClr val="dk1"/>
                </a:solidFill>
                <a:latin typeface="Calibri"/>
                <a:ea typeface="Calibri"/>
                <a:cs typeface="Calibri"/>
                <a:sym typeface="Calibri"/>
              </a:rPr>
              <a:t>everywhere</a:t>
            </a:r>
            <a:endParaRPr i="1" sz="2800">
              <a:solidFill>
                <a:schemeClr val="dk1"/>
              </a:solidFill>
              <a:latin typeface="Calibri"/>
              <a:ea typeface="Calibri"/>
              <a:cs typeface="Calibri"/>
              <a:sym typeface="Calibri"/>
            </a:endParaRPr>
          </a:p>
          <a:p>
            <a:pPr indent="-228600" lvl="1" marL="685800" marR="0" rtl="0" algn="l">
              <a:lnSpc>
                <a:spcPct val="90000"/>
              </a:lnSpc>
              <a:spcBef>
                <a:spcPts val="500"/>
              </a:spcBef>
              <a:spcAft>
                <a:spcPts val="0"/>
              </a:spcAft>
              <a:buClr>
                <a:srgbClr val="0000A8"/>
              </a:buClr>
              <a:buSzPts val="1800"/>
              <a:buFont typeface="Arial"/>
              <a:buChar char="•"/>
            </a:pPr>
            <a:r>
              <a:rPr b="0" i="0" lang="en-US" sz="2400" u="none" cap="none" strike="noStrike">
                <a:solidFill>
                  <a:schemeClr val="dk1"/>
                </a:solidFill>
                <a:latin typeface="Calibri"/>
                <a:ea typeface="Calibri"/>
                <a:cs typeface="Calibri"/>
                <a:sym typeface="Calibri"/>
              </a:rPr>
              <a:t>control sending, receiving of messages</a:t>
            </a:r>
            <a:endParaRPr b="0" i="0" sz="2400" u="none" cap="none" strike="noStrike">
              <a:solidFill>
                <a:schemeClr val="dk1"/>
              </a:solidFill>
              <a:latin typeface="Calibri"/>
              <a:ea typeface="Calibri"/>
              <a:cs typeface="Calibri"/>
              <a:sym typeface="Calibri"/>
            </a:endParaRPr>
          </a:p>
          <a:p>
            <a:pPr indent="-228600" lvl="1" marL="685800"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e.g., HTTP (Web), streaming video, Skype, TCP, IP, WiFi, 4/5G, Ethernet</a:t>
            </a:r>
            <a:endParaRPr b="0" i="0" sz="2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grpSp>
        <p:nvGrpSpPr>
          <p:cNvPr id="1243" name="Google Shape;1243;p11"/>
          <p:cNvGrpSpPr/>
          <p:nvPr/>
        </p:nvGrpSpPr>
        <p:grpSpPr>
          <a:xfrm>
            <a:off x="6860324" y="4962204"/>
            <a:ext cx="1547658" cy="518734"/>
            <a:chOff x="6860324" y="4962204"/>
            <a:chExt cx="1547658" cy="518734"/>
          </a:xfrm>
        </p:grpSpPr>
        <p:cxnSp>
          <p:nvCxnSpPr>
            <p:cNvPr id="1244" name="Google Shape;1244;p11"/>
            <p:cNvCxnSpPr/>
            <p:nvPr/>
          </p:nvCxnSpPr>
          <p:spPr>
            <a:xfrm flipH="1">
              <a:off x="7968718" y="5327774"/>
              <a:ext cx="439264" cy="153164"/>
            </a:xfrm>
            <a:prstGeom prst="straightConnector1">
              <a:avLst/>
            </a:prstGeom>
            <a:noFill/>
            <a:ln cap="flat" cmpd="sng" w="31750">
              <a:solidFill>
                <a:srgbClr val="C00000"/>
              </a:solidFill>
              <a:prstDash val="solid"/>
              <a:miter lim="800000"/>
              <a:headEnd len="med" w="med" type="triangle"/>
              <a:tailEnd len="med" w="med" type="triangle"/>
            </a:ln>
          </p:spPr>
        </p:cxnSp>
        <p:sp>
          <p:nvSpPr>
            <p:cNvPr id="1245" name="Google Shape;1245;p11"/>
            <p:cNvSpPr txBox="1"/>
            <p:nvPr/>
          </p:nvSpPr>
          <p:spPr>
            <a:xfrm>
              <a:off x="6860324" y="4962204"/>
              <a:ext cx="91210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Ethernet</a:t>
              </a:r>
              <a:endParaRPr i="1" sz="1800">
                <a:solidFill>
                  <a:srgbClr val="C00000"/>
                </a:solidFill>
                <a:latin typeface="Calibri"/>
                <a:ea typeface="Calibri"/>
                <a:cs typeface="Calibri"/>
                <a:sym typeface="Calibri"/>
              </a:endParaRPr>
            </a:p>
          </p:txBody>
        </p:sp>
        <p:cxnSp>
          <p:nvCxnSpPr>
            <p:cNvPr id="1246" name="Google Shape;1246;p11"/>
            <p:cNvCxnSpPr/>
            <p:nvPr/>
          </p:nvCxnSpPr>
          <p:spPr>
            <a:xfrm>
              <a:off x="7704138" y="5144424"/>
              <a:ext cx="470403" cy="216744"/>
            </a:xfrm>
            <a:prstGeom prst="straightConnector1">
              <a:avLst/>
            </a:prstGeom>
            <a:noFill/>
            <a:ln cap="flat" cmpd="sng" w="9525">
              <a:solidFill>
                <a:srgbClr val="C00000"/>
              </a:solidFill>
              <a:prstDash val="solid"/>
              <a:miter lim="800000"/>
              <a:headEnd len="sm" w="sm" type="none"/>
              <a:tailEnd len="sm" w="sm" type="none"/>
            </a:ln>
          </p:spPr>
        </p:cxnSp>
      </p:grpSp>
      <p:grpSp>
        <p:nvGrpSpPr>
          <p:cNvPr id="1247" name="Google Shape;1247;p11"/>
          <p:cNvGrpSpPr/>
          <p:nvPr/>
        </p:nvGrpSpPr>
        <p:grpSpPr>
          <a:xfrm>
            <a:off x="7562720" y="3698398"/>
            <a:ext cx="3589569" cy="1371857"/>
            <a:chOff x="7562720" y="3668418"/>
            <a:chExt cx="3589569" cy="1371857"/>
          </a:xfrm>
        </p:grpSpPr>
        <p:cxnSp>
          <p:nvCxnSpPr>
            <p:cNvPr id="1248" name="Google Shape;1248;p11"/>
            <p:cNvCxnSpPr/>
            <p:nvPr/>
          </p:nvCxnSpPr>
          <p:spPr>
            <a:xfrm flipH="1">
              <a:off x="8285300" y="3668418"/>
              <a:ext cx="2866989" cy="1371857"/>
            </a:xfrm>
            <a:prstGeom prst="straightConnector1">
              <a:avLst/>
            </a:prstGeom>
            <a:noFill/>
            <a:ln cap="flat" cmpd="sng" w="31750">
              <a:solidFill>
                <a:srgbClr val="C00000"/>
              </a:solidFill>
              <a:prstDash val="solid"/>
              <a:miter lim="800000"/>
              <a:headEnd len="med" w="med" type="triangle"/>
              <a:tailEnd len="med" w="med" type="triangle"/>
            </a:ln>
          </p:spPr>
        </p:cxnSp>
        <p:sp>
          <p:nvSpPr>
            <p:cNvPr id="1249" name="Google Shape;1249;p11"/>
            <p:cNvSpPr txBox="1"/>
            <p:nvPr/>
          </p:nvSpPr>
          <p:spPr>
            <a:xfrm>
              <a:off x="7562720" y="4539626"/>
              <a:ext cx="62036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HTTP</a:t>
              </a:r>
              <a:endParaRPr i="1" sz="1800">
                <a:solidFill>
                  <a:srgbClr val="C00000"/>
                </a:solidFill>
                <a:latin typeface="Calibri"/>
                <a:ea typeface="Calibri"/>
                <a:cs typeface="Calibri"/>
                <a:sym typeface="Calibri"/>
              </a:endParaRPr>
            </a:p>
          </p:txBody>
        </p:sp>
        <p:cxnSp>
          <p:nvCxnSpPr>
            <p:cNvPr id="1250" name="Google Shape;1250;p11"/>
            <p:cNvCxnSpPr/>
            <p:nvPr/>
          </p:nvCxnSpPr>
          <p:spPr>
            <a:xfrm>
              <a:off x="8099825" y="4723687"/>
              <a:ext cx="402218" cy="115861"/>
            </a:xfrm>
            <a:prstGeom prst="straightConnector1">
              <a:avLst/>
            </a:prstGeom>
            <a:noFill/>
            <a:ln cap="flat" cmpd="sng" w="9525">
              <a:solidFill>
                <a:srgbClr val="C00000"/>
              </a:solidFill>
              <a:prstDash val="solid"/>
              <a:miter lim="800000"/>
              <a:headEnd len="sm" w="sm" type="none"/>
              <a:tailEnd len="sm" w="sm" type="none"/>
            </a:ln>
          </p:spPr>
        </p:cxnSp>
      </p:grpSp>
      <p:grpSp>
        <p:nvGrpSpPr>
          <p:cNvPr id="1251" name="Google Shape;1251;p11"/>
          <p:cNvGrpSpPr/>
          <p:nvPr/>
        </p:nvGrpSpPr>
        <p:grpSpPr>
          <a:xfrm>
            <a:off x="6371219" y="2787427"/>
            <a:ext cx="1271296" cy="663900"/>
            <a:chOff x="6371219" y="2787427"/>
            <a:chExt cx="1271296" cy="663900"/>
          </a:xfrm>
        </p:grpSpPr>
        <p:cxnSp>
          <p:nvCxnSpPr>
            <p:cNvPr id="1252" name="Google Shape;1252;p11"/>
            <p:cNvCxnSpPr>
              <a:endCxn id="910" idx="0"/>
            </p:cNvCxnSpPr>
            <p:nvPr/>
          </p:nvCxnSpPr>
          <p:spPr>
            <a:xfrm>
              <a:off x="7631115" y="2787427"/>
              <a:ext cx="11400" cy="663900"/>
            </a:xfrm>
            <a:prstGeom prst="straightConnector1">
              <a:avLst/>
            </a:prstGeom>
            <a:noFill/>
            <a:ln cap="flat" cmpd="sng" w="31750">
              <a:solidFill>
                <a:srgbClr val="C00000"/>
              </a:solidFill>
              <a:prstDash val="solid"/>
              <a:miter lim="800000"/>
              <a:headEnd len="med" w="med" type="triangle"/>
              <a:tailEnd len="med" w="med" type="triangle"/>
            </a:ln>
          </p:spPr>
        </p:cxnSp>
        <p:sp>
          <p:nvSpPr>
            <p:cNvPr id="1253" name="Google Shape;1253;p11"/>
            <p:cNvSpPr txBox="1"/>
            <p:nvPr/>
          </p:nvSpPr>
          <p:spPr>
            <a:xfrm>
              <a:off x="6371219" y="2944679"/>
              <a:ext cx="66556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Skype</a:t>
              </a:r>
              <a:endParaRPr i="1" sz="1800">
                <a:solidFill>
                  <a:srgbClr val="C00000"/>
                </a:solidFill>
                <a:latin typeface="Calibri"/>
                <a:ea typeface="Calibri"/>
                <a:cs typeface="Calibri"/>
                <a:sym typeface="Calibri"/>
              </a:endParaRPr>
            </a:p>
          </p:txBody>
        </p:sp>
        <p:cxnSp>
          <p:nvCxnSpPr>
            <p:cNvPr id="1254" name="Google Shape;1254;p11"/>
            <p:cNvCxnSpPr/>
            <p:nvPr/>
          </p:nvCxnSpPr>
          <p:spPr>
            <a:xfrm>
              <a:off x="6973411" y="3119431"/>
              <a:ext cx="559043" cy="0"/>
            </a:xfrm>
            <a:prstGeom prst="straightConnector1">
              <a:avLst/>
            </a:prstGeom>
            <a:noFill/>
            <a:ln cap="flat" cmpd="sng" w="9525">
              <a:solidFill>
                <a:srgbClr val="C00000"/>
              </a:solidFill>
              <a:prstDash val="solid"/>
              <a:miter lim="800000"/>
              <a:headEnd len="sm" w="sm" type="none"/>
              <a:tailEnd len="sm" w="sm" type="none"/>
            </a:ln>
          </p:spPr>
        </p:cxnSp>
      </p:grpSp>
      <p:grpSp>
        <p:nvGrpSpPr>
          <p:cNvPr id="1255" name="Google Shape;1255;p11"/>
          <p:cNvGrpSpPr/>
          <p:nvPr/>
        </p:nvGrpSpPr>
        <p:grpSpPr>
          <a:xfrm>
            <a:off x="9335579" y="2816377"/>
            <a:ext cx="675986" cy="552257"/>
            <a:chOff x="6710761" y="2934593"/>
            <a:chExt cx="675986" cy="552257"/>
          </a:xfrm>
        </p:grpSpPr>
        <p:cxnSp>
          <p:nvCxnSpPr>
            <p:cNvPr id="1256" name="Google Shape;1256;p11"/>
            <p:cNvCxnSpPr/>
            <p:nvPr/>
          </p:nvCxnSpPr>
          <p:spPr>
            <a:xfrm flipH="1">
              <a:off x="7084556" y="2978118"/>
              <a:ext cx="302191" cy="508732"/>
            </a:xfrm>
            <a:prstGeom prst="straightConnector1">
              <a:avLst/>
            </a:prstGeom>
            <a:noFill/>
            <a:ln cap="flat" cmpd="sng" w="31750">
              <a:solidFill>
                <a:srgbClr val="C00000"/>
              </a:solidFill>
              <a:prstDash val="solid"/>
              <a:miter lim="800000"/>
              <a:headEnd len="med" w="med" type="triangle"/>
              <a:tailEnd len="med" w="med" type="triangle"/>
            </a:ln>
          </p:spPr>
        </p:cxnSp>
        <p:sp>
          <p:nvSpPr>
            <p:cNvPr id="1257" name="Google Shape;1257;p11"/>
            <p:cNvSpPr txBox="1"/>
            <p:nvPr/>
          </p:nvSpPr>
          <p:spPr>
            <a:xfrm>
              <a:off x="6710761" y="2934593"/>
              <a:ext cx="34176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IP</a:t>
              </a:r>
              <a:endParaRPr i="1" sz="1800">
                <a:solidFill>
                  <a:srgbClr val="C00000"/>
                </a:solidFill>
                <a:latin typeface="Calibri"/>
                <a:ea typeface="Calibri"/>
                <a:cs typeface="Calibri"/>
                <a:sym typeface="Calibri"/>
              </a:endParaRPr>
            </a:p>
          </p:txBody>
        </p:sp>
        <p:cxnSp>
          <p:nvCxnSpPr>
            <p:cNvPr id="1258" name="Google Shape;1258;p11"/>
            <p:cNvCxnSpPr/>
            <p:nvPr/>
          </p:nvCxnSpPr>
          <p:spPr>
            <a:xfrm>
              <a:off x="6973411" y="3119431"/>
              <a:ext cx="262240" cy="0"/>
            </a:xfrm>
            <a:prstGeom prst="straightConnector1">
              <a:avLst/>
            </a:prstGeom>
            <a:noFill/>
            <a:ln cap="flat" cmpd="sng" w="9525">
              <a:solidFill>
                <a:srgbClr val="C00000"/>
              </a:solidFill>
              <a:prstDash val="solid"/>
              <a:miter lim="800000"/>
              <a:headEnd len="sm" w="sm" type="none"/>
              <a:tailEnd len="sm" w="sm" type="none"/>
            </a:ln>
          </p:spPr>
        </p:cxnSp>
      </p:grpSp>
      <p:grpSp>
        <p:nvGrpSpPr>
          <p:cNvPr id="1259" name="Google Shape;1259;p11"/>
          <p:cNvGrpSpPr/>
          <p:nvPr/>
        </p:nvGrpSpPr>
        <p:grpSpPr>
          <a:xfrm>
            <a:off x="9064971" y="5697822"/>
            <a:ext cx="554960" cy="927829"/>
            <a:chOff x="6934147" y="3177198"/>
            <a:chExt cx="554960" cy="927829"/>
          </a:xfrm>
        </p:grpSpPr>
        <p:cxnSp>
          <p:nvCxnSpPr>
            <p:cNvPr id="1260" name="Google Shape;1260;p11"/>
            <p:cNvCxnSpPr/>
            <p:nvPr/>
          </p:nvCxnSpPr>
          <p:spPr>
            <a:xfrm flipH="1">
              <a:off x="7091527" y="3177198"/>
              <a:ext cx="204850" cy="289979"/>
            </a:xfrm>
            <a:prstGeom prst="straightConnector1">
              <a:avLst/>
            </a:prstGeom>
            <a:noFill/>
            <a:ln cap="flat" cmpd="sng" w="31750">
              <a:solidFill>
                <a:srgbClr val="C00000"/>
              </a:solidFill>
              <a:prstDash val="solid"/>
              <a:miter lim="800000"/>
              <a:headEnd len="med" w="med" type="triangle"/>
              <a:tailEnd len="med" w="med" type="triangle"/>
            </a:ln>
          </p:spPr>
        </p:cxnSp>
        <p:sp>
          <p:nvSpPr>
            <p:cNvPr id="1261" name="Google Shape;1261;p11"/>
            <p:cNvSpPr txBox="1"/>
            <p:nvPr/>
          </p:nvSpPr>
          <p:spPr>
            <a:xfrm>
              <a:off x="6934147" y="3766473"/>
              <a:ext cx="55496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WiFi</a:t>
              </a:r>
              <a:endParaRPr i="1" sz="1800">
                <a:solidFill>
                  <a:srgbClr val="C00000"/>
                </a:solidFill>
                <a:latin typeface="Calibri"/>
                <a:ea typeface="Calibri"/>
                <a:cs typeface="Calibri"/>
                <a:sym typeface="Calibri"/>
              </a:endParaRPr>
            </a:p>
          </p:txBody>
        </p:sp>
        <p:cxnSp>
          <p:nvCxnSpPr>
            <p:cNvPr id="1262" name="Google Shape;1262;p11"/>
            <p:cNvCxnSpPr/>
            <p:nvPr/>
          </p:nvCxnSpPr>
          <p:spPr>
            <a:xfrm flipH="1" rot="10800000">
              <a:off x="7230890" y="3377014"/>
              <a:ext cx="1" cy="450784"/>
            </a:xfrm>
            <a:prstGeom prst="straightConnector1">
              <a:avLst/>
            </a:prstGeom>
            <a:noFill/>
            <a:ln cap="flat" cmpd="sng" w="9525">
              <a:solidFill>
                <a:srgbClr val="C00000"/>
              </a:solidFill>
              <a:prstDash val="solid"/>
              <a:miter lim="800000"/>
              <a:headEnd len="sm" w="sm" type="none"/>
              <a:tailEnd len="sm" w="sm" type="none"/>
            </a:ln>
          </p:spPr>
        </p:cxnSp>
      </p:grpSp>
      <p:grpSp>
        <p:nvGrpSpPr>
          <p:cNvPr id="1263" name="Google Shape;1263;p11"/>
          <p:cNvGrpSpPr/>
          <p:nvPr/>
        </p:nvGrpSpPr>
        <p:grpSpPr>
          <a:xfrm>
            <a:off x="8229600" y="1604463"/>
            <a:ext cx="1050146" cy="671367"/>
            <a:chOff x="7375489" y="2684454"/>
            <a:chExt cx="1050146" cy="671367"/>
          </a:xfrm>
        </p:grpSpPr>
        <p:cxnSp>
          <p:nvCxnSpPr>
            <p:cNvPr id="1264" name="Google Shape;1264;p11"/>
            <p:cNvCxnSpPr/>
            <p:nvPr/>
          </p:nvCxnSpPr>
          <p:spPr>
            <a:xfrm flipH="1" rot="10800000">
              <a:off x="7375489" y="3222818"/>
              <a:ext cx="628291" cy="133003"/>
            </a:xfrm>
            <a:prstGeom prst="straightConnector1">
              <a:avLst/>
            </a:prstGeom>
            <a:noFill/>
            <a:ln cap="flat" cmpd="sng" w="31750">
              <a:solidFill>
                <a:srgbClr val="C00000"/>
              </a:solidFill>
              <a:prstDash val="solid"/>
              <a:miter lim="800000"/>
              <a:headEnd len="med" w="med" type="triangle"/>
              <a:tailEnd len="med" w="med" type="triangle"/>
            </a:ln>
          </p:spPr>
        </p:cxnSp>
        <p:sp>
          <p:nvSpPr>
            <p:cNvPr id="1265" name="Google Shape;1265;p11"/>
            <p:cNvSpPr txBox="1"/>
            <p:nvPr/>
          </p:nvSpPr>
          <p:spPr>
            <a:xfrm>
              <a:off x="8006931" y="2684454"/>
              <a:ext cx="41870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4G</a:t>
              </a:r>
              <a:endParaRPr i="1" sz="1800">
                <a:solidFill>
                  <a:srgbClr val="C00000"/>
                </a:solidFill>
                <a:latin typeface="Calibri"/>
                <a:ea typeface="Calibri"/>
                <a:cs typeface="Calibri"/>
                <a:sym typeface="Calibri"/>
              </a:endParaRPr>
            </a:p>
          </p:txBody>
        </p:sp>
        <p:cxnSp>
          <p:nvCxnSpPr>
            <p:cNvPr id="1266" name="Google Shape;1266;p11"/>
            <p:cNvCxnSpPr>
              <a:stCxn id="906" idx="1"/>
            </p:cNvCxnSpPr>
            <p:nvPr/>
          </p:nvCxnSpPr>
          <p:spPr>
            <a:xfrm flipH="1" rot="10800000">
              <a:off x="7620426" y="2864174"/>
              <a:ext cx="430500" cy="449100"/>
            </a:xfrm>
            <a:prstGeom prst="straightConnector1">
              <a:avLst/>
            </a:prstGeom>
            <a:noFill/>
            <a:ln cap="flat" cmpd="sng" w="9525">
              <a:solidFill>
                <a:srgbClr val="C00000"/>
              </a:solidFill>
              <a:prstDash val="solid"/>
              <a:miter lim="800000"/>
              <a:headEnd len="sm" w="sm" type="none"/>
              <a:tailEnd len="sm" w="sm" type="none"/>
            </a:ln>
          </p:spPr>
        </p:cxnSp>
      </p:grpSp>
      <p:grpSp>
        <p:nvGrpSpPr>
          <p:cNvPr id="1267" name="Google Shape;1267;p11"/>
          <p:cNvGrpSpPr/>
          <p:nvPr/>
        </p:nvGrpSpPr>
        <p:grpSpPr>
          <a:xfrm>
            <a:off x="10484543" y="4543615"/>
            <a:ext cx="1037942" cy="1262658"/>
            <a:chOff x="6559961" y="3177198"/>
            <a:chExt cx="1037942" cy="1262658"/>
          </a:xfrm>
        </p:grpSpPr>
        <p:cxnSp>
          <p:nvCxnSpPr>
            <p:cNvPr id="1268" name="Google Shape;1268;p11"/>
            <p:cNvCxnSpPr/>
            <p:nvPr/>
          </p:nvCxnSpPr>
          <p:spPr>
            <a:xfrm flipH="1">
              <a:off x="6559961" y="3177198"/>
              <a:ext cx="736416" cy="894404"/>
            </a:xfrm>
            <a:prstGeom prst="straightConnector1">
              <a:avLst/>
            </a:prstGeom>
            <a:noFill/>
            <a:ln cap="flat" cmpd="sng" w="31750">
              <a:solidFill>
                <a:srgbClr val="C00000"/>
              </a:solidFill>
              <a:prstDash val="solid"/>
              <a:miter lim="800000"/>
              <a:headEnd len="med" w="med" type="triangle"/>
              <a:tailEnd len="med" w="med" type="triangle"/>
            </a:ln>
          </p:spPr>
        </p:cxnSp>
        <p:sp>
          <p:nvSpPr>
            <p:cNvPr id="1269" name="Google Shape;1269;p11"/>
            <p:cNvSpPr txBox="1"/>
            <p:nvPr/>
          </p:nvSpPr>
          <p:spPr>
            <a:xfrm>
              <a:off x="7104370" y="4101302"/>
              <a:ext cx="49353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TCP</a:t>
              </a:r>
              <a:endParaRPr i="1" sz="1800">
                <a:solidFill>
                  <a:srgbClr val="C00000"/>
                </a:solidFill>
                <a:latin typeface="Calibri"/>
                <a:ea typeface="Calibri"/>
                <a:cs typeface="Calibri"/>
                <a:sym typeface="Calibri"/>
              </a:endParaRPr>
            </a:p>
          </p:txBody>
        </p:sp>
        <p:cxnSp>
          <p:nvCxnSpPr>
            <p:cNvPr id="1270" name="Google Shape;1270;p11"/>
            <p:cNvCxnSpPr/>
            <p:nvPr/>
          </p:nvCxnSpPr>
          <p:spPr>
            <a:xfrm rot="10800000">
              <a:off x="6929789" y="3709511"/>
              <a:ext cx="297918" cy="450784"/>
            </a:xfrm>
            <a:prstGeom prst="straightConnector1">
              <a:avLst/>
            </a:prstGeom>
            <a:noFill/>
            <a:ln cap="flat" cmpd="sng" w="9525">
              <a:solidFill>
                <a:srgbClr val="C00000"/>
              </a:solidFill>
              <a:prstDash val="solid"/>
              <a:miter lim="800000"/>
              <a:headEnd len="sm" w="sm" type="none"/>
              <a:tailEnd len="sm" w="sm" type="none"/>
            </a:ln>
          </p:spPr>
        </p:cxnSp>
      </p:grpSp>
      <p:grpSp>
        <p:nvGrpSpPr>
          <p:cNvPr id="1271" name="Google Shape;1271;p11"/>
          <p:cNvGrpSpPr/>
          <p:nvPr/>
        </p:nvGrpSpPr>
        <p:grpSpPr>
          <a:xfrm>
            <a:off x="9218788" y="2327787"/>
            <a:ext cx="2594095" cy="1025465"/>
            <a:chOff x="9218788" y="2327787"/>
            <a:chExt cx="2594095" cy="1025465"/>
          </a:xfrm>
        </p:grpSpPr>
        <p:cxnSp>
          <p:nvCxnSpPr>
            <p:cNvPr id="1272" name="Google Shape;1272;p11"/>
            <p:cNvCxnSpPr/>
            <p:nvPr/>
          </p:nvCxnSpPr>
          <p:spPr>
            <a:xfrm>
              <a:off x="9218788" y="2327787"/>
              <a:ext cx="1698979" cy="1025465"/>
            </a:xfrm>
            <a:prstGeom prst="straightConnector1">
              <a:avLst/>
            </a:prstGeom>
            <a:noFill/>
            <a:ln cap="flat" cmpd="sng" w="31750">
              <a:solidFill>
                <a:srgbClr val="C00000"/>
              </a:solidFill>
              <a:prstDash val="solid"/>
              <a:miter lim="800000"/>
              <a:headEnd len="med" w="med" type="triangle"/>
              <a:tailEnd len="med" w="med" type="triangle"/>
            </a:ln>
          </p:spPr>
        </p:cxnSp>
        <p:sp>
          <p:nvSpPr>
            <p:cNvPr id="1273" name="Google Shape;1273;p11"/>
            <p:cNvSpPr txBox="1"/>
            <p:nvPr/>
          </p:nvSpPr>
          <p:spPr>
            <a:xfrm>
              <a:off x="10772213" y="2684297"/>
              <a:ext cx="104067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Streaming</a:t>
              </a:r>
              <a:endParaRPr i="1" sz="1600">
                <a:solidFill>
                  <a:srgbClr val="C00000"/>
                </a:solidFill>
                <a:latin typeface="Calibri"/>
                <a:ea typeface="Calibri"/>
                <a:cs typeface="Calibri"/>
                <a:sym typeface="Calibri"/>
              </a:endParaRPr>
            </a:p>
            <a:p>
              <a:pPr indent="0" lvl="0" marL="0" marR="0" rtl="0" algn="l">
                <a:spcBef>
                  <a:spcPts val="0"/>
                </a:spcBef>
                <a:spcAft>
                  <a:spcPts val="0"/>
                </a:spcAft>
                <a:buNone/>
              </a:pPr>
              <a:r>
                <a:rPr i="1" lang="en-US" sz="1600">
                  <a:solidFill>
                    <a:srgbClr val="C00000"/>
                  </a:solidFill>
                  <a:latin typeface="Calibri"/>
                  <a:ea typeface="Calibri"/>
                  <a:cs typeface="Calibri"/>
                  <a:sym typeface="Calibri"/>
                </a:rPr>
                <a:t>video</a:t>
              </a:r>
              <a:endParaRPr i="1" sz="1800">
                <a:solidFill>
                  <a:srgbClr val="C00000"/>
                </a:solidFill>
                <a:latin typeface="Calibri"/>
                <a:ea typeface="Calibri"/>
                <a:cs typeface="Calibri"/>
                <a:sym typeface="Calibri"/>
              </a:endParaRPr>
            </a:p>
          </p:txBody>
        </p:sp>
        <p:cxnSp>
          <p:nvCxnSpPr>
            <p:cNvPr id="1274" name="Google Shape;1274;p11"/>
            <p:cNvCxnSpPr/>
            <p:nvPr/>
          </p:nvCxnSpPr>
          <p:spPr>
            <a:xfrm flipH="1" rot="10800000">
              <a:off x="10569552" y="2937299"/>
              <a:ext cx="405322" cy="147574"/>
            </a:xfrm>
            <a:prstGeom prst="straightConnector1">
              <a:avLst/>
            </a:prstGeom>
            <a:noFill/>
            <a:ln cap="flat" cmpd="sng" w="9525">
              <a:solidFill>
                <a:srgbClr val="C00000"/>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gtEl>
                                        <p:attrNameLst>
                                          <p:attrName>style.visibility</p:attrName>
                                        </p:attrNameLst>
                                      </p:cBhvr>
                                      <p:to>
                                        <p:strVal val="visible"/>
                                      </p:to>
                                    </p:set>
                                    <p:animEffect filter="fade" transition="in">
                                      <p:cBhvr>
                                        <p:cTn dur="500"/>
                                        <p:tgtEl>
                                          <p:spTgt spid="1242"/>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1247"/>
                                        </p:tgtEl>
                                        <p:attrNameLst>
                                          <p:attrName>style.visibility</p:attrName>
                                        </p:attrNameLst>
                                      </p:cBhvr>
                                      <p:to>
                                        <p:strVal val="visible"/>
                                      </p:to>
                                    </p:set>
                                    <p:animEffect filter="fade" transition="in">
                                      <p:cBhvr>
                                        <p:cTn dur="500"/>
                                        <p:tgtEl>
                                          <p:spTgt spid="1247"/>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1251"/>
                                        </p:tgtEl>
                                        <p:attrNameLst>
                                          <p:attrName>style.visibility</p:attrName>
                                        </p:attrNameLst>
                                      </p:cBhvr>
                                      <p:to>
                                        <p:strVal val="visible"/>
                                      </p:to>
                                    </p:set>
                                    <p:animEffect filter="fade" transition="in">
                                      <p:cBhvr>
                                        <p:cTn dur="500"/>
                                        <p:tgtEl>
                                          <p:spTgt spid="125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271"/>
                                        </p:tgtEl>
                                        <p:attrNameLst>
                                          <p:attrName>style.visibility</p:attrName>
                                        </p:attrNameLst>
                                      </p:cBhvr>
                                      <p:to>
                                        <p:strVal val="visible"/>
                                      </p:to>
                                    </p:set>
                                    <p:animEffect filter="fade" transition="in">
                                      <p:cBhvr>
                                        <p:cTn dur="500"/>
                                        <p:tgtEl>
                                          <p:spTgt spid="1271"/>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1267"/>
                                        </p:tgtEl>
                                        <p:attrNameLst>
                                          <p:attrName>style.visibility</p:attrName>
                                        </p:attrNameLst>
                                      </p:cBhvr>
                                      <p:to>
                                        <p:strVal val="visible"/>
                                      </p:to>
                                    </p:set>
                                    <p:animEffect filter="fade" transition="in">
                                      <p:cBhvr>
                                        <p:cTn dur="500"/>
                                        <p:tgtEl>
                                          <p:spTgt spid="1267"/>
                                        </p:tgtEl>
                                      </p:cBhvr>
                                    </p:animEffect>
                                  </p:childTnLst>
                                </p:cTn>
                              </p:par>
                            </p:childTnLst>
                          </p:cTn>
                        </p:par>
                        <p:par>
                          <p:cTn fill="hold">
                            <p:stCondLst>
                              <p:cond delay="2500"/>
                            </p:stCondLst>
                            <p:childTnLst>
                              <p:par>
                                <p:cTn fill="hold" nodeType="afterEffect" presetClass="entr" presetID="10" presetSubtype="0">
                                  <p:stCondLst>
                                    <p:cond delay="500"/>
                                  </p:stCondLst>
                                  <p:childTnLst>
                                    <p:set>
                                      <p:cBhvr>
                                        <p:cTn dur="1" fill="hold">
                                          <p:stCondLst>
                                            <p:cond delay="0"/>
                                          </p:stCondLst>
                                        </p:cTn>
                                        <p:tgtEl>
                                          <p:spTgt spid="1255"/>
                                        </p:tgtEl>
                                        <p:attrNameLst>
                                          <p:attrName>style.visibility</p:attrName>
                                        </p:attrNameLst>
                                      </p:cBhvr>
                                      <p:to>
                                        <p:strVal val="visible"/>
                                      </p:to>
                                    </p:set>
                                    <p:animEffect filter="fade" transition="in">
                                      <p:cBhvr>
                                        <p:cTn dur="500"/>
                                        <p:tgtEl>
                                          <p:spTgt spid="1255"/>
                                        </p:tgtEl>
                                      </p:cBhvr>
                                    </p:animEffect>
                                  </p:childTnLst>
                                </p:cTn>
                              </p:par>
                            </p:childTnLst>
                          </p:cTn>
                        </p:par>
                        <p:par>
                          <p:cTn fill="hold">
                            <p:stCondLst>
                              <p:cond delay="3000"/>
                            </p:stCondLst>
                            <p:childTnLst>
                              <p:par>
                                <p:cTn fill="hold" nodeType="afterEffect" presetClass="entr" presetID="10" presetSubtype="0">
                                  <p:stCondLst>
                                    <p:cond delay="500"/>
                                  </p:stCondLst>
                                  <p:childTnLst>
                                    <p:set>
                                      <p:cBhvr>
                                        <p:cTn dur="1" fill="hold">
                                          <p:stCondLst>
                                            <p:cond delay="0"/>
                                          </p:stCondLst>
                                        </p:cTn>
                                        <p:tgtEl>
                                          <p:spTgt spid="1259"/>
                                        </p:tgtEl>
                                        <p:attrNameLst>
                                          <p:attrName>style.visibility</p:attrName>
                                        </p:attrNameLst>
                                      </p:cBhvr>
                                      <p:to>
                                        <p:strVal val="visible"/>
                                      </p:to>
                                    </p:set>
                                    <p:animEffect filter="fade" transition="in">
                                      <p:cBhvr>
                                        <p:cTn dur="500"/>
                                        <p:tgtEl>
                                          <p:spTgt spid="1259"/>
                                        </p:tgtEl>
                                      </p:cBhvr>
                                    </p:animEffect>
                                  </p:childTnLst>
                                </p:cTn>
                              </p:par>
                            </p:childTnLst>
                          </p:cTn>
                        </p:par>
                        <p:par>
                          <p:cTn fill="hold">
                            <p:stCondLst>
                              <p:cond delay="3500"/>
                            </p:stCondLst>
                            <p:childTnLst>
                              <p:par>
                                <p:cTn fill="hold" nodeType="afterEffect" presetClass="entr" presetID="10" presetSubtype="0">
                                  <p:stCondLst>
                                    <p:cond delay="500"/>
                                  </p:stCondLst>
                                  <p:childTnLst>
                                    <p:set>
                                      <p:cBhvr>
                                        <p:cTn dur="1" fill="hold">
                                          <p:stCondLst>
                                            <p:cond delay="0"/>
                                          </p:stCondLst>
                                        </p:cTn>
                                        <p:tgtEl>
                                          <p:spTgt spid="1263"/>
                                        </p:tgtEl>
                                        <p:attrNameLst>
                                          <p:attrName>style.visibility</p:attrName>
                                        </p:attrNameLst>
                                      </p:cBhvr>
                                      <p:to>
                                        <p:strVal val="visible"/>
                                      </p:to>
                                    </p:set>
                                    <p:animEffect filter="fade" transition="in">
                                      <p:cBhvr>
                                        <p:cTn dur="500"/>
                                        <p:tgtEl>
                                          <p:spTgt spid="1263"/>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1243"/>
                                        </p:tgtEl>
                                        <p:attrNameLst>
                                          <p:attrName>style.visibility</p:attrName>
                                        </p:attrNameLst>
                                      </p:cBhvr>
                                      <p:to>
                                        <p:strVal val="visible"/>
                                      </p:to>
                                    </p:set>
                                    <p:animEffect filter="fade" transition="in">
                                      <p:cBhvr>
                                        <p:cTn dur="500"/>
                                        <p:tgtEl>
                                          <p:spTgt spid="12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78" name="Shape 1278"/>
        <p:cNvGrpSpPr/>
        <p:nvPr/>
      </p:nvGrpSpPr>
      <p:grpSpPr>
        <a:xfrm>
          <a:off x="0" y="0"/>
          <a:ext cx="0" cy="0"/>
          <a:chOff x="0" y="0"/>
          <a:chExt cx="0" cy="0"/>
        </a:xfrm>
      </p:grpSpPr>
      <p:sp>
        <p:nvSpPr>
          <p:cNvPr id="1279" name="Google Shape;1279;p12"/>
          <p:cNvSpPr txBox="1"/>
          <p:nvPr>
            <p:ph idx="1" type="body"/>
          </p:nvPr>
        </p:nvSpPr>
        <p:spPr>
          <a:xfrm>
            <a:off x="868663" y="1426343"/>
            <a:ext cx="5394571" cy="2251565"/>
          </a:xfrm>
          <a:prstGeom prst="rect">
            <a:avLst/>
          </a:prstGeom>
          <a:noFill/>
          <a:ln>
            <a:noFill/>
          </a:ln>
        </p:spPr>
        <p:txBody>
          <a:bodyPr anchorCtr="0" anchor="t" bIns="45700" lIns="91425" spcFirstLastPara="1" rIns="91425" wrap="square" tIns="45700">
            <a:noAutofit/>
          </a:bodyPr>
          <a:lstStyle/>
          <a:p>
            <a:pPr indent="-222250" lvl="0" marL="352425" rtl="0" algn="l">
              <a:lnSpc>
                <a:spcPct val="90000"/>
              </a:lnSpc>
              <a:spcBef>
                <a:spcPts val="0"/>
              </a:spcBef>
              <a:spcAft>
                <a:spcPts val="0"/>
              </a:spcAft>
              <a:buSzPts val="2100"/>
              <a:buChar char="▪"/>
            </a:pPr>
            <a:r>
              <a:rPr i="1" lang="en-US">
                <a:solidFill>
                  <a:srgbClr val="CC0000"/>
                </a:solidFill>
              </a:rPr>
              <a:t>Infrastructure </a:t>
            </a:r>
            <a:r>
              <a:rPr lang="en-US"/>
              <a:t>that provides services to applications:</a:t>
            </a:r>
            <a:endParaRPr sz="2400"/>
          </a:p>
          <a:p>
            <a:pPr indent="-231775" lvl="1" marL="695325" rtl="0" algn="l">
              <a:lnSpc>
                <a:spcPct val="90000"/>
              </a:lnSpc>
              <a:spcBef>
                <a:spcPts val="500"/>
              </a:spcBef>
              <a:spcAft>
                <a:spcPts val="0"/>
              </a:spcAft>
              <a:buSzPts val="2400"/>
              <a:buChar char="•"/>
            </a:pPr>
            <a:r>
              <a:rPr lang="en-US"/>
              <a:t>Web, streaming video, multimedia teleconferencing, email, games, e-commerce, social media, inter-connected appliances, …</a:t>
            </a:r>
            <a:endParaRPr/>
          </a:p>
          <a:p>
            <a:pPr indent="0" lvl="0" marL="130175" rtl="0" algn="l">
              <a:lnSpc>
                <a:spcPct val="90000"/>
              </a:lnSpc>
              <a:spcBef>
                <a:spcPts val="1000"/>
              </a:spcBef>
              <a:spcAft>
                <a:spcPts val="0"/>
              </a:spcAft>
              <a:buSzPts val="2800"/>
              <a:buNone/>
            </a:pPr>
            <a:r>
              <a:t/>
            </a:r>
            <a:endParaRPr/>
          </a:p>
          <a:p>
            <a:pPr indent="0" lvl="0" marL="0" rtl="0" algn="l">
              <a:lnSpc>
                <a:spcPct val="90000"/>
              </a:lnSpc>
              <a:spcBef>
                <a:spcPts val="1000"/>
              </a:spcBef>
              <a:spcAft>
                <a:spcPts val="0"/>
              </a:spcAft>
              <a:buSzPts val="2800"/>
              <a:buNone/>
            </a:pPr>
            <a:r>
              <a:t/>
            </a:r>
            <a:endParaRPr/>
          </a:p>
        </p:txBody>
      </p:sp>
      <p:sp>
        <p:nvSpPr>
          <p:cNvPr id="1280" name="Google Shape;1280;p1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Internet: a “services” view</a:t>
            </a:r>
            <a:endParaRPr/>
          </a:p>
        </p:txBody>
      </p:sp>
      <p:sp>
        <p:nvSpPr>
          <p:cNvPr id="1281" name="Google Shape;1281;p12"/>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2" name="Google Shape;1282;p12"/>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283" name="Google Shape;1283;p12"/>
          <p:cNvGrpSpPr/>
          <p:nvPr/>
        </p:nvGrpSpPr>
        <p:grpSpPr>
          <a:xfrm>
            <a:off x="7205350" y="3289251"/>
            <a:ext cx="1458912" cy="933450"/>
            <a:chOff x="2889" y="1631"/>
            <a:chExt cx="980" cy="743"/>
          </a:xfrm>
        </p:grpSpPr>
        <p:sp>
          <p:nvSpPr>
            <p:cNvPr id="1284" name="Google Shape;1284;p12"/>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285" name="Google Shape;1285;p12"/>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grpSp>
      <p:sp>
        <p:nvSpPr>
          <p:cNvPr id="1286" name="Google Shape;1286;p12"/>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7" name="Google Shape;1287;p12"/>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sz="1400">
              <a:solidFill>
                <a:schemeClr val="dk1"/>
              </a:solidFill>
              <a:latin typeface="Calibri"/>
              <a:ea typeface="Calibri"/>
              <a:cs typeface="Calibri"/>
              <a:sym typeface="Calibri"/>
            </a:endParaRPr>
          </a:p>
        </p:txBody>
      </p:sp>
      <p:sp>
        <p:nvSpPr>
          <p:cNvPr id="1288" name="Google Shape;1288;p12"/>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sz="1400">
              <a:solidFill>
                <a:schemeClr val="dk1"/>
              </a:solidFill>
              <a:latin typeface="Calibri"/>
              <a:ea typeface="Calibri"/>
              <a:cs typeface="Calibri"/>
              <a:sym typeface="Calibri"/>
            </a:endParaRPr>
          </a:p>
        </p:txBody>
      </p:sp>
      <p:sp>
        <p:nvSpPr>
          <p:cNvPr id="1289" name="Google Shape;1289;p12"/>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sz="1400">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sz="1400">
              <a:solidFill>
                <a:schemeClr val="dk1"/>
              </a:solidFill>
              <a:latin typeface="Calibri"/>
              <a:ea typeface="Calibri"/>
              <a:cs typeface="Calibri"/>
              <a:sym typeface="Calibri"/>
            </a:endParaRPr>
          </a:p>
        </p:txBody>
      </p:sp>
      <p:sp>
        <p:nvSpPr>
          <p:cNvPr id="1290" name="Google Shape;1290;p12"/>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291" name="Google Shape;1291;p12"/>
          <p:cNvGrpSpPr/>
          <p:nvPr/>
        </p:nvGrpSpPr>
        <p:grpSpPr>
          <a:xfrm>
            <a:off x="10837700" y="3928050"/>
            <a:ext cx="687393" cy="721548"/>
            <a:chOff x="5203089" y="1751190"/>
            <a:chExt cx="858331" cy="662414"/>
          </a:xfrm>
        </p:grpSpPr>
        <p:sp>
          <p:nvSpPr>
            <p:cNvPr id="1292" name="Google Shape;1292;p1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3" name="Google Shape;1293;p1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294" name="Google Shape;1294;p1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295" name="Google Shape;1295;p1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296" name="Google Shape;1296;p1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297" name="Google Shape;1297;p1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298" name="Google Shape;1298;p1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299" name="Google Shape;1299;p1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300" name="Google Shape;1300;p12"/>
          <p:cNvGrpSpPr/>
          <p:nvPr/>
        </p:nvGrpSpPr>
        <p:grpSpPr>
          <a:xfrm>
            <a:off x="10771171" y="3194171"/>
            <a:ext cx="594613" cy="648336"/>
            <a:chOff x="5203089" y="1751190"/>
            <a:chExt cx="858331" cy="662414"/>
          </a:xfrm>
        </p:grpSpPr>
        <p:sp>
          <p:nvSpPr>
            <p:cNvPr id="1301" name="Google Shape;1301;p1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2" name="Google Shape;1302;p1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303" name="Google Shape;1303;p1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304" name="Google Shape;1304;p1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305" name="Google Shape;1305;p1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306" name="Google Shape;1306;p1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307" name="Google Shape;1307;p1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308" name="Google Shape;1308;p1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309" name="Google Shape;1309;p12"/>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0" name="Google Shape;1310;p12"/>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sz="1400">
              <a:solidFill>
                <a:schemeClr val="dk1"/>
              </a:solidFill>
              <a:latin typeface="Calibri"/>
              <a:ea typeface="Calibri"/>
              <a:cs typeface="Calibri"/>
              <a:sym typeface="Calibri"/>
            </a:endParaRPr>
          </a:p>
        </p:txBody>
      </p:sp>
      <p:sp>
        <p:nvSpPr>
          <p:cNvPr id="1311" name="Google Shape;1311;p12"/>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2" name="Google Shape;1312;p12"/>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sz="1400">
              <a:solidFill>
                <a:schemeClr val="dk1"/>
              </a:solidFill>
              <a:latin typeface="Calibri"/>
              <a:ea typeface="Calibri"/>
              <a:cs typeface="Calibri"/>
              <a:sym typeface="Calibri"/>
            </a:endParaRPr>
          </a:p>
        </p:txBody>
      </p:sp>
      <p:sp>
        <p:nvSpPr>
          <p:cNvPr id="1313" name="Google Shape;1313;p12"/>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sz="105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sz="1050">
              <a:solidFill>
                <a:schemeClr val="dk1"/>
              </a:solidFill>
              <a:latin typeface="Calibri"/>
              <a:ea typeface="Calibri"/>
              <a:cs typeface="Calibri"/>
              <a:sym typeface="Calibri"/>
            </a:endParaRPr>
          </a:p>
        </p:txBody>
      </p:sp>
      <p:sp>
        <p:nvSpPr>
          <p:cNvPr id="1314" name="Google Shape;1314;p12"/>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sz="140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sz="140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grpSp>
        <p:nvGrpSpPr>
          <p:cNvPr id="1315" name="Google Shape;1315;p12"/>
          <p:cNvGrpSpPr/>
          <p:nvPr/>
        </p:nvGrpSpPr>
        <p:grpSpPr>
          <a:xfrm>
            <a:off x="7562238" y="2127325"/>
            <a:ext cx="3578867" cy="3640284"/>
            <a:chOff x="7562238" y="2127325"/>
            <a:chExt cx="3578867" cy="3640284"/>
          </a:xfrm>
        </p:grpSpPr>
        <p:cxnSp>
          <p:nvCxnSpPr>
            <p:cNvPr id="1316" name="Google Shape;1316;p12"/>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317" name="Google Shape;1317;p12"/>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318" name="Google Shape;1318;p12"/>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319" name="Google Shape;1319;p12"/>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320" name="Google Shape;1320;p12"/>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321" name="Google Shape;1321;p12"/>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322" name="Google Shape;1322;p12"/>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323" name="Google Shape;1323;p12"/>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324" name="Google Shape;1324;p12"/>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325" name="Google Shape;1325;p12"/>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326" name="Google Shape;1326;p12"/>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327" name="Google Shape;1327;p12"/>
            <p:cNvGrpSpPr/>
            <p:nvPr/>
          </p:nvGrpSpPr>
          <p:grpSpPr>
            <a:xfrm>
              <a:off x="7562238" y="2127325"/>
              <a:ext cx="3578867" cy="3640284"/>
              <a:chOff x="7562238" y="2127325"/>
              <a:chExt cx="3578867" cy="3640284"/>
            </a:xfrm>
          </p:grpSpPr>
          <p:grpSp>
            <p:nvGrpSpPr>
              <p:cNvPr id="1328" name="Google Shape;1328;p12"/>
              <p:cNvGrpSpPr/>
              <p:nvPr/>
            </p:nvGrpSpPr>
            <p:grpSpPr>
              <a:xfrm>
                <a:off x="7857253" y="2127325"/>
                <a:ext cx="3283852" cy="3640284"/>
                <a:chOff x="7881336" y="2104198"/>
                <a:chExt cx="3283852" cy="3640284"/>
              </a:xfrm>
            </p:grpSpPr>
            <p:cxnSp>
              <p:nvCxnSpPr>
                <p:cNvPr id="1329" name="Google Shape;1329;p12"/>
                <p:cNvCxnSpPr/>
                <p:nvPr/>
              </p:nvCxnSpPr>
              <p:spPr>
                <a:xfrm flipH="1" rot="5400000">
                  <a:off x="9813692" y="5228612"/>
                  <a:ext cx="388062" cy="7560"/>
                </a:xfrm>
                <a:prstGeom prst="straightConnector1">
                  <a:avLst/>
                </a:prstGeom>
                <a:noFill/>
                <a:ln cap="flat" cmpd="sng" w="12700">
                  <a:solidFill>
                    <a:schemeClr val="dk1"/>
                  </a:solidFill>
                  <a:prstDash val="solid"/>
                  <a:round/>
                  <a:headEnd len="sm" w="sm" type="none"/>
                  <a:tailEnd len="sm" w="sm" type="none"/>
                </a:ln>
              </p:spPr>
            </p:cxnSp>
            <p:cxnSp>
              <p:nvCxnSpPr>
                <p:cNvPr id="1330" name="Google Shape;1330;p12"/>
                <p:cNvCxnSpPr/>
                <p:nvPr/>
              </p:nvCxnSpPr>
              <p:spPr>
                <a:xfrm rot="10800000">
                  <a:off x="10234009" y="5382159"/>
                  <a:ext cx="0" cy="114300"/>
                </a:xfrm>
                <a:prstGeom prst="straightConnector1">
                  <a:avLst/>
                </a:prstGeom>
                <a:noFill/>
                <a:ln cap="flat" cmpd="sng" w="12700">
                  <a:solidFill>
                    <a:schemeClr val="dk1"/>
                  </a:solidFill>
                  <a:prstDash val="solid"/>
                  <a:round/>
                  <a:headEnd len="sm" w="sm" type="none"/>
                  <a:tailEnd len="sm" w="sm" type="none"/>
                </a:ln>
              </p:spPr>
            </p:cxnSp>
            <p:cxnSp>
              <p:nvCxnSpPr>
                <p:cNvPr id="1331" name="Google Shape;1331;p12"/>
                <p:cNvCxnSpPr/>
                <p:nvPr/>
              </p:nvCxnSpPr>
              <p:spPr>
                <a:xfrm>
                  <a:off x="9457042" y="4815390"/>
                  <a:ext cx="524483" cy="261537"/>
                </a:xfrm>
                <a:prstGeom prst="straightConnector1">
                  <a:avLst/>
                </a:prstGeom>
                <a:noFill/>
                <a:ln cap="flat" cmpd="sng" w="9525">
                  <a:solidFill>
                    <a:schemeClr val="dk1"/>
                  </a:solidFill>
                  <a:prstDash val="solid"/>
                  <a:round/>
                  <a:headEnd len="sm" w="sm" type="none"/>
                  <a:tailEnd len="sm" w="sm" type="none"/>
                </a:ln>
              </p:spPr>
            </p:cxnSp>
            <p:cxnSp>
              <p:nvCxnSpPr>
                <p:cNvPr id="1332" name="Google Shape;1332;p12"/>
                <p:cNvCxnSpPr/>
                <p:nvPr/>
              </p:nvCxnSpPr>
              <p:spPr>
                <a:xfrm flipH="1" rot="10800000">
                  <a:off x="8874149" y="4815390"/>
                  <a:ext cx="569255" cy="246266"/>
                </a:xfrm>
                <a:prstGeom prst="straightConnector1">
                  <a:avLst/>
                </a:prstGeom>
                <a:noFill/>
                <a:ln cap="flat" cmpd="sng" w="9525">
                  <a:solidFill>
                    <a:schemeClr val="dk1"/>
                  </a:solidFill>
                  <a:prstDash val="solid"/>
                  <a:round/>
                  <a:headEnd len="sm" w="sm" type="none"/>
                  <a:tailEnd len="sm" w="sm" type="none"/>
                </a:ln>
              </p:spPr>
            </p:cxnSp>
            <p:cxnSp>
              <p:nvCxnSpPr>
                <p:cNvPr id="1333" name="Google Shape;1333;p12"/>
                <p:cNvCxnSpPr/>
                <p:nvPr/>
              </p:nvCxnSpPr>
              <p:spPr>
                <a:xfrm>
                  <a:off x="8845827" y="5085749"/>
                  <a:ext cx="1030502" cy="0"/>
                </a:xfrm>
                <a:prstGeom prst="straightConnector1">
                  <a:avLst/>
                </a:prstGeom>
                <a:noFill/>
                <a:ln cap="flat" cmpd="sng" w="9525">
                  <a:solidFill>
                    <a:schemeClr val="dk1"/>
                  </a:solidFill>
                  <a:prstDash val="solid"/>
                  <a:round/>
                  <a:headEnd len="sm" w="sm" type="none"/>
                  <a:tailEnd len="sm" w="sm" type="none"/>
                </a:ln>
              </p:spPr>
            </p:cxnSp>
            <p:cxnSp>
              <p:nvCxnSpPr>
                <p:cNvPr id="1334" name="Google Shape;1334;p12"/>
                <p:cNvCxnSpPr/>
                <p:nvPr/>
              </p:nvCxnSpPr>
              <p:spPr>
                <a:xfrm>
                  <a:off x="8234290" y="5094207"/>
                  <a:ext cx="226800" cy="127000"/>
                </a:xfrm>
                <a:prstGeom prst="straightConnector1">
                  <a:avLst/>
                </a:prstGeom>
                <a:noFill/>
                <a:ln cap="flat" cmpd="sng" w="9525">
                  <a:solidFill>
                    <a:schemeClr val="dk1"/>
                  </a:solidFill>
                  <a:prstDash val="solid"/>
                  <a:round/>
                  <a:headEnd len="sm" w="sm" type="none"/>
                  <a:tailEnd len="sm" w="sm" type="none"/>
                </a:ln>
              </p:spPr>
            </p:cxnSp>
            <p:cxnSp>
              <p:nvCxnSpPr>
                <p:cNvPr id="1335" name="Google Shape;1335;p12"/>
                <p:cNvCxnSpPr/>
                <p:nvPr/>
              </p:nvCxnSpPr>
              <p:spPr>
                <a:xfrm flipH="1" rot="10800000">
                  <a:off x="7972450" y="5267343"/>
                  <a:ext cx="412750" cy="127000"/>
                </a:xfrm>
                <a:prstGeom prst="straightConnector1">
                  <a:avLst/>
                </a:prstGeom>
                <a:noFill/>
                <a:ln cap="flat" cmpd="sng" w="9525">
                  <a:solidFill>
                    <a:schemeClr val="dk1"/>
                  </a:solidFill>
                  <a:prstDash val="solid"/>
                  <a:round/>
                  <a:headEnd len="sm" w="sm" type="none"/>
                  <a:tailEnd len="sm" w="sm" type="none"/>
                </a:ln>
              </p:spPr>
            </p:cxnSp>
            <p:cxnSp>
              <p:nvCxnSpPr>
                <p:cNvPr id="1336" name="Google Shape;1336;p12"/>
                <p:cNvCxnSpPr/>
                <p:nvPr/>
              </p:nvCxnSpPr>
              <p:spPr>
                <a:xfrm flipH="1">
                  <a:off x="8397900" y="5259125"/>
                  <a:ext cx="68080" cy="293968"/>
                </a:xfrm>
                <a:prstGeom prst="straightConnector1">
                  <a:avLst/>
                </a:prstGeom>
                <a:noFill/>
                <a:ln cap="flat" cmpd="sng" w="9525">
                  <a:solidFill>
                    <a:schemeClr val="dk1"/>
                  </a:solidFill>
                  <a:prstDash val="solid"/>
                  <a:round/>
                  <a:headEnd len="sm" w="sm" type="none"/>
                  <a:tailEnd len="sm" w="sm" type="none"/>
                </a:ln>
              </p:spPr>
            </p:cxnSp>
            <p:cxnSp>
              <p:nvCxnSpPr>
                <p:cNvPr id="1337" name="Google Shape;1337;p12"/>
                <p:cNvCxnSpPr/>
                <p:nvPr/>
              </p:nvCxnSpPr>
              <p:spPr>
                <a:xfrm rot="10800000">
                  <a:off x="8512814" y="5284804"/>
                  <a:ext cx="280374" cy="269876"/>
                </a:xfrm>
                <a:prstGeom prst="straightConnector1">
                  <a:avLst/>
                </a:prstGeom>
                <a:noFill/>
                <a:ln cap="flat" cmpd="sng" w="9525">
                  <a:solidFill>
                    <a:schemeClr val="dk1"/>
                  </a:solidFill>
                  <a:prstDash val="solid"/>
                  <a:round/>
                  <a:headEnd len="sm" w="sm" type="none"/>
                  <a:tailEnd len="sm" w="sm" type="none"/>
                </a:ln>
              </p:spPr>
            </p:cxnSp>
            <p:cxnSp>
              <p:nvCxnSpPr>
                <p:cNvPr id="1338" name="Google Shape;1338;p12"/>
                <p:cNvCxnSpPr/>
                <p:nvPr/>
              </p:nvCxnSpPr>
              <p:spPr>
                <a:xfrm>
                  <a:off x="8512814" y="5234921"/>
                  <a:ext cx="914184" cy="468622"/>
                </a:xfrm>
                <a:prstGeom prst="straightConnector1">
                  <a:avLst/>
                </a:prstGeom>
                <a:noFill/>
                <a:ln cap="flat" cmpd="sng" w="9525">
                  <a:solidFill>
                    <a:schemeClr val="dk1"/>
                  </a:solidFill>
                  <a:prstDash val="solid"/>
                  <a:round/>
                  <a:headEnd len="sm" w="sm" type="none"/>
                  <a:tailEnd len="sm" w="sm" type="none"/>
                </a:ln>
              </p:spPr>
            </p:cxnSp>
            <p:cxnSp>
              <p:nvCxnSpPr>
                <p:cNvPr id="1339" name="Google Shape;1339;p12"/>
                <p:cNvCxnSpPr/>
                <p:nvPr/>
              </p:nvCxnSpPr>
              <p:spPr>
                <a:xfrm>
                  <a:off x="8271861" y="3806843"/>
                  <a:ext cx="0" cy="131762"/>
                </a:xfrm>
                <a:prstGeom prst="straightConnector1">
                  <a:avLst/>
                </a:prstGeom>
                <a:noFill/>
                <a:ln cap="flat" cmpd="sng" w="9525">
                  <a:solidFill>
                    <a:schemeClr val="dk1"/>
                  </a:solidFill>
                  <a:prstDash val="solid"/>
                  <a:round/>
                  <a:headEnd len="sm" w="sm" type="none"/>
                  <a:tailEnd len="sm" w="sm" type="none"/>
                </a:ln>
              </p:spPr>
            </p:cxnSp>
            <p:cxnSp>
              <p:nvCxnSpPr>
                <p:cNvPr id="1340" name="Google Shape;1340;p12"/>
                <p:cNvCxnSpPr/>
                <p:nvPr/>
              </p:nvCxnSpPr>
              <p:spPr>
                <a:xfrm flipH="1" rot="10800000">
                  <a:off x="7881336" y="4017980"/>
                  <a:ext cx="168275" cy="3175"/>
                </a:xfrm>
                <a:prstGeom prst="straightConnector1">
                  <a:avLst/>
                </a:prstGeom>
                <a:noFill/>
                <a:ln cap="flat" cmpd="sng" w="9525">
                  <a:solidFill>
                    <a:schemeClr val="dk1"/>
                  </a:solidFill>
                  <a:prstDash val="solid"/>
                  <a:round/>
                  <a:headEnd len="sm" w="sm" type="none"/>
                  <a:tailEnd len="sm" w="sm" type="none"/>
                </a:ln>
              </p:spPr>
            </p:cxnSp>
            <p:cxnSp>
              <p:nvCxnSpPr>
                <p:cNvPr id="1341" name="Google Shape;1341;p12"/>
                <p:cNvCxnSpPr/>
                <p:nvPr/>
              </p:nvCxnSpPr>
              <p:spPr>
                <a:xfrm flipH="1" rot="5400000">
                  <a:off x="9909628" y="5560344"/>
                  <a:ext cx="366793" cy="1482"/>
                </a:xfrm>
                <a:prstGeom prst="straightConnector1">
                  <a:avLst/>
                </a:prstGeom>
                <a:noFill/>
                <a:ln cap="flat" cmpd="sng" w="12700">
                  <a:solidFill>
                    <a:schemeClr val="dk1"/>
                  </a:solidFill>
                  <a:prstDash val="solid"/>
                  <a:round/>
                  <a:headEnd len="sm" w="sm" type="none"/>
                  <a:tailEnd len="sm" w="sm" type="none"/>
                </a:ln>
              </p:spPr>
            </p:cxnSp>
            <p:cxnSp>
              <p:nvCxnSpPr>
                <p:cNvPr id="1342" name="Google Shape;1342;p12"/>
                <p:cNvCxnSpPr/>
                <p:nvPr/>
              </p:nvCxnSpPr>
              <p:spPr>
                <a:xfrm flipH="1" rot="10800000">
                  <a:off x="8483508" y="5013435"/>
                  <a:ext cx="404236" cy="207771"/>
                </a:xfrm>
                <a:prstGeom prst="straightConnector1">
                  <a:avLst/>
                </a:prstGeom>
                <a:noFill/>
                <a:ln cap="flat" cmpd="sng" w="9525">
                  <a:solidFill>
                    <a:schemeClr val="dk1"/>
                  </a:solidFill>
                  <a:prstDash val="solid"/>
                  <a:round/>
                  <a:headEnd len="sm" w="sm" type="none"/>
                  <a:tailEnd len="sm" w="sm" type="none"/>
                </a:ln>
              </p:spPr>
            </p:cxnSp>
            <p:cxnSp>
              <p:nvCxnSpPr>
                <p:cNvPr id="1343" name="Google Shape;1343;p12"/>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344" name="Google Shape;1344;p12"/>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345" name="Google Shape;1345;p12"/>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346" name="Google Shape;1346;p12"/>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347" name="Google Shape;1347;p12"/>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348" name="Google Shape;1348;p12"/>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349" name="Google Shape;1349;p12"/>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350" name="Google Shape;1350;p12"/>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351" name="Google Shape;1351;p12"/>
                <p:cNvCxnSpPr/>
                <p:nvPr/>
              </p:nvCxnSpPr>
              <p:spPr>
                <a:xfrm flipH="1" rot="10800000">
                  <a:off x="9402788" y="4090252"/>
                  <a:ext cx="429324" cy="705603"/>
                </a:xfrm>
                <a:prstGeom prst="straightConnector1">
                  <a:avLst/>
                </a:prstGeom>
                <a:noFill/>
                <a:ln cap="flat" cmpd="sng" w="9525">
                  <a:solidFill>
                    <a:schemeClr val="dk1"/>
                  </a:solidFill>
                  <a:prstDash val="solid"/>
                  <a:round/>
                  <a:headEnd len="sm" w="sm" type="none"/>
                  <a:tailEnd len="sm" w="sm" type="none"/>
                </a:ln>
              </p:spPr>
            </p:cxnSp>
            <p:cxnSp>
              <p:nvCxnSpPr>
                <p:cNvPr id="1352" name="Google Shape;1352;p12"/>
                <p:cNvCxnSpPr/>
                <p:nvPr/>
              </p:nvCxnSpPr>
              <p:spPr>
                <a:xfrm flipH="1" rot="10800000">
                  <a:off x="8268637" y="4024329"/>
                  <a:ext cx="969051" cy="3175"/>
                </a:xfrm>
                <a:prstGeom prst="straightConnector1">
                  <a:avLst/>
                </a:prstGeom>
                <a:noFill/>
                <a:ln cap="flat" cmpd="sng" w="9525">
                  <a:solidFill>
                    <a:schemeClr val="dk1"/>
                  </a:solidFill>
                  <a:prstDash val="solid"/>
                  <a:round/>
                  <a:headEnd len="sm" w="sm" type="none"/>
                  <a:tailEnd len="sm" w="sm" type="none"/>
                </a:ln>
              </p:spPr>
            </p:cxnSp>
          </p:grpSp>
          <p:pic>
            <p:nvPicPr>
              <p:cNvPr descr="antenna_radiation_stylized" id="1353" name="Google Shape;1353;p12"/>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354" name="Google Shape;1354;p12"/>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355" name="Google Shape;1355;p12"/>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356" name="Google Shape;1356;p12"/>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nvGrpSpPr>
          <p:cNvPr id="1357" name="Google Shape;1357;p12"/>
          <p:cNvGrpSpPr/>
          <p:nvPr/>
        </p:nvGrpSpPr>
        <p:grpSpPr>
          <a:xfrm>
            <a:off x="7414072" y="1891912"/>
            <a:ext cx="1909777" cy="938011"/>
            <a:chOff x="7432700" y="1830405"/>
            <a:chExt cx="1909777" cy="938011"/>
          </a:xfrm>
        </p:grpSpPr>
        <p:grpSp>
          <p:nvGrpSpPr>
            <p:cNvPr id="1358" name="Google Shape;1358;p12"/>
            <p:cNvGrpSpPr/>
            <p:nvPr/>
          </p:nvGrpSpPr>
          <p:grpSpPr>
            <a:xfrm>
              <a:off x="7743850" y="1830405"/>
              <a:ext cx="415925" cy="385763"/>
              <a:chOff x="2751" y="1851"/>
              <a:chExt cx="462" cy="478"/>
            </a:xfrm>
          </p:grpSpPr>
          <p:pic>
            <p:nvPicPr>
              <p:cNvPr descr="iphone_stylized_small" id="1359" name="Google Shape;1359;p12"/>
              <p:cNvPicPr preferRelativeResize="0"/>
              <p:nvPr/>
            </p:nvPicPr>
            <p:blipFill rotWithShape="1">
              <a:blip r:embed="rId6">
                <a:alphaModFix/>
              </a:blip>
              <a:srcRect b="0" l="0" r="0" t="0"/>
              <a:stretch/>
            </p:blipFill>
            <p:spPr>
              <a:xfrm>
                <a:off x="2928" y="1922"/>
                <a:ext cx="152" cy="407"/>
              </a:xfrm>
              <a:prstGeom prst="rect">
                <a:avLst/>
              </a:prstGeom>
              <a:noFill/>
              <a:ln>
                <a:noFill/>
              </a:ln>
            </p:spPr>
          </p:pic>
          <p:pic>
            <p:nvPicPr>
              <p:cNvPr descr="antenna_radiation_stylized" id="1360" name="Google Shape;1360;p12"/>
              <p:cNvPicPr preferRelativeResize="0"/>
              <p:nvPr/>
            </p:nvPicPr>
            <p:blipFill rotWithShape="1">
              <a:blip r:embed="rId7">
                <a:alphaModFix/>
              </a:blip>
              <a:srcRect b="0" l="0" r="0" t="0"/>
              <a:stretch/>
            </p:blipFill>
            <p:spPr>
              <a:xfrm>
                <a:off x="2751" y="1851"/>
                <a:ext cx="462" cy="110"/>
              </a:xfrm>
              <a:prstGeom prst="rect">
                <a:avLst/>
              </a:prstGeom>
              <a:noFill/>
              <a:ln>
                <a:noFill/>
              </a:ln>
            </p:spPr>
          </p:pic>
        </p:grpSp>
        <p:grpSp>
          <p:nvGrpSpPr>
            <p:cNvPr id="1361" name="Google Shape;1361;p12"/>
            <p:cNvGrpSpPr/>
            <p:nvPr/>
          </p:nvGrpSpPr>
          <p:grpSpPr>
            <a:xfrm>
              <a:off x="7432700" y="2327293"/>
              <a:ext cx="534987" cy="414882"/>
              <a:chOff x="7432700" y="2327293"/>
              <a:chExt cx="534987" cy="414882"/>
            </a:xfrm>
          </p:grpSpPr>
          <p:pic>
            <p:nvPicPr>
              <p:cNvPr descr="antenna_stylized" id="1362" name="Google Shape;1362;p12"/>
              <p:cNvPicPr preferRelativeResize="0"/>
              <p:nvPr/>
            </p:nvPicPr>
            <p:blipFill rotWithShape="1">
              <a:blip r:embed="rId8">
                <a:alphaModFix/>
              </a:blip>
              <a:srcRect b="0" l="0" r="0" t="0"/>
              <a:stretch/>
            </p:blipFill>
            <p:spPr>
              <a:xfrm>
                <a:off x="7432700" y="2327293"/>
                <a:ext cx="530702" cy="223756"/>
              </a:xfrm>
              <a:prstGeom prst="rect">
                <a:avLst/>
              </a:prstGeom>
              <a:noFill/>
              <a:ln>
                <a:noFill/>
              </a:ln>
            </p:spPr>
          </p:pic>
          <p:pic>
            <p:nvPicPr>
              <p:cNvPr descr="laptop_keyboard" id="1363" name="Google Shape;1363;p12"/>
              <p:cNvPicPr preferRelativeResize="0"/>
              <p:nvPr/>
            </p:nvPicPr>
            <p:blipFill rotWithShape="1">
              <a:blip r:embed="rId9">
                <a:alphaModFix/>
              </a:blip>
              <a:srcRect b="0" l="0" r="0" t="0"/>
              <a:stretch/>
            </p:blipFill>
            <p:spPr>
              <a:xfrm flipH="1" rot="109064">
                <a:off x="7458407" y="2575770"/>
                <a:ext cx="437221" cy="159511"/>
              </a:xfrm>
              <a:prstGeom prst="rect">
                <a:avLst/>
              </a:prstGeom>
              <a:noFill/>
              <a:ln>
                <a:noFill/>
              </a:ln>
            </p:spPr>
          </p:pic>
          <p:sp>
            <p:nvSpPr>
              <p:cNvPr id="1364" name="Google Shape;1364;p12"/>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365" name="Google Shape;1365;p12"/>
              <p:cNvPicPr preferRelativeResize="0"/>
              <p:nvPr/>
            </p:nvPicPr>
            <p:blipFill rotWithShape="1">
              <a:blip r:embed="rId10">
                <a:alphaModFix/>
              </a:blip>
              <a:srcRect b="0" l="0" r="0" t="0"/>
              <a:stretch/>
            </p:blipFill>
            <p:spPr>
              <a:xfrm>
                <a:off x="7620637" y="2426338"/>
                <a:ext cx="319785" cy="189429"/>
              </a:xfrm>
              <a:prstGeom prst="rect">
                <a:avLst/>
              </a:prstGeom>
              <a:noFill/>
              <a:ln>
                <a:noFill/>
              </a:ln>
            </p:spPr>
          </p:pic>
          <p:sp>
            <p:nvSpPr>
              <p:cNvPr id="1366" name="Google Shape;1366;p12"/>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7" name="Google Shape;1367;p12"/>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8" name="Google Shape;1368;p12"/>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9" name="Google Shape;1369;p12"/>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0" name="Google Shape;1370;p12"/>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1" name="Google Shape;1371;p12"/>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372" name="Google Shape;1372;p12"/>
              <p:cNvGrpSpPr/>
              <p:nvPr/>
            </p:nvGrpSpPr>
            <p:grpSpPr>
              <a:xfrm>
                <a:off x="7594735" y="2642220"/>
                <a:ext cx="98740" cy="36846"/>
                <a:chOff x="1740" y="2642"/>
                <a:chExt cx="752" cy="327"/>
              </a:xfrm>
            </p:grpSpPr>
            <p:sp>
              <p:nvSpPr>
                <p:cNvPr id="1373" name="Google Shape;1373;p1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4" name="Google Shape;1374;p1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5" name="Google Shape;1375;p1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6" name="Google Shape;1376;p1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7" name="Google Shape;1377;p1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8" name="Google Shape;1378;p1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79" name="Google Shape;1379;p12"/>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0" name="Google Shape;1380;p12"/>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1" name="Google Shape;1381;p12"/>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2" name="Google Shape;1382;p12"/>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3" name="Google Shape;1383;p12"/>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4" name="Google Shape;1384;p12"/>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85" name="Google Shape;1385;p12"/>
            <p:cNvGrpSpPr/>
            <p:nvPr/>
          </p:nvGrpSpPr>
          <p:grpSpPr>
            <a:xfrm>
              <a:off x="8631407" y="2290407"/>
              <a:ext cx="530702" cy="478009"/>
              <a:chOff x="8631407" y="2290407"/>
              <a:chExt cx="530702" cy="478009"/>
            </a:xfrm>
          </p:grpSpPr>
          <p:pic>
            <p:nvPicPr>
              <p:cNvPr descr="light2.png" id="1386" name="Google Shape;1386;p12"/>
              <p:cNvPicPr preferRelativeResize="0"/>
              <p:nvPr/>
            </p:nvPicPr>
            <p:blipFill rotWithShape="1">
              <a:blip r:embed="rId11">
                <a:alphaModFix/>
              </a:blip>
              <a:srcRect b="0" l="0" r="0" t="0"/>
              <a:stretch/>
            </p:blipFill>
            <p:spPr>
              <a:xfrm flipH="1">
                <a:off x="8825293" y="2362969"/>
                <a:ext cx="92772" cy="405447"/>
              </a:xfrm>
              <a:prstGeom prst="rect">
                <a:avLst/>
              </a:prstGeom>
              <a:noFill/>
              <a:ln>
                <a:noFill/>
              </a:ln>
            </p:spPr>
          </p:pic>
          <p:pic>
            <p:nvPicPr>
              <p:cNvPr descr="antenna_stylized" id="1387" name="Google Shape;1387;p12"/>
              <p:cNvPicPr preferRelativeResize="0"/>
              <p:nvPr/>
            </p:nvPicPr>
            <p:blipFill rotWithShape="1">
              <a:blip r:embed="rId8">
                <a:alphaModFix/>
              </a:blip>
              <a:srcRect b="0" l="0" r="0" t="0"/>
              <a:stretch/>
            </p:blipFill>
            <p:spPr>
              <a:xfrm>
                <a:off x="8631407" y="2290407"/>
                <a:ext cx="530702" cy="223756"/>
              </a:xfrm>
              <a:prstGeom prst="rect">
                <a:avLst/>
              </a:prstGeom>
              <a:noFill/>
              <a:ln>
                <a:noFill/>
              </a:ln>
            </p:spPr>
          </p:pic>
        </p:grpSp>
        <p:grpSp>
          <p:nvGrpSpPr>
            <p:cNvPr id="1388" name="Google Shape;1388;p12"/>
            <p:cNvGrpSpPr/>
            <p:nvPr/>
          </p:nvGrpSpPr>
          <p:grpSpPr>
            <a:xfrm>
              <a:off x="8493165" y="2029804"/>
              <a:ext cx="849312" cy="226109"/>
              <a:chOff x="8493165" y="2029804"/>
              <a:chExt cx="849312" cy="226109"/>
            </a:xfrm>
          </p:grpSpPr>
          <p:pic>
            <p:nvPicPr>
              <p:cNvPr descr="car_icon_small" id="1389" name="Google Shape;1389;p12"/>
              <p:cNvPicPr preferRelativeResize="0"/>
              <p:nvPr/>
            </p:nvPicPr>
            <p:blipFill rotWithShape="1">
              <a:blip r:embed="rId12">
                <a:alphaModFix/>
              </a:blip>
              <a:srcRect b="0" l="0" r="0" t="0"/>
              <a:stretch/>
            </p:blipFill>
            <p:spPr>
              <a:xfrm>
                <a:off x="8493165" y="2087638"/>
                <a:ext cx="849312" cy="168275"/>
              </a:xfrm>
              <a:prstGeom prst="rect">
                <a:avLst/>
              </a:prstGeom>
              <a:noFill/>
              <a:ln>
                <a:noFill/>
              </a:ln>
            </p:spPr>
          </p:pic>
          <p:pic>
            <p:nvPicPr>
              <p:cNvPr descr="antenna_stylized" id="1390" name="Google Shape;1390;p12"/>
              <p:cNvPicPr preferRelativeResize="0"/>
              <p:nvPr/>
            </p:nvPicPr>
            <p:blipFill rotWithShape="1">
              <a:blip r:embed="rId8">
                <a:alphaModFix/>
              </a:blip>
              <a:srcRect b="0" l="0" r="0" t="0"/>
              <a:stretch/>
            </p:blipFill>
            <p:spPr>
              <a:xfrm>
                <a:off x="8704645" y="2029804"/>
                <a:ext cx="530702" cy="223756"/>
              </a:xfrm>
              <a:prstGeom prst="rect">
                <a:avLst/>
              </a:prstGeom>
              <a:noFill/>
              <a:ln>
                <a:noFill/>
              </a:ln>
            </p:spPr>
          </p:pic>
        </p:grpSp>
      </p:grpSp>
      <p:grpSp>
        <p:nvGrpSpPr>
          <p:cNvPr id="1391" name="Google Shape;1391;p12"/>
          <p:cNvGrpSpPr/>
          <p:nvPr/>
        </p:nvGrpSpPr>
        <p:grpSpPr>
          <a:xfrm>
            <a:off x="7468516" y="3357611"/>
            <a:ext cx="857739" cy="583764"/>
            <a:chOff x="7487144" y="3296104"/>
            <a:chExt cx="857739" cy="583764"/>
          </a:xfrm>
        </p:grpSpPr>
        <p:grpSp>
          <p:nvGrpSpPr>
            <p:cNvPr id="1392" name="Google Shape;1392;p12"/>
            <p:cNvGrpSpPr/>
            <p:nvPr/>
          </p:nvGrpSpPr>
          <p:grpSpPr>
            <a:xfrm>
              <a:off x="7487144" y="3389820"/>
              <a:ext cx="350807" cy="310034"/>
              <a:chOff x="7487144" y="3389820"/>
              <a:chExt cx="350807" cy="310034"/>
            </a:xfrm>
          </p:grpSpPr>
          <p:pic>
            <p:nvPicPr>
              <p:cNvPr descr="antenna_stylized" id="1393" name="Google Shape;1393;p12"/>
              <p:cNvPicPr preferRelativeResize="0"/>
              <p:nvPr/>
            </p:nvPicPr>
            <p:blipFill rotWithShape="1">
              <a:blip r:embed="rId13">
                <a:alphaModFix/>
              </a:blip>
              <a:srcRect b="0" l="0" r="0" t="0"/>
              <a:stretch/>
            </p:blipFill>
            <p:spPr>
              <a:xfrm>
                <a:off x="7487144" y="3389820"/>
                <a:ext cx="347997" cy="167557"/>
              </a:xfrm>
              <a:prstGeom prst="rect">
                <a:avLst/>
              </a:prstGeom>
              <a:noFill/>
              <a:ln>
                <a:noFill/>
              </a:ln>
            </p:spPr>
          </p:pic>
          <p:pic>
            <p:nvPicPr>
              <p:cNvPr descr="laptop_keyboard" id="1394" name="Google Shape;1394;p12"/>
              <p:cNvPicPr preferRelativeResize="0"/>
              <p:nvPr/>
            </p:nvPicPr>
            <p:blipFill rotWithShape="1">
              <a:blip r:embed="rId14">
                <a:alphaModFix/>
              </a:blip>
              <a:srcRect b="0" l="0" r="0" t="0"/>
              <a:stretch/>
            </p:blipFill>
            <p:spPr>
              <a:xfrm flipH="1" rot="109064">
                <a:off x="7504001" y="3575889"/>
                <a:ext cx="286699" cy="119448"/>
              </a:xfrm>
              <a:prstGeom prst="rect">
                <a:avLst/>
              </a:prstGeom>
              <a:noFill/>
              <a:ln>
                <a:noFill/>
              </a:ln>
            </p:spPr>
          </p:pic>
          <p:sp>
            <p:nvSpPr>
              <p:cNvPr id="1395" name="Google Shape;1395;p12"/>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396" name="Google Shape;1396;p12"/>
              <p:cNvPicPr preferRelativeResize="0"/>
              <p:nvPr/>
            </p:nvPicPr>
            <p:blipFill rotWithShape="1">
              <a:blip r:embed="rId15">
                <a:alphaModFix/>
              </a:blip>
              <a:srcRect b="0" l="0" r="0" t="0"/>
              <a:stretch/>
            </p:blipFill>
            <p:spPr>
              <a:xfrm>
                <a:off x="7610380" y="3463988"/>
                <a:ext cx="209692" cy="141851"/>
              </a:xfrm>
              <a:prstGeom prst="rect">
                <a:avLst/>
              </a:prstGeom>
              <a:noFill/>
              <a:ln>
                <a:noFill/>
              </a:ln>
            </p:spPr>
          </p:pic>
          <p:sp>
            <p:nvSpPr>
              <p:cNvPr id="1397" name="Google Shape;1397;p12"/>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8" name="Google Shape;1398;p12"/>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9" name="Google Shape;1399;p12"/>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0" name="Google Shape;1400;p12"/>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1" name="Google Shape;1401;p12"/>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2" name="Google Shape;1402;p12"/>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03" name="Google Shape;1403;p12"/>
              <p:cNvGrpSpPr/>
              <p:nvPr/>
            </p:nvGrpSpPr>
            <p:grpSpPr>
              <a:xfrm>
                <a:off x="7593395" y="3625649"/>
                <a:ext cx="64747" cy="27592"/>
                <a:chOff x="1740" y="2642"/>
                <a:chExt cx="752" cy="327"/>
              </a:xfrm>
            </p:grpSpPr>
            <p:sp>
              <p:nvSpPr>
                <p:cNvPr id="1404" name="Google Shape;1404;p1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5" name="Google Shape;1405;p1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6" name="Google Shape;1406;p1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7" name="Google Shape;1407;p1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8" name="Google Shape;1408;p1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9" name="Google Shape;1409;p1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10" name="Google Shape;1410;p12"/>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1" name="Google Shape;1411;p12"/>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2" name="Google Shape;1412;p12"/>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3" name="Google Shape;1413;p12"/>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4" name="Google Shape;1414;p12"/>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5" name="Google Shape;1415;p12"/>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16" name="Google Shape;1416;p12"/>
            <p:cNvGrpSpPr/>
            <p:nvPr/>
          </p:nvGrpSpPr>
          <p:grpSpPr>
            <a:xfrm flipH="1">
              <a:off x="7985622" y="3537823"/>
              <a:ext cx="359261" cy="342045"/>
              <a:chOff x="2839" y="3501"/>
              <a:chExt cx="755" cy="803"/>
            </a:xfrm>
          </p:grpSpPr>
          <p:pic>
            <p:nvPicPr>
              <p:cNvPr descr="desktop_computer_stylized_medium" id="1417" name="Google Shape;1417;p12"/>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1418" name="Google Shape;1418;p1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19" name="Google Shape;1419;p12"/>
            <p:cNvGrpSpPr/>
            <p:nvPr/>
          </p:nvGrpSpPr>
          <p:grpSpPr>
            <a:xfrm>
              <a:off x="7797061" y="3296104"/>
              <a:ext cx="347997" cy="396620"/>
              <a:chOff x="7797061" y="3296104"/>
              <a:chExt cx="347997" cy="396620"/>
            </a:xfrm>
          </p:grpSpPr>
          <p:pic>
            <p:nvPicPr>
              <p:cNvPr descr="fridge2.png" id="1420" name="Google Shape;1420;p12"/>
              <p:cNvPicPr preferRelativeResize="0"/>
              <p:nvPr/>
            </p:nvPicPr>
            <p:blipFill rotWithShape="1">
              <a:blip r:embed="rId17">
                <a:alphaModFix/>
              </a:blip>
              <a:srcRect b="0" l="0" r="0" t="0"/>
              <a:stretch/>
            </p:blipFill>
            <p:spPr>
              <a:xfrm>
                <a:off x="7896825" y="3355697"/>
                <a:ext cx="189578" cy="337027"/>
              </a:xfrm>
              <a:prstGeom prst="rect">
                <a:avLst/>
              </a:prstGeom>
              <a:noFill/>
              <a:ln>
                <a:noFill/>
              </a:ln>
            </p:spPr>
          </p:pic>
          <p:pic>
            <p:nvPicPr>
              <p:cNvPr descr="antenna_stylized" id="1421" name="Google Shape;1421;p12"/>
              <p:cNvPicPr preferRelativeResize="0"/>
              <p:nvPr/>
            </p:nvPicPr>
            <p:blipFill rotWithShape="1">
              <a:blip r:embed="rId13">
                <a:alphaModFix/>
              </a:blip>
              <a:srcRect b="0" l="0" r="0" t="0"/>
              <a:stretch/>
            </p:blipFill>
            <p:spPr>
              <a:xfrm>
                <a:off x="7797061" y="3296104"/>
                <a:ext cx="347997" cy="167557"/>
              </a:xfrm>
              <a:prstGeom prst="rect">
                <a:avLst/>
              </a:prstGeom>
              <a:noFill/>
              <a:ln>
                <a:noFill/>
              </a:ln>
            </p:spPr>
          </p:pic>
        </p:grpSp>
      </p:grpSp>
      <p:grpSp>
        <p:nvGrpSpPr>
          <p:cNvPr id="1422" name="Google Shape;1422;p12"/>
          <p:cNvGrpSpPr/>
          <p:nvPr/>
        </p:nvGrpSpPr>
        <p:grpSpPr>
          <a:xfrm>
            <a:off x="11039945" y="3460672"/>
            <a:ext cx="518448" cy="1212242"/>
            <a:chOff x="11058573" y="3399165"/>
            <a:chExt cx="518448" cy="1212242"/>
          </a:xfrm>
        </p:grpSpPr>
        <p:grpSp>
          <p:nvGrpSpPr>
            <p:cNvPr id="1423" name="Google Shape;1423;p12"/>
            <p:cNvGrpSpPr/>
            <p:nvPr/>
          </p:nvGrpSpPr>
          <p:grpSpPr>
            <a:xfrm>
              <a:off x="11087182" y="4159591"/>
              <a:ext cx="489839" cy="451816"/>
              <a:chOff x="5103720" y="2693365"/>
              <a:chExt cx="611650" cy="414788"/>
            </a:xfrm>
          </p:grpSpPr>
          <p:cxnSp>
            <p:nvCxnSpPr>
              <p:cNvPr id="1424" name="Google Shape;1424;p12"/>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425" name="Google Shape;1425;p12"/>
              <p:cNvGrpSpPr/>
              <p:nvPr/>
            </p:nvGrpSpPr>
            <p:grpSpPr>
              <a:xfrm>
                <a:off x="5275406" y="2693365"/>
                <a:ext cx="439964" cy="414788"/>
                <a:chOff x="5275406" y="2711455"/>
                <a:chExt cx="452949" cy="405518"/>
              </a:xfrm>
            </p:grpSpPr>
            <p:pic>
              <p:nvPicPr>
                <p:cNvPr descr="server_rack.png" id="1426" name="Google Shape;1426;p12"/>
                <p:cNvPicPr preferRelativeResize="0"/>
                <p:nvPr/>
              </p:nvPicPr>
              <p:blipFill rotWithShape="1">
                <a:blip r:embed="rId18">
                  <a:alphaModFix/>
                </a:blip>
                <a:srcRect b="0" l="0" r="0" t="0"/>
                <a:stretch/>
              </p:blipFill>
              <p:spPr>
                <a:xfrm>
                  <a:off x="5537367" y="2770786"/>
                  <a:ext cx="190988" cy="313366"/>
                </a:xfrm>
                <a:prstGeom prst="rect">
                  <a:avLst/>
                </a:prstGeom>
                <a:noFill/>
                <a:ln>
                  <a:noFill/>
                </a:ln>
              </p:spPr>
            </p:pic>
            <p:pic>
              <p:nvPicPr>
                <p:cNvPr descr="server_rack.png" id="1427" name="Google Shape;1427;p12"/>
                <p:cNvPicPr preferRelativeResize="0"/>
                <p:nvPr/>
              </p:nvPicPr>
              <p:blipFill rotWithShape="1">
                <a:blip r:embed="rId18">
                  <a:alphaModFix/>
                </a:blip>
                <a:srcRect b="0" l="0" r="0" t="0"/>
                <a:stretch/>
              </p:blipFill>
              <p:spPr>
                <a:xfrm>
                  <a:off x="5275406" y="2764002"/>
                  <a:ext cx="190988" cy="313366"/>
                </a:xfrm>
                <a:prstGeom prst="rect">
                  <a:avLst/>
                </a:prstGeom>
                <a:noFill/>
                <a:ln>
                  <a:noFill/>
                </a:ln>
              </p:spPr>
            </p:pic>
            <p:pic>
              <p:nvPicPr>
                <p:cNvPr descr="server_rack.png" id="1428" name="Google Shape;1428;p12"/>
                <p:cNvPicPr preferRelativeResize="0"/>
                <p:nvPr/>
              </p:nvPicPr>
              <p:blipFill rotWithShape="1">
                <a:blip r:embed="rId18">
                  <a:alphaModFix/>
                </a:blip>
                <a:srcRect b="0" l="0" r="0" t="0"/>
                <a:stretch/>
              </p:blipFill>
              <p:spPr>
                <a:xfrm>
                  <a:off x="5385676" y="2711455"/>
                  <a:ext cx="247152" cy="405518"/>
                </a:xfrm>
                <a:prstGeom prst="rect">
                  <a:avLst/>
                </a:prstGeom>
                <a:noFill/>
                <a:ln>
                  <a:noFill/>
                </a:ln>
              </p:spPr>
            </p:pic>
          </p:grpSp>
        </p:grpSp>
        <p:grpSp>
          <p:nvGrpSpPr>
            <p:cNvPr id="1429" name="Google Shape;1429;p12"/>
            <p:cNvGrpSpPr/>
            <p:nvPr/>
          </p:nvGrpSpPr>
          <p:grpSpPr>
            <a:xfrm>
              <a:off x="11058573" y="3399165"/>
              <a:ext cx="423724" cy="405973"/>
              <a:chOff x="5103720" y="2693365"/>
              <a:chExt cx="611650" cy="414788"/>
            </a:xfrm>
          </p:grpSpPr>
          <p:cxnSp>
            <p:nvCxnSpPr>
              <p:cNvPr id="1430" name="Google Shape;1430;p12"/>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431" name="Google Shape;1431;p12"/>
              <p:cNvGrpSpPr/>
              <p:nvPr/>
            </p:nvGrpSpPr>
            <p:grpSpPr>
              <a:xfrm>
                <a:off x="5275406" y="2693365"/>
                <a:ext cx="439964" cy="414788"/>
                <a:chOff x="5275406" y="2711455"/>
                <a:chExt cx="452949" cy="405518"/>
              </a:xfrm>
            </p:grpSpPr>
            <p:pic>
              <p:nvPicPr>
                <p:cNvPr descr="server_rack.png" id="1432" name="Google Shape;1432;p12"/>
                <p:cNvPicPr preferRelativeResize="0"/>
                <p:nvPr/>
              </p:nvPicPr>
              <p:blipFill rotWithShape="1">
                <a:blip r:embed="rId18">
                  <a:alphaModFix/>
                </a:blip>
                <a:srcRect b="0" l="0" r="0" t="0"/>
                <a:stretch/>
              </p:blipFill>
              <p:spPr>
                <a:xfrm>
                  <a:off x="5537367" y="2770786"/>
                  <a:ext cx="190988" cy="313366"/>
                </a:xfrm>
                <a:prstGeom prst="rect">
                  <a:avLst/>
                </a:prstGeom>
                <a:noFill/>
                <a:ln>
                  <a:noFill/>
                </a:ln>
              </p:spPr>
            </p:pic>
            <p:pic>
              <p:nvPicPr>
                <p:cNvPr descr="server_rack.png" id="1433" name="Google Shape;1433;p12"/>
                <p:cNvPicPr preferRelativeResize="0"/>
                <p:nvPr/>
              </p:nvPicPr>
              <p:blipFill rotWithShape="1">
                <a:blip r:embed="rId18">
                  <a:alphaModFix/>
                </a:blip>
                <a:srcRect b="0" l="0" r="0" t="0"/>
                <a:stretch/>
              </p:blipFill>
              <p:spPr>
                <a:xfrm>
                  <a:off x="5275406" y="2764002"/>
                  <a:ext cx="190988" cy="313366"/>
                </a:xfrm>
                <a:prstGeom prst="rect">
                  <a:avLst/>
                </a:prstGeom>
                <a:noFill/>
                <a:ln>
                  <a:noFill/>
                </a:ln>
              </p:spPr>
            </p:pic>
            <p:pic>
              <p:nvPicPr>
                <p:cNvPr descr="server_rack.png" id="1434" name="Google Shape;1434;p12"/>
                <p:cNvPicPr preferRelativeResize="0"/>
                <p:nvPr/>
              </p:nvPicPr>
              <p:blipFill rotWithShape="1">
                <a:blip r:embed="rId18">
                  <a:alphaModFix/>
                </a:blip>
                <a:srcRect b="0" l="0" r="0" t="0"/>
                <a:stretch/>
              </p:blipFill>
              <p:spPr>
                <a:xfrm>
                  <a:off x="5385676" y="2711455"/>
                  <a:ext cx="247152" cy="405518"/>
                </a:xfrm>
                <a:prstGeom prst="rect">
                  <a:avLst/>
                </a:prstGeom>
                <a:noFill/>
                <a:ln>
                  <a:noFill/>
                </a:ln>
              </p:spPr>
            </p:pic>
          </p:grpSp>
        </p:grpSp>
      </p:grpSp>
      <p:grpSp>
        <p:nvGrpSpPr>
          <p:cNvPr id="1435" name="Google Shape;1435;p12"/>
          <p:cNvGrpSpPr/>
          <p:nvPr/>
        </p:nvGrpSpPr>
        <p:grpSpPr>
          <a:xfrm>
            <a:off x="10263913" y="5306138"/>
            <a:ext cx="177192" cy="330833"/>
            <a:chOff x="4140" y="429"/>
            <a:chExt cx="1425" cy="2396"/>
          </a:xfrm>
        </p:grpSpPr>
        <p:sp>
          <p:nvSpPr>
            <p:cNvPr id="1436" name="Google Shape;1436;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7" name="Google Shape;1437;p1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38" name="Google Shape;1438;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9" name="Google Shape;1439;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0" name="Google Shape;1440;p1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441" name="Google Shape;1441;p12"/>
            <p:cNvGrpSpPr/>
            <p:nvPr/>
          </p:nvGrpSpPr>
          <p:grpSpPr>
            <a:xfrm>
              <a:off x="4748" y="666"/>
              <a:ext cx="578" cy="150"/>
              <a:chOff x="613" y="2566"/>
              <a:chExt cx="721" cy="144"/>
            </a:xfrm>
          </p:grpSpPr>
          <p:sp>
            <p:nvSpPr>
              <p:cNvPr id="1442" name="Google Shape;1442;p1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43" name="Google Shape;1443;p1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444" name="Google Shape;1444;p1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445" name="Google Shape;1445;p12"/>
            <p:cNvGrpSpPr/>
            <p:nvPr/>
          </p:nvGrpSpPr>
          <p:grpSpPr>
            <a:xfrm>
              <a:off x="4748" y="990"/>
              <a:ext cx="578" cy="134"/>
              <a:chOff x="615" y="2564"/>
              <a:chExt cx="721" cy="139"/>
            </a:xfrm>
          </p:grpSpPr>
          <p:sp>
            <p:nvSpPr>
              <p:cNvPr id="1446" name="Google Shape;1446;p1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47" name="Google Shape;1447;p1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448" name="Google Shape;1448;p1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49" name="Google Shape;1449;p1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450" name="Google Shape;1450;p12"/>
            <p:cNvGrpSpPr/>
            <p:nvPr/>
          </p:nvGrpSpPr>
          <p:grpSpPr>
            <a:xfrm>
              <a:off x="4738" y="1647"/>
              <a:ext cx="578" cy="135"/>
              <a:chOff x="618" y="2586"/>
              <a:chExt cx="720" cy="124"/>
            </a:xfrm>
          </p:grpSpPr>
          <p:sp>
            <p:nvSpPr>
              <p:cNvPr id="1451" name="Google Shape;1451;p1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52" name="Google Shape;1452;p1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453" name="Google Shape;1453;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54" name="Google Shape;1454;p12"/>
            <p:cNvGrpSpPr/>
            <p:nvPr/>
          </p:nvGrpSpPr>
          <p:grpSpPr>
            <a:xfrm>
              <a:off x="4738" y="1330"/>
              <a:ext cx="588" cy="134"/>
              <a:chOff x="613" y="2571"/>
              <a:chExt cx="732" cy="134"/>
            </a:xfrm>
          </p:grpSpPr>
          <p:sp>
            <p:nvSpPr>
              <p:cNvPr id="1455" name="Google Shape;1455;p1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56" name="Google Shape;1456;p1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457" name="Google Shape;1457;p1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58" name="Google Shape;1458;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9" name="Google Shape;1459;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0" name="Google Shape;1460;p1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61" name="Google Shape;1461;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2" name="Google Shape;1462;p1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63" name="Google Shape;1463;p1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64" name="Google Shape;1464;p1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65" name="Google Shape;1465;p1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1466" name="Google Shape;1466;p1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67" name="Google Shape;1467;p1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1468" name="Google Shape;1468;p12"/>
          <p:cNvGrpSpPr/>
          <p:nvPr/>
        </p:nvGrpSpPr>
        <p:grpSpPr>
          <a:xfrm flipH="1">
            <a:off x="7955853" y="4932348"/>
            <a:ext cx="345630" cy="320302"/>
            <a:chOff x="2839" y="3501"/>
            <a:chExt cx="755" cy="803"/>
          </a:xfrm>
        </p:grpSpPr>
        <p:pic>
          <p:nvPicPr>
            <p:cNvPr descr="desktop_computer_stylized_medium" id="1469" name="Google Shape;1469;p12"/>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1470" name="Google Shape;1470;p1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71" name="Google Shape;1471;p12"/>
          <p:cNvGrpSpPr/>
          <p:nvPr/>
        </p:nvGrpSpPr>
        <p:grpSpPr>
          <a:xfrm>
            <a:off x="9010801" y="5861358"/>
            <a:ext cx="310186" cy="312008"/>
            <a:chOff x="877" y="1008"/>
            <a:chExt cx="2747" cy="2626"/>
          </a:xfrm>
        </p:grpSpPr>
        <p:pic>
          <p:nvPicPr>
            <p:cNvPr descr="antenna_stylized" id="1472" name="Google Shape;1472;p12"/>
            <p:cNvPicPr preferRelativeResize="0"/>
            <p:nvPr/>
          </p:nvPicPr>
          <p:blipFill rotWithShape="1">
            <a:blip r:embed="rId20">
              <a:alphaModFix/>
            </a:blip>
            <a:srcRect b="0" l="0" r="0" t="0"/>
            <a:stretch/>
          </p:blipFill>
          <p:spPr>
            <a:xfrm>
              <a:off x="877" y="1008"/>
              <a:ext cx="2725" cy="1421"/>
            </a:xfrm>
            <a:prstGeom prst="rect">
              <a:avLst/>
            </a:prstGeom>
            <a:noFill/>
            <a:ln>
              <a:noFill/>
            </a:ln>
          </p:spPr>
        </p:pic>
        <p:pic>
          <p:nvPicPr>
            <p:cNvPr descr="laptop_keyboard" id="1473" name="Google Shape;1473;p12"/>
            <p:cNvPicPr preferRelativeResize="0"/>
            <p:nvPr/>
          </p:nvPicPr>
          <p:blipFill rotWithShape="1">
            <a:blip r:embed="rId21">
              <a:alphaModFix/>
            </a:blip>
            <a:srcRect b="0" l="0" r="0" t="0"/>
            <a:stretch/>
          </p:blipFill>
          <p:spPr>
            <a:xfrm flipH="1" rot="109064">
              <a:off x="1009" y="2586"/>
              <a:ext cx="2245" cy="1013"/>
            </a:xfrm>
            <a:prstGeom prst="rect">
              <a:avLst/>
            </a:prstGeom>
            <a:noFill/>
            <a:ln>
              <a:noFill/>
            </a:ln>
          </p:spPr>
        </p:pic>
        <p:sp>
          <p:nvSpPr>
            <p:cNvPr id="1474" name="Google Shape;1474;p12"/>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475" name="Google Shape;1475;p12"/>
            <p:cNvPicPr preferRelativeResize="0"/>
            <p:nvPr/>
          </p:nvPicPr>
          <p:blipFill rotWithShape="1">
            <a:blip r:embed="rId22">
              <a:alphaModFix/>
            </a:blip>
            <a:srcRect b="0" l="0" r="0" t="0"/>
            <a:stretch/>
          </p:blipFill>
          <p:spPr>
            <a:xfrm>
              <a:off x="1842" y="1637"/>
              <a:ext cx="1642" cy="1203"/>
            </a:xfrm>
            <a:prstGeom prst="rect">
              <a:avLst/>
            </a:prstGeom>
            <a:noFill/>
            <a:ln>
              <a:noFill/>
            </a:ln>
          </p:spPr>
        </p:pic>
        <p:sp>
          <p:nvSpPr>
            <p:cNvPr id="1476" name="Google Shape;1476;p12"/>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7" name="Google Shape;1477;p12"/>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8" name="Google Shape;1478;p12"/>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9" name="Google Shape;1479;p12"/>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0" name="Google Shape;1480;p12"/>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1" name="Google Shape;1481;p12"/>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82" name="Google Shape;1482;p12"/>
            <p:cNvGrpSpPr/>
            <p:nvPr/>
          </p:nvGrpSpPr>
          <p:grpSpPr>
            <a:xfrm>
              <a:off x="1709" y="3008"/>
              <a:ext cx="507" cy="234"/>
              <a:chOff x="1740" y="2642"/>
              <a:chExt cx="752" cy="327"/>
            </a:xfrm>
          </p:grpSpPr>
          <p:sp>
            <p:nvSpPr>
              <p:cNvPr id="1483" name="Google Shape;1483;p1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4" name="Google Shape;1484;p1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5" name="Google Shape;1485;p1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6" name="Google Shape;1486;p1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7" name="Google Shape;1487;p1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8" name="Google Shape;1488;p1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89" name="Google Shape;1489;p12"/>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0" name="Google Shape;1490;p12"/>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1" name="Google Shape;1491;p12"/>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2" name="Google Shape;1492;p12"/>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3" name="Google Shape;1493;p12"/>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4" name="Google Shape;1494;p12"/>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95" name="Google Shape;1495;p12"/>
          <p:cNvGrpSpPr/>
          <p:nvPr/>
        </p:nvGrpSpPr>
        <p:grpSpPr>
          <a:xfrm flipH="1">
            <a:off x="7748979" y="5313247"/>
            <a:ext cx="345630" cy="320302"/>
            <a:chOff x="2839" y="3501"/>
            <a:chExt cx="755" cy="803"/>
          </a:xfrm>
        </p:grpSpPr>
        <p:pic>
          <p:nvPicPr>
            <p:cNvPr descr="desktop_computer_stylized_medium" id="1496" name="Google Shape;1496;p12"/>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1497" name="Google Shape;1497;p1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98" name="Google Shape;1498;p12"/>
          <p:cNvGrpSpPr/>
          <p:nvPr/>
        </p:nvGrpSpPr>
        <p:grpSpPr>
          <a:xfrm flipH="1">
            <a:off x="8128907" y="5536844"/>
            <a:ext cx="345630" cy="320302"/>
            <a:chOff x="2839" y="3501"/>
            <a:chExt cx="755" cy="803"/>
          </a:xfrm>
        </p:grpSpPr>
        <p:pic>
          <p:nvPicPr>
            <p:cNvPr descr="desktop_computer_stylized_medium" id="1499" name="Google Shape;1499;p12"/>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1500" name="Google Shape;1500;p1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01" name="Google Shape;1501;p12"/>
          <p:cNvGrpSpPr/>
          <p:nvPr/>
        </p:nvGrpSpPr>
        <p:grpSpPr>
          <a:xfrm flipH="1">
            <a:off x="8527132" y="5558317"/>
            <a:ext cx="345630" cy="320302"/>
            <a:chOff x="2839" y="3501"/>
            <a:chExt cx="755" cy="803"/>
          </a:xfrm>
        </p:grpSpPr>
        <p:pic>
          <p:nvPicPr>
            <p:cNvPr descr="desktop_computer_stylized_medium" id="1502" name="Google Shape;1502;p12"/>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1503" name="Google Shape;1503;p1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04" name="Google Shape;1504;p12"/>
          <p:cNvGrpSpPr/>
          <p:nvPr/>
        </p:nvGrpSpPr>
        <p:grpSpPr>
          <a:xfrm>
            <a:off x="9647169" y="6015687"/>
            <a:ext cx="319264" cy="256836"/>
            <a:chOff x="877" y="1008"/>
            <a:chExt cx="2747" cy="2626"/>
          </a:xfrm>
        </p:grpSpPr>
        <p:pic>
          <p:nvPicPr>
            <p:cNvPr descr="antenna_stylized" id="1505" name="Google Shape;1505;p12"/>
            <p:cNvPicPr preferRelativeResize="0"/>
            <p:nvPr/>
          </p:nvPicPr>
          <p:blipFill rotWithShape="1">
            <a:blip r:embed="rId20">
              <a:alphaModFix/>
            </a:blip>
            <a:srcRect b="0" l="0" r="0" t="0"/>
            <a:stretch/>
          </p:blipFill>
          <p:spPr>
            <a:xfrm>
              <a:off x="877" y="1008"/>
              <a:ext cx="2725" cy="1421"/>
            </a:xfrm>
            <a:prstGeom prst="rect">
              <a:avLst/>
            </a:prstGeom>
            <a:noFill/>
            <a:ln>
              <a:noFill/>
            </a:ln>
          </p:spPr>
        </p:pic>
        <p:pic>
          <p:nvPicPr>
            <p:cNvPr descr="laptop_keyboard" id="1506" name="Google Shape;1506;p12"/>
            <p:cNvPicPr preferRelativeResize="0"/>
            <p:nvPr/>
          </p:nvPicPr>
          <p:blipFill rotWithShape="1">
            <a:blip r:embed="rId21">
              <a:alphaModFix/>
            </a:blip>
            <a:srcRect b="0" l="0" r="0" t="0"/>
            <a:stretch/>
          </p:blipFill>
          <p:spPr>
            <a:xfrm flipH="1" rot="109064">
              <a:off x="1009" y="2586"/>
              <a:ext cx="2245" cy="1013"/>
            </a:xfrm>
            <a:prstGeom prst="rect">
              <a:avLst/>
            </a:prstGeom>
            <a:noFill/>
            <a:ln>
              <a:noFill/>
            </a:ln>
          </p:spPr>
        </p:pic>
        <p:sp>
          <p:nvSpPr>
            <p:cNvPr id="1507" name="Google Shape;1507;p12"/>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508" name="Google Shape;1508;p12"/>
            <p:cNvPicPr preferRelativeResize="0"/>
            <p:nvPr/>
          </p:nvPicPr>
          <p:blipFill rotWithShape="1">
            <a:blip r:embed="rId22">
              <a:alphaModFix/>
            </a:blip>
            <a:srcRect b="0" l="0" r="0" t="0"/>
            <a:stretch/>
          </p:blipFill>
          <p:spPr>
            <a:xfrm>
              <a:off x="1842" y="1637"/>
              <a:ext cx="1642" cy="1203"/>
            </a:xfrm>
            <a:prstGeom prst="rect">
              <a:avLst/>
            </a:prstGeom>
            <a:noFill/>
            <a:ln>
              <a:noFill/>
            </a:ln>
          </p:spPr>
        </p:pic>
        <p:sp>
          <p:nvSpPr>
            <p:cNvPr id="1509" name="Google Shape;1509;p12"/>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0" name="Google Shape;1510;p12"/>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1" name="Google Shape;1511;p12"/>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2" name="Google Shape;1512;p12"/>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3" name="Google Shape;1513;p12"/>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4" name="Google Shape;1514;p12"/>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515" name="Google Shape;1515;p12"/>
            <p:cNvGrpSpPr/>
            <p:nvPr/>
          </p:nvGrpSpPr>
          <p:grpSpPr>
            <a:xfrm>
              <a:off x="1709" y="3008"/>
              <a:ext cx="507" cy="234"/>
              <a:chOff x="1740" y="2642"/>
              <a:chExt cx="752" cy="327"/>
            </a:xfrm>
          </p:grpSpPr>
          <p:sp>
            <p:nvSpPr>
              <p:cNvPr id="1516" name="Google Shape;1516;p1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7" name="Google Shape;1517;p1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8" name="Google Shape;1518;p1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9" name="Google Shape;1519;p1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0" name="Google Shape;1520;p1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1" name="Google Shape;1521;p1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22" name="Google Shape;1522;p12"/>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3" name="Google Shape;1523;p12"/>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4" name="Google Shape;1524;p12"/>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5" name="Google Shape;1525;p12"/>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6" name="Google Shape;1526;p12"/>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7" name="Google Shape;1527;p12"/>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28" name="Google Shape;1528;p12"/>
          <p:cNvGrpSpPr/>
          <p:nvPr/>
        </p:nvGrpSpPr>
        <p:grpSpPr>
          <a:xfrm>
            <a:off x="9992875" y="5668575"/>
            <a:ext cx="171450" cy="348944"/>
            <a:chOff x="4140" y="429"/>
            <a:chExt cx="1425" cy="2396"/>
          </a:xfrm>
        </p:grpSpPr>
        <p:sp>
          <p:nvSpPr>
            <p:cNvPr id="1529" name="Google Shape;1529;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0" name="Google Shape;1530;p1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31" name="Google Shape;1531;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2" name="Google Shape;1532;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3" name="Google Shape;1533;p1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534" name="Google Shape;1534;p12"/>
            <p:cNvGrpSpPr/>
            <p:nvPr/>
          </p:nvGrpSpPr>
          <p:grpSpPr>
            <a:xfrm>
              <a:off x="4748" y="666"/>
              <a:ext cx="578" cy="150"/>
              <a:chOff x="613" y="2566"/>
              <a:chExt cx="721" cy="144"/>
            </a:xfrm>
          </p:grpSpPr>
          <p:sp>
            <p:nvSpPr>
              <p:cNvPr id="1535" name="Google Shape;1535;p1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36" name="Google Shape;1536;p1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537" name="Google Shape;1537;p1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538" name="Google Shape;1538;p12"/>
            <p:cNvGrpSpPr/>
            <p:nvPr/>
          </p:nvGrpSpPr>
          <p:grpSpPr>
            <a:xfrm>
              <a:off x="4748" y="990"/>
              <a:ext cx="578" cy="134"/>
              <a:chOff x="615" y="2564"/>
              <a:chExt cx="721" cy="139"/>
            </a:xfrm>
          </p:grpSpPr>
          <p:sp>
            <p:nvSpPr>
              <p:cNvPr id="1539" name="Google Shape;1539;p1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40" name="Google Shape;1540;p1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541" name="Google Shape;1541;p1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42" name="Google Shape;1542;p1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543" name="Google Shape;1543;p12"/>
            <p:cNvGrpSpPr/>
            <p:nvPr/>
          </p:nvGrpSpPr>
          <p:grpSpPr>
            <a:xfrm>
              <a:off x="4738" y="1647"/>
              <a:ext cx="578" cy="135"/>
              <a:chOff x="618" y="2586"/>
              <a:chExt cx="720" cy="124"/>
            </a:xfrm>
          </p:grpSpPr>
          <p:sp>
            <p:nvSpPr>
              <p:cNvPr id="1544" name="Google Shape;1544;p1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45" name="Google Shape;1545;p1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546" name="Google Shape;1546;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547" name="Google Shape;1547;p12"/>
            <p:cNvGrpSpPr/>
            <p:nvPr/>
          </p:nvGrpSpPr>
          <p:grpSpPr>
            <a:xfrm>
              <a:off x="4738" y="1330"/>
              <a:ext cx="588" cy="134"/>
              <a:chOff x="613" y="2571"/>
              <a:chExt cx="732" cy="134"/>
            </a:xfrm>
          </p:grpSpPr>
          <p:sp>
            <p:nvSpPr>
              <p:cNvPr id="1548" name="Google Shape;1548;p1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49" name="Google Shape;1549;p1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550" name="Google Shape;1550;p1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51" name="Google Shape;1551;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2" name="Google Shape;1552;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3" name="Google Shape;1553;p1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54" name="Google Shape;1554;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5" name="Google Shape;1555;p1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56" name="Google Shape;1556;p1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57" name="Google Shape;1557;p1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58" name="Google Shape;1558;p1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1559" name="Google Shape;1559;p1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560" name="Google Shape;1560;p1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1561" name="Google Shape;1561;p12"/>
          <p:cNvGrpSpPr/>
          <p:nvPr/>
        </p:nvGrpSpPr>
        <p:grpSpPr>
          <a:xfrm>
            <a:off x="7613882" y="2107963"/>
            <a:ext cx="3540395" cy="3733733"/>
            <a:chOff x="7619038" y="2102861"/>
            <a:chExt cx="3540395" cy="3733733"/>
          </a:xfrm>
        </p:grpSpPr>
        <p:cxnSp>
          <p:nvCxnSpPr>
            <p:cNvPr id="1562" name="Google Shape;1562;p12"/>
            <p:cNvCxnSpPr/>
            <p:nvPr/>
          </p:nvCxnSpPr>
          <p:spPr>
            <a:xfrm>
              <a:off x="8213016" y="2695257"/>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1563" name="Google Shape;1563;p12"/>
            <p:cNvGrpSpPr/>
            <p:nvPr/>
          </p:nvGrpSpPr>
          <p:grpSpPr>
            <a:xfrm>
              <a:off x="8055854" y="2304274"/>
              <a:ext cx="298450" cy="464008"/>
              <a:chOff x="3130" y="3288"/>
              <a:chExt cx="410" cy="742"/>
            </a:xfrm>
          </p:grpSpPr>
          <p:cxnSp>
            <p:nvCxnSpPr>
              <p:cNvPr id="1564" name="Google Shape;1564;p12"/>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1565" name="Google Shape;1565;p12"/>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1566" name="Google Shape;1566;p12"/>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1567" name="Google Shape;1567;p12"/>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1568" name="Google Shape;1568;p12"/>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1569" name="Google Shape;1569;p12"/>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1570" name="Google Shape;1570;p12"/>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1571" name="Google Shape;1571;p12"/>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1572" name="Google Shape;1572;p12"/>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1573" name="Google Shape;1573;p12"/>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1574" name="Google Shape;1574;p12"/>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1575" name="Google Shape;1575;p12"/>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1576" name="Google Shape;1576;p12"/>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1577" name="Google Shape;1577;p12"/>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1578" name="Google Shape;1578;p12"/>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pic>
          <p:nvPicPr>
            <p:cNvPr descr="access_point_stylized_small" id="1579" name="Google Shape;1579;p12"/>
            <p:cNvPicPr preferRelativeResize="0"/>
            <p:nvPr/>
          </p:nvPicPr>
          <p:blipFill rotWithShape="1">
            <a:blip r:embed="rId23">
              <a:alphaModFix/>
            </a:blip>
            <a:srcRect b="0" l="0" r="0" t="0"/>
            <a:stretch/>
          </p:blipFill>
          <p:spPr>
            <a:xfrm>
              <a:off x="7619038" y="3856797"/>
              <a:ext cx="370169" cy="306751"/>
            </a:xfrm>
            <a:prstGeom prst="rect">
              <a:avLst/>
            </a:prstGeom>
            <a:noFill/>
            <a:ln>
              <a:noFill/>
            </a:ln>
          </p:spPr>
        </p:pic>
        <p:pic>
          <p:nvPicPr>
            <p:cNvPr descr="access_point_stylized_small" id="1580" name="Google Shape;1580;p12"/>
            <p:cNvPicPr preferRelativeResize="0"/>
            <p:nvPr/>
          </p:nvPicPr>
          <p:blipFill rotWithShape="1">
            <a:blip r:embed="rId23">
              <a:alphaModFix/>
            </a:blip>
            <a:srcRect b="0" l="0" r="0" t="0"/>
            <a:stretch/>
          </p:blipFill>
          <p:spPr>
            <a:xfrm>
              <a:off x="9295766" y="5519130"/>
              <a:ext cx="380935" cy="317464"/>
            </a:xfrm>
            <a:prstGeom prst="rect">
              <a:avLst/>
            </a:prstGeom>
            <a:noFill/>
            <a:ln>
              <a:noFill/>
            </a:ln>
          </p:spPr>
        </p:pic>
        <p:grpSp>
          <p:nvGrpSpPr>
            <p:cNvPr id="1581" name="Google Shape;1581;p12"/>
            <p:cNvGrpSpPr/>
            <p:nvPr/>
          </p:nvGrpSpPr>
          <p:grpSpPr>
            <a:xfrm>
              <a:off x="9788714" y="4984881"/>
              <a:ext cx="393760" cy="218578"/>
              <a:chOff x="7493876" y="2774731"/>
              <a:chExt cx="1481958" cy="894622"/>
            </a:xfrm>
          </p:grpSpPr>
          <p:sp>
            <p:nvSpPr>
              <p:cNvPr id="1582" name="Google Shape;1582;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583" name="Google Shape;1583;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584" name="Google Shape;1584;p12"/>
              <p:cNvGrpSpPr/>
              <p:nvPr/>
            </p:nvGrpSpPr>
            <p:grpSpPr>
              <a:xfrm>
                <a:off x="7713663" y="2848339"/>
                <a:ext cx="1042107" cy="425543"/>
                <a:chOff x="7786941" y="2884917"/>
                <a:chExt cx="897649" cy="353919"/>
              </a:xfrm>
            </p:grpSpPr>
            <p:sp>
              <p:nvSpPr>
                <p:cNvPr id="1585" name="Google Shape;1585;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6" name="Google Shape;1586;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7" name="Google Shape;1587;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8" name="Google Shape;1588;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89" name="Google Shape;1589;p12"/>
            <p:cNvGrpSpPr/>
            <p:nvPr/>
          </p:nvGrpSpPr>
          <p:grpSpPr>
            <a:xfrm>
              <a:off x="9854521" y="5333935"/>
              <a:ext cx="309740" cy="190838"/>
              <a:chOff x="3668110" y="2448910"/>
              <a:chExt cx="3794234" cy="2165130"/>
            </a:xfrm>
          </p:grpSpPr>
          <p:sp>
            <p:nvSpPr>
              <p:cNvPr id="1590" name="Google Shape;1590;p1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1" name="Google Shape;1591;p1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592" name="Google Shape;1592;p12"/>
              <p:cNvGrpSpPr/>
              <p:nvPr/>
            </p:nvGrpSpPr>
            <p:grpSpPr>
              <a:xfrm>
                <a:off x="3941378" y="2603243"/>
                <a:ext cx="3202061" cy="1066110"/>
                <a:chOff x="7939341" y="3037317"/>
                <a:chExt cx="897649" cy="353919"/>
              </a:xfrm>
            </p:grpSpPr>
            <p:sp>
              <p:nvSpPr>
                <p:cNvPr id="1593" name="Google Shape;1593;p1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4" name="Google Shape;1594;p1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5" name="Google Shape;1595;p1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6" name="Google Shape;1596;p1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97" name="Google Shape;1597;p12"/>
            <p:cNvGrpSpPr/>
            <p:nvPr/>
          </p:nvGrpSpPr>
          <p:grpSpPr>
            <a:xfrm>
              <a:off x="8681775" y="4962318"/>
              <a:ext cx="393760" cy="218578"/>
              <a:chOff x="7493876" y="2774731"/>
              <a:chExt cx="1481958" cy="894622"/>
            </a:xfrm>
          </p:grpSpPr>
          <p:sp>
            <p:nvSpPr>
              <p:cNvPr id="1598" name="Google Shape;1598;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599" name="Google Shape;1599;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600" name="Google Shape;1600;p12"/>
              <p:cNvGrpSpPr/>
              <p:nvPr/>
            </p:nvGrpSpPr>
            <p:grpSpPr>
              <a:xfrm>
                <a:off x="7713663" y="2848339"/>
                <a:ext cx="1042107" cy="425543"/>
                <a:chOff x="7786941" y="2884917"/>
                <a:chExt cx="897649" cy="353919"/>
              </a:xfrm>
            </p:grpSpPr>
            <p:sp>
              <p:nvSpPr>
                <p:cNvPr id="1601" name="Google Shape;1601;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2" name="Google Shape;1602;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3" name="Google Shape;1603;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4" name="Google Shape;1604;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605" name="Google Shape;1605;p12"/>
            <p:cNvGrpSpPr/>
            <p:nvPr/>
          </p:nvGrpSpPr>
          <p:grpSpPr>
            <a:xfrm>
              <a:off x="8316676" y="5189331"/>
              <a:ext cx="309740" cy="190838"/>
              <a:chOff x="3668110" y="2448910"/>
              <a:chExt cx="3794234" cy="2165130"/>
            </a:xfrm>
          </p:grpSpPr>
          <p:sp>
            <p:nvSpPr>
              <p:cNvPr id="1606" name="Google Shape;1606;p1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7" name="Google Shape;1607;p1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608" name="Google Shape;1608;p12"/>
              <p:cNvGrpSpPr/>
              <p:nvPr/>
            </p:nvGrpSpPr>
            <p:grpSpPr>
              <a:xfrm>
                <a:off x="3941378" y="2603243"/>
                <a:ext cx="3202061" cy="1066110"/>
                <a:chOff x="7939341" y="3037317"/>
                <a:chExt cx="897649" cy="353919"/>
              </a:xfrm>
            </p:grpSpPr>
            <p:sp>
              <p:nvSpPr>
                <p:cNvPr id="1609" name="Google Shape;1609;p1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0" name="Google Shape;1610;p1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1" name="Google Shape;1611;p1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2" name="Google Shape;1612;p1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613" name="Google Shape;1613;p12"/>
            <p:cNvGrpSpPr/>
            <p:nvPr/>
          </p:nvGrpSpPr>
          <p:grpSpPr>
            <a:xfrm>
              <a:off x="8444983" y="2807207"/>
              <a:ext cx="353678" cy="168275"/>
              <a:chOff x="7493876" y="2774731"/>
              <a:chExt cx="1481958" cy="894622"/>
            </a:xfrm>
          </p:grpSpPr>
          <p:sp>
            <p:nvSpPr>
              <p:cNvPr id="1614" name="Google Shape;1614;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615" name="Google Shape;1615;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616" name="Google Shape;1616;p12"/>
              <p:cNvGrpSpPr/>
              <p:nvPr/>
            </p:nvGrpSpPr>
            <p:grpSpPr>
              <a:xfrm>
                <a:off x="7713663" y="2848339"/>
                <a:ext cx="1042107" cy="425543"/>
                <a:chOff x="7786941" y="2884917"/>
                <a:chExt cx="897649" cy="353919"/>
              </a:xfrm>
            </p:grpSpPr>
            <p:sp>
              <p:nvSpPr>
                <p:cNvPr id="1617" name="Google Shape;1617;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8" name="Google Shape;1618;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9" name="Google Shape;1619;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0" name="Google Shape;1620;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621" name="Google Shape;1621;p12"/>
            <p:cNvGrpSpPr/>
            <p:nvPr/>
          </p:nvGrpSpPr>
          <p:grpSpPr>
            <a:xfrm>
              <a:off x="8055226" y="3960892"/>
              <a:ext cx="354986" cy="175668"/>
              <a:chOff x="7493876" y="2774731"/>
              <a:chExt cx="1481958" cy="894622"/>
            </a:xfrm>
          </p:grpSpPr>
          <p:sp>
            <p:nvSpPr>
              <p:cNvPr id="1622" name="Google Shape;1622;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623" name="Google Shape;1623;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624" name="Google Shape;1624;p12"/>
              <p:cNvGrpSpPr/>
              <p:nvPr/>
            </p:nvGrpSpPr>
            <p:grpSpPr>
              <a:xfrm>
                <a:off x="7713663" y="2848339"/>
                <a:ext cx="1042107" cy="425543"/>
                <a:chOff x="7786941" y="2884917"/>
                <a:chExt cx="897649" cy="353919"/>
              </a:xfrm>
            </p:grpSpPr>
            <p:sp>
              <p:nvSpPr>
                <p:cNvPr id="1625" name="Google Shape;1625;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6" name="Google Shape;1626;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7" name="Google Shape;1627;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8" name="Google Shape;1628;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629" name="Google Shape;1629;p12"/>
            <p:cNvGrpSpPr/>
            <p:nvPr/>
          </p:nvGrpSpPr>
          <p:grpSpPr>
            <a:xfrm>
              <a:off x="10889241" y="3596263"/>
              <a:ext cx="170989" cy="97052"/>
              <a:chOff x="7493876" y="2774731"/>
              <a:chExt cx="1481958" cy="894622"/>
            </a:xfrm>
          </p:grpSpPr>
          <p:sp>
            <p:nvSpPr>
              <p:cNvPr id="1630" name="Google Shape;1630;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631" name="Google Shape;1631;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632" name="Google Shape;1632;p12"/>
              <p:cNvGrpSpPr/>
              <p:nvPr/>
            </p:nvGrpSpPr>
            <p:grpSpPr>
              <a:xfrm>
                <a:off x="7713663" y="2848339"/>
                <a:ext cx="1042107" cy="425543"/>
                <a:chOff x="7786941" y="2884917"/>
                <a:chExt cx="897649" cy="353919"/>
              </a:xfrm>
            </p:grpSpPr>
            <p:sp>
              <p:nvSpPr>
                <p:cNvPr id="1633" name="Google Shape;1633;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4" name="Google Shape;1634;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5" name="Google Shape;1635;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6" name="Google Shape;1636;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637" name="Google Shape;1637;p12"/>
            <p:cNvGrpSpPr/>
            <p:nvPr/>
          </p:nvGrpSpPr>
          <p:grpSpPr>
            <a:xfrm>
              <a:off x="10415765" y="3491036"/>
              <a:ext cx="353678" cy="198344"/>
              <a:chOff x="7493876" y="2774731"/>
              <a:chExt cx="1481958" cy="894622"/>
            </a:xfrm>
          </p:grpSpPr>
          <p:sp>
            <p:nvSpPr>
              <p:cNvPr id="1638" name="Google Shape;1638;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639" name="Google Shape;1639;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640" name="Google Shape;1640;p12"/>
              <p:cNvGrpSpPr/>
              <p:nvPr/>
            </p:nvGrpSpPr>
            <p:grpSpPr>
              <a:xfrm>
                <a:off x="7713663" y="2848339"/>
                <a:ext cx="1042107" cy="425543"/>
                <a:chOff x="7786941" y="2884917"/>
                <a:chExt cx="897649" cy="353919"/>
              </a:xfrm>
            </p:grpSpPr>
            <p:sp>
              <p:nvSpPr>
                <p:cNvPr id="1641" name="Google Shape;1641;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2" name="Google Shape;1642;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3" name="Google Shape;1643;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4" name="Google Shape;1644;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645" name="Google Shape;1645;p12"/>
            <p:cNvGrpSpPr/>
            <p:nvPr/>
          </p:nvGrpSpPr>
          <p:grpSpPr>
            <a:xfrm>
              <a:off x="9953880" y="2197190"/>
              <a:ext cx="353678" cy="198344"/>
              <a:chOff x="7493876" y="2774731"/>
              <a:chExt cx="1481958" cy="894622"/>
            </a:xfrm>
          </p:grpSpPr>
          <p:sp>
            <p:nvSpPr>
              <p:cNvPr id="1646" name="Google Shape;1646;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647" name="Google Shape;1647;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648" name="Google Shape;1648;p12"/>
              <p:cNvGrpSpPr/>
              <p:nvPr/>
            </p:nvGrpSpPr>
            <p:grpSpPr>
              <a:xfrm>
                <a:off x="7713663" y="2848339"/>
                <a:ext cx="1042107" cy="425543"/>
                <a:chOff x="7786941" y="2884917"/>
                <a:chExt cx="897649" cy="353919"/>
              </a:xfrm>
            </p:grpSpPr>
            <p:sp>
              <p:nvSpPr>
                <p:cNvPr id="1649" name="Google Shape;1649;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0" name="Google Shape;1650;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1" name="Google Shape;1651;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2" name="Google Shape;1652;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653" name="Google Shape;1653;p12"/>
            <p:cNvGrpSpPr/>
            <p:nvPr/>
          </p:nvGrpSpPr>
          <p:grpSpPr>
            <a:xfrm>
              <a:off x="10532370" y="2608265"/>
              <a:ext cx="353678" cy="198344"/>
              <a:chOff x="7493876" y="2774731"/>
              <a:chExt cx="1481958" cy="894622"/>
            </a:xfrm>
          </p:grpSpPr>
          <p:sp>
            <p:nvSpPr>
              <p:cNvPr id="1654" name="Google Shape;1654;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655" name="Google Shape;1655;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656" name="Google Shape;1656;p12"/>
              <p:cNvGrpSpPr/>
              <p:nvPr/>
            </p:nvGrpSpPr>
            <p:grpSpPr>
              <a:xfrm>
                <a:off x="7713663" y="2848339"/>
                <a:ext cx="1042107" cy="425543"/>
                <a:chOff x="7786941" y="2884917"/>
                <a:chExt cx="897649" cy="353919"/>
              </a:xfrm>
            </p:grpSpPr>
            <p:sp>
              <p:nvSpPr>
                <p:cNvPr id="1657" name="Google Shape;1657;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8" name="Google Shape;1658;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9" name="Google Shape;1659;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0" name="Google Shape;1660;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661" name="Google Shape;1661;p12"/>
            <p:cNvGrpSpPr/>
            <p:nvPr/>
          </p:nvGrpSpPr>
          <p:grpSpPr>
            <a:xfrm>
              <a:off x="10648981" y="2102861"/>
              <a:ext cx="353678" cy="198344"/>
              <a:chOff x="7493876" y="2774731"/>
              <a:chExt cx="1481958" cy="894622"/>
            </a:xfrm>
          </p:grpSpPr>
          <p:sp>
            <p:nvSpPr>
              <p:cNvPr id="1662" name="Google Shape;1662;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663" name="Google Shape;1663;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664" name="Google Shape;1664;p12"/>
              <p:cNvGrpSpPr/>
              <p:nvPr/>
            </p:nvGrpSpPr>
            <p:grpSpPr>
              <a:xfrm>
                <a:off x="7713663" y="2848339"/>
                <a:ext cx="1042107" cy="425543"/>
                <a:chOff x="7786941" y="2884917"/>
                <a:chExt cx="897649" cy="353919"/>
              </a:xfrm>
            </p:grpSpPr>
            <p:sp>
              <p:nvSpPr>
                <p:cNvPr id="1665" name="Google Shape;1665;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6" name="Google Shape;1666;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7" name="Google Shape;1667;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8" name="Google Shape;1668;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669" name="Google Shape;1669;p12"/>
            <p:cNvGrpSpPr/>
            <p:nvPr/>
          </p:nvGrpSpPr>
          <p:grpSpPr>
            <a:xfrm>
              <a:off x="9103944" y="3951522"/>
              <a:ext cx="367224" cy="240304"/>
              <a:chOff x="7493876" y="2774731"/>
              <a:chExt cx="1481958" cy="894622"/>
            </a:xfrm>
          </p:grpSpPr>
          <p:sp>
            <p:nvSpPr>
              <p:cNvPr id="1670" name="Google Shape;1670;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671" name="Google Shape;1671;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672" name="Google Shape;1672;p12"/>
              <p:cNvGrpSpPr/>
              <p:nvPr/>
            </p:nvGrpSpPr>
            <p:grpSpPr>
              <a:xfrm>
                <a:off x="7713663" y="2848339"/>
                <a:ext cx="1042107" cy="425543"/>
                <a:chOff x="7786941" y="2884917"/>
                <a:chExt cx="897649" cy="353919"/>
              </a:xfrm>
            </p:grpSpPr>
            <p:sp>
              <p:nvSpPr>
                <p:cNvPr id="1673" name="Google Shape;1673;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4" name="Google Shape;1674;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5" name="Google Shape;1675;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6" name="Google Shape;1676;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677" name="Google Shape;1677;p12"/>
            <p:cNvGrpSpPr/>
            <p:nvPr/>
          </p:nvGrpSpPr>
          <p:grpSpPr>
            <a:xfrm>
              <a:off x="9985282" y="2656463"/>
              <a:ext cx="353678" cy="198344"/>
              <a:chOff x="7493876" y="2774731"/>
              <a:chExt cx="1481958" cy="894622"/>
            </a:xfrm>
          </p:grpSpPr>
          <p:sp>
            <p:nvSpPr>
              <p:cNvPr id="1678" name="Google Shape;1678;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679" name="Google Shape;1679;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680" name="Google Shape;1680;p12"/>
              <p:cNvGrpSpPr/>
              <p:nvPr/>
            </p:nvGrpSpPr>
            <p:grpSpPr>
              <a:xfrm>
                <a:off x="7713663" y="2848339"/>
                <a:ext cx="1042107" cy="425543"/>
                <a:chOff x="7786941" y="2884917"/>
                <a:chExt cx="897649" cy="353919"/>
              </a:xfrm>
            </p:grpSpPr>
            <p:sp>
              <p:nvSpPr>
                <p:cNvPr id="1681" name="Google Shape;1681;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2" name="Google Shape;1682;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3" name="Google Shape;1683;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4" name="Google Shape;1684;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685" name="Google Shape;1685;p12"/>
            <p:cNvGrpSpPr/>
            <p:nvPr/>
          </p:nvGrpSpPr>
          <p:grpSpPr>
            <a:xfrm>
              <a:off x="9502294" y="3388930"/>
              <a:ext cx="367224" cy="240304"/>
              <a:chOff x="7493876" y="2774731"/>
              <a:chExt cx="1481958" cy="894622"/>
            </a:xfrm>
          </p:grpSpPr>
          <p:sp>
            <p:nvSpPr>
              <p:cNvPr id="1686" name="Google Shape;1686;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687" name="Google Shape;1687;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688" name="Google Shape;1688;p12"/>
              <p:cNvGrpSpPr/>
              <p:nvPr/>
            </p:nvGrpSpPr>
            <p:grpSpPr>
              <a:xfrm>
                <a:off x="7713663" y="2848339"/>
                <a:ext cx="1042107" cy="425543"/>
                <a:chOff x="7786941" y="2884917"/>
                <a:chExt cx="897649" cy="353919"/>
              </a:xfrm>
            </p:grpSpPr>
            <p:sp>
              <p:nvSpPr>
                <p:cNvPr id="1689" name="Google Shape;1689;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0" name="Google Shape;1690;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1" name="Google Shape;1691;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2" name="Google Shape;1692;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693" name="Google Shape;1693;p12"/>
            <p:cNvGrpSpPr/>
            <p:nvPr/>
          </p:nvGrpSpPr>
          <p:grpSpPr>
            <a:xfrm>
              <a:off x="9606710" y="3994661"/>
              <a:ext cx="367224" cy="240304"/>
              <a:chOff x="7493876" y="2774731"/>
              <a:chExt cx="1481958" cy="894622"/>
            </a:xfrm>
          </p:grpSpPr>
          <p:sp>
            <p:nvSpPr>
              <p:cNvPr id="1694" name="Google Shape;1694;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695" name="Google Shape;1695;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696" name="Google Shape;1696;p12"/>
              <p:cNvGrpSpPr/>
              <p:nvPr/>
            </p:nvGrpSpPr>
            <p:grpSpPr>
              <a:xfrm>
                <a:off x="7713663" y="2848339"/>
                <a:ext cx="1042107" cy="425543"/>
                <a:chOff x="7786941" y="2884917"/>
                <a:chExt cx="897649" cy="353919"/>
              </a:xfrm>
            </p:grpSpPr>
            <p:sp>
              <p:nvSpPr>
                <p:cNvPr id="1697" name="Google Shape;1697;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8" name="Google Shape;1698;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9" name="Google Shape;1699;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0" name="Google Shape;1700;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701" name="Google Shape;1701;p12"/>
            <p:cNvGrpSpPr/>
            <p:nvPr/>
          </p:nvGrpSpPr>
          <p:grpSpPr>
            <a:xfrm>
              <a:off x="10380415" y="3987223"/>
              <a:ext cx="353678" cy="198344"/>
              <a:chOff x="7493876" y="2774731"/>
              <a:chExt cx="1481958" cy="894622"/>
            </a:xfrm>
          </p:grpSpPr>
          <p:sp>
            <p:nvSpPr>
              <p:cNvPr id="1702" name="Google Shape;1702;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703" name="Google Shape;1703;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704" name="Google Shape;1704;p12"/>
              <p:cNvGrpSpPr/>
              <p:nvPr/>
            </p:nvGrpSpPr>
            <p:grpSpPr>
              <a:xfrm>
                <a:off x="7713663" y="2848339"/>
                <a:ext cx="1042107" cy="425543"/>
                <a:chOff x="7786941" y="2884917"/>
                <a:chExt cx="897649" cy="353919"/>
              </a:xfrm>
            </p:grpSpPr>
            <p:sp>
              <p:nvSpPr>
                <p:cNvPr id="1705" name="Google Shape;1705;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6" name="Google Shape;1706;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7" name="Google Shape;1707;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8" name="Google Shape;1708;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709" name="Google Shape;1709;p12"/>
            <p:cNvGrpSpPr/>
            <p:nvPr/>
          </p:nvGrpSpPr>
          <p:grpSpPr>
            <a:xfrm>
              <a:off x="9253049" y="4770584"/>
              <a:ext cx="393760" cy="218578"/>
              <a:chOff x="7493876" y="2774731"/>
              <a:chExt cx="1481958" cy="894622"/>
            </a:xfrm>
          </p:grpSpPr>
          <p:sp>
            <p:nvSpPr>
              <p:cNvPr id="1710" name="Google Shape;1710;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711" name="Google Shape;1711;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712" name="Google Shape;1712;p12"/>
              <p:cNvGrpSpPr/>
              <p:nvPr/>
            </p:nvGrpSpPr>
            <p:grpSpPr>
              <a:xfrm>
                <a:off x="7713663" y="2848339"/>
                <a:ext cx="1042107" cy="425543"/>
                <a:chOff x="7786941" y="2884917"/>
                <a:chExt cx="897649" cy="353919"/>
              </a:xfrm>
            </p:grpSpPr>
            <p:sp>
              <p:nvSpPr>
                <p:cNvPr id="1713" name="Google Shape;1713;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4" name="Google Shape;1714;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5" name="Google Shape;1715;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6" name="Google Shape;1716;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717" name="Google Shape;1717;p12"/>
            <p:cNvGrpSpPr/>
            <p:nvPr/>
          </p:nvGrpSpPr>
          <p:grpSpPr>
            <a:xfrm>
              <a:off x="10931138" y="4364023"/>
              <a:ext cx="228295" cy="120400"/>
              <a:chOff x="7493876" y="2774731"/>
              <a:chExt cx="1481958" cy="894622"/>
            </a:xfrm>
          </p:grpSpPr>
          <p:sp>
            <p:nvSpPr>
              <p:cNvPr id="1718" name="Google Shape;1718;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719" name="Google Shape;1719;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720" name="Google Shape;1720;p12"/>
              <p:cNvGrpSpPr/>
              <p:nvPr/>
            </p:nvGrpSpPr>
            <p:grpSpPr>
              <a:xfrm>
                <a:off x="7713663" y="2848339"/>
                <a:ext cx="1042107" cy="425543"/>
                <a:chOff x="7786941" y="2884917"/>
                <a:chExt cx="897649" cy="353919"/>
              </a:xfrm>
            </p:grpSpPr>
            <p:sp>
              <p:nvSpPr>
                <p:cNvPr id="1721" name="Google Shape;1721;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2" name="Google Shape;1722;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3" name="Google Shape;1723;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4" name="Google Shape;1724;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nvGrpSpPr>
          <p:cNvPr id="1725" name="Google Shape;1725;p12"/>
          <p:cNvGrpSpPr/>
          <p:nvPr/>
        </p:nvGrpSpPr>
        <p:grpSpPr>
          <a:xfrm>
            <a:off x="7562720" y="3698398"/>
            <a:ext cx="3589569" cy="1371857"/>
            <a:chOff x="7562720" y="3668418"/>
            <a:chExt cx="3589569" cy="1371857"/>
          </a:xfrm>
        </p:grpSpPr>
        <p:cxnSp>
          <p:nvCxnSpPr>
            <p:cNvPr id="1726" name="Google Shape;1726;p12"/>
            <p:cNvCxnSpPr/>
            <p:nvPr/>
          </p:nvCxnSpPr>
          <p:spPr>
            <a:xfrm flipH="1">
              <a:off x="8285300" y="3668418"/>
              <a:ext cx="2866989" cy="1371857"/>
            </a:xfrm>
            <a:prstGeom prst="straightConnector1">
              <a:avLst/>
            </a:prstGeom>
            <a:noFill/>
            <a:ln cap="flat" cmpd="sng" w="31750">
              <a:solidFill>
                <a:srgbClr val="C00000"/>
              </a:solidFill>
              <a:prstDash val="solid"/>
              <a:miter lim="800000"/>
              <a:headEnd len="med" w="med" type="triangle"/>
              <a:tailEnd len="med" w="med" type="triangle"/>
            </a:ln>
          </p:spPr>
        </p:cxnSp>
        <p:sp>
          <p:nvSpPr>
            <p:cNvPr id="1727" name="Google Shape;1727;p12"/>
            <p:cNvSpPr txBox="1"/>
            <p:nvPr/>
          </p:nvSpPr>
          <p:spPr>
            <a:xfrm>
              <a:off x="7562720" y="4539626"/>
              <a:ext cx="62036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HTTP</a:t>
              </a:r>
              <a:endParaRPr i="1" sz="1800">
                <a:solidFill>
                  <a:srgbClr val="C00000"/>
                </a:solidFill>
                <a:latin typeface="Calibri"/>
                <a:ea typeface="Calibri"/>
                <a:cs typeface="Calibri"/>
                <a:sym typeface="Calibri"/>
              </a:endParaRPr>
            </a:p>
          </p:txBody>
        </p:sp>
        <p:cxnSp>
          <p:nvCxnSpPr>
            <p:cNvPr id="1728" name="Google Shape;1728;p12"/>
            <p:cNvCxnSpPr/>
            <p:nvPr/>
          </p:nvCxnSpPr>
          <p:spPr>
            <a:xfrm>
              <a:off x="8099825" y="4723687"/>
              <a:ext cx="402218" cy="115861"/>
            </a:xfrm>
            <a:prstGeom prst="straightConnector1">
              <a:avLst/>
            </a:prstGeom>
            <a:noFill/>
            <a:ln cap="flat" cmpd="sng" w="9525">
              <a:solidFill>
                <a:srgbClr val="C00000"/>
              </a:solidFill>
              <a:prstDash val="solid"/>
              <a:miter lim="800000"/>
              <a:headEnd len="sm" w="sm" type="none"/>
              <a:tailEnd len="sm" w="sm" type="none"/>
            </a:ln>
          </p:spPr>
        </p:cxnSp>
      </p:grpSp>
      <p:grpSp>
        <p:nvGrpSpPr>
          <p:cNvPr id="1729" name="Google Shape;1729;p12"/>
          <p:cNvGrpSpPr/>
          <p:nvPr/>
        </p:nvGrpSpPr>
        <p:grpSpPr>
          <a:xfrm>
            <a:off x="6371219" y="2787535"/>
            <a:ext cx="1271296" cy="663792"/>
            <a:chOff x="6371219" y="2787535"/>
            <a:chExt cx="1271296" cy="663792"/>
          </a:xfrm>
        </p:grpSpPr>
        <p:cxnSp>
          <p:nvCxnSpPr>
            <p:cNvPr id="1730" name="Google Shape;1730;p12"/>
            <p:cNvCxnSpPr/>
            <p:nvPr/>
          </p:nvCxnSpPr>
          <p:spPr>
            <a:xfrm>
              <a:off x="7631020" y="2787535"/>
              <a:ext cx="11495" cy="663792"/>
            </a:xfrm>
            <a:prstGeom prst="straightConnector1">
              <a:avLst/>
            </a:prstGeom>
            <a:noFill/>
            <a:ln cap="flat" cmpd="sng" w="31750">
              <a:solidFill>
                <a:srgbClr val="C00000"/>
              </a:solidFill>
              <a:prstDash val="solid"/>
              <a:miter lim="800000"/>
              <a:headEnd len="med" w="med" type="triangle"/>
              <a:tailEnd len="med" w="med" type="triangle"/>
            </a:ln>
          </p:spPr>
        </p:cxnSp>
        <p:sp>
          <p:nvSpPr>
            <p:cNvPr id="1731" name="Google Shape;1731;p12"/>
            <p:cNvSpPr txBox="1"/>
            <p:nvPr/>
          </p:nvSpPr>
          <p:spPr>
            <a:xfrm>
              <a:off x="6371219" y="2944679"/>
              <a:ext cx="66556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Skype</a:t>
              </a:r>
              <a:endParaRPr i="1" sz="1800">
                <a:solidFill>
                  <a:srgbClr val="C00000"/>
                </a:solidFill>
                <a:latin typeface="Calibri"/>
                <a:ea typeface="Calibri"/>
                <a:cs typeface="Calibri"/>
                <a:sym typeface="Calibri"/>
              </a:endParaRPr>
            </a:p>
          </p:txBody>
        </p:sp>
        <p:cxnSp>
          <p:nvCxnSpPr>
            <p:cNvPr id="1732" name="Google Shape;1732;p12"/>
            <p:cNvCxnSpPr/>
            <p:nvPr/>
          </p:nvCxnSpPr>
          <p:spPr>
            <a:xfrm>
              <a:off x="6973411" y="3119431"/>
              <a:ext cx="559043" cy="0"/>
            </a:xfrm>
            <a:prstGeom prst="straightConnector1">
              <a:avLst/>
            </a:prstGeom>
            <a:noFill/>
            <a:ln cap="flat" cmpd="sng" w="9525">
              <a:solidFill>
                <a:srgbClr val="C00000"/>
              </a:solidFill>
              <a:prstDash val="solid"/>
              <a:miter lim="800000"/>
              <a:headEnd len="sm" w="sm" type="none"/>
              <a:tailEnd len="sm" w="sm" type="none"/>
            </a:ln>
          </p:spPr>
        </p:cxnSp>
      </p:grpSp>
      <p:grpSp>
        <p:nvGrpSpPr>
          <p:cNvPr id="1733" name="Google Shape;1733;p12"/>
          <p:cNvGrpSpPr/>
          <p:nvPr/>
        </p:nvGrpSpPr>
        <p:grpSpPr>
          <a:xfrm>
            <a:off x="9218788" y="2327787"/>
            <a:ext cx="2594095" cy="1025465"/>
            <a:chOff x="9218788" y="2327787"/>
            <a:chExt cx="2594095" cy="1025465"/>
          </a:xfrm>
        </p:grpSpPr>
        <p:cxnSp>
          <p:nvCxnSpPr>
            <p:cNvPr id="1734" name="Google Shape;1734;p12"/>
            <p:cNvCxnSpPr/>
            <p:nvPr/>
          </p:nvCxnSpPr>
          <p:spPr>
            <a:xfrm>
              <a:off x="9218788" y="2327787"/>
              <a:ext cx="1698979" cy="1025465"/>
            </a:xfrm>
            <a:prstGeom prst="straightConnector1">
              <a:avLst/>
            </a:prstGeom>
            <a:noFill/>
            <a:ln cap="flat" cmpd="sng" w="31750">
              <a:solidFill>
                <a:srgbClr val="C00000"/>
              </a:solidFill>
              <a:prstDash val="solid"/>
              <a:miter lim="800000"/>
              <a:headEnd len="med" w="med" type="triangle"/>
              <a:tailEnd len="med" w="med" type="triangle"/>
            </a:ln>
          </p:spPr>
        </p:cxnSp>
        <p:sp>
          <p:nvSpPr>
            <p:cNvPr id="1735" name="Google Shape;1735;p12"/>
            <p:cNvSpPr txBox="1"/>
            <p:nvPr/>
          </p:nvSpPr>
          <p:spPr>
            <a:xfrm>
              <a:off x="10772213" y="2684297"/>
              <a:ext cx="104067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Streaming</a:t>
              </a:r>
              <a:endParaRPr i="1" sz="1600">
                <a:solidFill>
                  <a:srgbClr val="C00000"/>
                </a:solidFill>
                <a:latin typeface="Calibri"/>
                <a:ea typeface="Calibri"/>
                <a:cs typeface="Calibri"/>
                <a:sym typeface="Calibri"/>
              </a:endParaRPr>
            </a:p>
            <a:p>
              <a:pPr indent="0" lvl="0" marL="0" marR="0" rtl="0" algn="l">
                <a:spcBef>
                  <a:spcPts val="0"/>
                </a:spcBef>
                <a:spcAft>
                  <a:spcPts val="0"/>
                </a:spcAft>
                <a:buNone/>
              </a:pPr>
              <a:r>
                <a:rPr i="1" lang="en-US" sz="1600">
                  <a:solidFill>
                    <a:srgbClr val="C00000"/>
                  </a:solidFill>
                  <a:latin typeface="Calibri"/>
                  <a:ea typeface="Calibri"/>
                  <a:cs typeface="Calibri"/>
                  <a:sym typeface="Calibri"/>
                </a:rPr>
                <a:t>video</a:t>
              </a:r>
              <a:endParaRPr i="1" sz="1800">
                <a:solidFill>
                  <a:srgbClr val="C00000"/>
                </a:solidFill>
                <a:latin typeface="Calibri"/>
                <a:ea typeface="Calibri"/>
                <a:cs typeface="Calibri"/>
                <a:sym typeface="Calibri"/>
              </a:endParaRPr>
            </a:p>
          </p:txBody>
        </p:sp>
        <p:cxnSp>
          <p:nvCxnSpPr>
            <p:cNvPr id="1736" name="Google Shape;1736;p12"/>
            <p:cNvCxnSpPr/>
            <p:nvPr/>
          </p:nvCxnSpPr>
          <p:spPr>
            <a:xfrm flipH="1" rot="10800000">
              <a:off x="10569552" y="2937299"/>
              <a:ext cx="405322" cy="147574"/>
            </a:xfrm>
            <a:prstGeom prst="straightConnector1">
              <a:avLst/>
            </a:prstGeom>
            <a:noFill/>
            <a:ln cap="flat" cmpd="sng" w="9525">
              <a:solidFill>
                <a:srgbClr val="C00000"/>
              </a:solidFill>
              <a:prstDash val="solid"/>
              <a:miter lim="800000"/>
              <a:headEnd len="sm" w="sm" type="none"/>
              <a:tailEnd len="sm" w="sm" type="none"/>
            </a:ln>
          </p:spPr>
        </p:cxn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0" name="Shape 1740"/>
        <p:cNvGrpSpPr/>
        <p:nvPr/>
      </p:nvGrpSpPr>
      <p:grpSpPr>
        <a:xfrm>
          <a:off x="0" y="0"/>
          <a:ext cx="0" cy="0"/>
          <a:chOff x="0" y="0"/>
          <a:chExt cx="0" cy="0"/>
        </a:xfrm>
      </p:grpSpPr>
      <p:sp>
        <p:nvSpPr>
          <p:cNvPr id="1741" name="Google Shape;1741;p13"/>
          <p:cNvSpPr txBox="1"/>
          <p:nvPr>
            <p:ph type="title"/>
          </p:nvPr>
        </p:nvSpPr>
        <p:spPr>
          <a:xfrm>
            <a:off x="581025" y="702310"/>
            <a:ext cx="11029315" cy="74168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What is a Computer Network?</a:t>
            </a:r>
            <a:endParaRPr/>
          </a:p>
        </p:txBody>
      </p:sp>
      <p:sp>
        <p:nvSpPr>
          <p:cNvPr id="1742" name="Google Shape;1742;p13"/>
          <p:cNvSpPr txBox="1"/>
          <p:nvPr>
            <p:ph idx="1" type="body"/>
          </p:nvPr>
        </p:nvSpPr>
        <p:spPr>
          <a:xfrm>
            <a:off x="581192" y="1818894"/>
            <a:ext cx="11029615" cy="3634486"/>
          </a:xfrm>
          <a:prstGeom prst="rect">
            <a:avLst/>
          </a:prstGeom>
          <a:noFill/>
          <a:ln>
            <a:noFill/>
          </a:ln>
        </p:spPr>
        <p:txBody>
          <a:bodyPr anchorCtr="0" anchor="ctr" bIns="45700" lIns="91425" spcFirstLastPara="1" rIns="91425" wrap="square" tIns="45700">
            <a:normAutofit lnSpcReduction="20000"/>
          </a:bodyPr>
          <a:lstStyle/>
          <a:p>
            <a:pPr indent="-306070" lvl="0" marL="306070" rtl="0" algn="l">
              <a:lnSpc>
                <a:spcPct val="110000"/>
              </a:lnSpc>
              <a:spcBef>
                <a:spcPts val="0"/>
              </a:spcBef>
              <a:spcAft>
                <a:spcPts val="0"/>
              </a:spcAft>
              <a:buSzPts val="2208"/>
              <a:buFont typeface="Noto Sans Symbols"/>
              <a:buChar char="⮚"/>
            </a:pPr>
            <a:r>
              <a:rPr lang="en-US"/>
              <a:t>A computer network is the interconnection of a set of devices capable of communication.</a:t>
            </a:r>
            <a:endParaRPr/>
          </a:p>
          <a:p>
            <a:pPr indent="-306070" lvl="0" marL="306070" rtl="0" algn="l">
              <a:lnSpc>
                <a:spcPct val="110000"/>
              </a:lnSpc>
              <a:spcBef>
                <a:spcPts val="1080"/>
              </a:spcBef>
              <a:spcAft>
                <a:spcPts val="0"/>
              </a:spcAft>
              <a:buSzPts val="2208"/>
              <a:buFont typeface="Noto Sans Symbols"/>
              <a:buChar char="⮚"/>
            </a:pPr>
            <a:r>
              <a:rPr lang="en-US"/>
              <a:t>These devices can be either a </a:t>
            </a:r>
            <a:r>
              <a:rPr b="1" lang="en-US"/>
              <a:t>host </a:t>
            </a:r>
            <a:r>
              <a:rPr lang="en-US"/>
              <a:t>(also called </a:t>
            </a:r>
            <a:r>
              <a:rPr b="1" lang="en-US"/>
              <a:t>end system </a:t>
            </a:r>
            <a:r>
              <a:rPr lang="en-US"/>
              <a:t>sometimes) such as a large computer, desktop, laptop, workstation, cellular phone, TV, etc.  Or a </a:t>
            </a:r>
            <a:r>
              <a:rPr b="1" lang="en-US"/>
              <a:t>connecting device </a:t>
            </a:r>
            <a:r>
              <a:rPr lang="en-US"/>
              <a:t>such as a router which connects the network to other network, a switch which connects devices together, a modem (modulator-demodulator) that changes the form of data, and so on.</a:t>
            </a:r>
            <a:endParaRPr/>
          </a:p>
          <a:p>
            <a:pPr indent="-306070" lvl="0" marL="306070" rtl="0" algn="l">
              <a:lnSpc>
                <a:spcPct val="110000"/>
              </a:lnSpc>
              <a:spcBef>
                <a:spcPts val="1080"/>
              </a:spcBef>
              <a:spcAft>
                <a:spcPts val="0"/>
              </a:spcAft>
              <a:buSzPts val="2208"/>
              <a:buFont typeface="Noto Sans Symbols"/>
              <a:buChar char="⮚"/>
            </a:pPr>
            <a:r>
              <a:rPr lang="en-US"/>
              <a:t>These devices in a network are connected using wired or wireless transmission media such as ethernet, WiFi, etc.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7" name="Shape 1747"/>
        <p:cNvGrpSpPr/>
        <p:nvPr/>
      </p:nvGrpSpPr>
      <p:grpSpPr>
        <a:xfrm>
          <a:off x="0" y="0"/>
          <a:ext cx="0" cy="0"/>
          <a:chOff x="0" y="0"/>
          <a:chExt cx="0" cy="0"/>
        </a:xfrm>
      </p:grpSpPr>
      <p:sp>
        <p:nvSpPr>
          <p:cNvPr id="1748" name="Google Shape;1748;p14"/>
          <p:cNvSpPr txBox="1"/>
          <p:nvPr/>
        </p:nvSpPr>
        <p:spPr>
          <a:xfrm>
            <a:off x="9190439" y="3479610"/>
            <a:ext cx="13649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Internet</a:t>
            </a:r>
            <a:endParaRPr sz="2800">
              <a:solidFill>
                <a:schemeClr val="dk1"/>
              </a:solidFill>
              <a:latin typeface="Calibri"/>
              <a:ea typeface="Calibri"/>
              <a:cs typeface="Calibri"/>
              <a:sym typeface="Calibri"/>
            </a:endParaRPr>
          </a:p>
        </p:txBody>
      </p:sp>
      <p:sp>
        <p:nvSpPr>
          <p:cNvPr id="1749" name="Google Shape;1749;p14"/>
          <p:cNvSpPr/>
          <p:nvPr/>
        </p:nvSpPr>
        <p:spPr>
          <a:xfrm>
            <a:off x="9250302" y="3526527"/>
            <a:ext cx="1558255" cy="53898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750" name="Google Shape;1750;p14"/>
          <p:cNvGrpSpPr/>
          <p:nvPr/>
        </p:nvGrpSpPr>
        <p:grpSpPr>
          <a:xfrm>
            <a:off x="7205350" y="1488461"/>
            <a:ext cx="4525460" cy="4859961"/>
            <a:chOff x="7268561" y="1458365"/>
            <a:chExt cx="4525460" cy="4859961"/>
          </a:xfrm>
        </p:grpSpPr>
        <p:sp>
          <p:nvSpPr>
            <p:cNvPr id="1751" name="Google Shape;1751;p14"/>
            <p:cNvSpPr/>
            <p:nvPr/>
          </p:nvSpPr>
          <p:spPr>
            <a:xfrm>
              <a:off x="9048399" y="3035682"/>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2" name="Google Shape;1752;p14"/>
            <p:cNvSpPr/>
            <p:nvPr/>
          </p:nvSpPr>
          <p:spPr>
            <a:xfrm>
              <a:off x="7337287" y="1795939"/>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753" name="Google Shape;1753;p14"/>
            <p:cNvGrpSpPr/>
            <p:nvPr/>
          </p:nvGrpSpPr>
          <p:grpSpPr>
            <a:xfrm>
              <a:off x="7268561" y="3259155"/>
              <a:ext cx="1458912" cy="933450"/>
              <a:chOff x="2889" y="1631"/>
              <a:chExt cx="980" cy="743"/>
            </a:xfrm>
          </p:grpSpPr>
          <p:sp>
            <p:nvSpPr>
              <p:cNvPr id="1754" name="Google Shape;1754;p14"/>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755" name="Google Shape;1755;p14"/>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grpSp>
        <p:sp>
          <p:nvSpPr>
            <p:cNvPr id="1756" name="Google Shape;1756;p14"/>
            <p:cNvSpPr/>
            <p:nvPr/>
          </p:nvSpPr>
          <p:spPr>
            <a:xfrm>
              <a:off x="7775612" y="4653038"/>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7" name="Google Shape;1757;p14"/>
            <p:cNvSpPr txBox="1"/>
            <p:nvPr/>
          </p:nvSpPr>
          <p:spPr>
            <a:xfrm>
              <a:off x="7742485" y="1458365"/>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sz="1400">
                <a:solidFill>
                  <a:schemeClr val="dk1"/>
                </a:solidFill>
                <a:latin typeface="Calibri"/>
                <a:ea typeface="Calibri"/>
                <a:cs typeface="Calibri"/>
                <a:sym typeface="Calibri"/>
              </a:endParaRPr>
            </a:p>
          </p:txBody>
        </p:sp>
        <p:sp>
          <p:nvSpPr>
            <p:cNvPr id="1758" name="Google Shape;1758;p14"/>
            <p:cNvSpPr txBox="1"/>
            <p:nvPr/>
          </p:nvSpPr>
          <p:spPr>
            <a:xfrm>
              <a:off x="7394046" y="4161826"/>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sz="1400">
                <a:solidFill>
                  <a:schemeClr val="dk1"/>
                </a:solidFill>
                <a:latin typeface="Calibri"/>
                <a:ea typeface="Calibri"/>
                <a:cs typeface="Calibri"/>
                <a:sym typeface="Calibri"/>
              </a:endParaRPr>
            </a:p>
          </p:txBody>
        </p:sp>
        <p:sp>
          <p:nvSpPr>
            <p:cNvPr id="1759" name="Google Shape;1759;p14"/>
            <p:cNvSpPr txBox="1"/>
            <p:nvPr/>
          </p:nvSpPr>
          <p:spPr>
            <a:xfrm>
              <a:off x="7370119" y="5749679"/>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sz="1400">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sz="1400">
                <a:solidFill>
                  <a:schemeClr val="dk1"/>
                </a:solidFill>
                <a:latin typeface="Calibri"/>
                <a:ea typeface="Calibri"/>
                <a:cs typeface="Calibri"/>
                <a:sym typeface="Calibri"/>
              </a:endParaRPr>
            </a:p>
          </p:txBody>
        </p:sp>
        <p:sp>
          <p:nvSpPr>
            <p:cNvPr id="1760" name="Google Shape;1760;p14"/>
            <p:cNvSpPr/>
            <p:nvPr/>
          </p:nvSpPr>
          <p:spPr>
            <a:xfrm>
              <a:off x="10285357" y="3149444"/>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761" name="Google Shape;1761;p14"/>
            <p:cNvGrpSpPr/>
            <p:nvPr/>
          </p:nvGrpSpPr>
          <p:grpSpPr>
            <a:xfrm>
              <a:off x="10900911" y="3897954"/>
              <a:ext cx="687393" cy="721548"/>
              <a:chOff x="5203089" y="1751190"/>
              <a:chExt cx="858331" cy="662414"/>
            </a:xfrm>
          </p:grpSpPr>
          <p:sp>
            <p:nvSpPr>
              <p:cNvPr id="1762" name="Google Shape;1762;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3" name="Google Shape;1763;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764" name="Google Shape;1764;p1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765" name="Google Shape;1765;p1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766" name="Google Shape;1766;p1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767" name="Google Shape;1767;p1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768" name="Google Shape;1768;p1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769" name="Google Shape;1769;p1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770" name="Google Shape;1770;p14"/>
            <p:cNvGrpSpPr/>
            <p:nvPr/>
          </p:nvGrpSpPr>
          <p:grpSpPr>
            <a:xfrm>
              <a:off x="10834382" y="3164075"/>
              <a:ext cx="594613" cy="648336"/>
              <a:chOff x="5203089" y="1751190"/>
              <a:chExt cx="858331" cy="662414"/>
            </a:xfrm>
          </p:grpSpPr>
          <p:sp>
            <p:nvSpPr>
              <p:cNvPr id="1771" name="Google Shape;1771;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2" name="Google Shape;1772;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773" name="Google Shape;1773;p1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774" name="Google Shape;1774;p1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775" name="Google Shape;1775;p1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776" name="Google Shape;1776;p1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777" name="Google Shape;1777;p1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778" name="Google Shape;1778;p1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779" name="Google Shape;1779;p14"/>
            <p:cNvSpPr/>
            <p:nvPr/>
          </p:nvSpPr>
          <p:spPr>
            <a:xfrm>
              <a:off x="9604024" y="1751946"/>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0" name="Google Shape;1780;p14"/>
            <p:cNvSpPr txBox="1"/>
            <p:nvPr/>
          </p:nvSpPr>
          <p:spPr>
            <a:xfrm>
              <a:off x="9490412" y="1821099"/>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sz="1400">
                <a:solidFill>
                  <a:schemeClr val="dk1"/>
                </a:solidFill>
                <a:latin typeface="Calibri"/>
                <a:ea typeface="Calibri"/>
                <a:cs typeface="Calibri"/>
                <a:sym typeface="Calibri"/>
              </a:endParaRPr>
            </a:p>
          </p:txBody>
        </p:sp>
        <p:sp>
          <p:nvSpPr>
            <p:cNvPr id="1781" name="Google Shape;1781;p14"/>
            <p:cNvSpPr/>
            <p:nvPr/>
          </p:nvSpPr>
          <p:spPr>
            <a:xfrm>
              <a:off x="9342279" y="3647812"/>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2" name="Google Shape;1782;p14"/>
            <p:cNvSpPr txBox="1"/>
            <p:nvPr/>
          </p:nvSpPr>
          <p:spPr>
            <a:xfrm>
              <a:off x="8829373" y="3417823"/>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sz="1400">
                <a:solidFill>
                  <a:schemeClr val="dk1"/>
                </a:solidFill>
                <a:latin typeface="Calibri"/>
                <a:ea typeface="Calibri"/>
                <a:cs typeface="Calibri"/>
                <a:sym typeface="Calibri"/>
              </a:endParaRPr>
            </a:p>
          </p:txBody>
        </p:sp>
        <p:sp>
          <p:nvSpPr>
            <p:cNvPr id="1783" name="Google Shape;1783;p14"/>
            <p:cNvSpPr txBox="1"/>
            <p:nvPr/>
          </p:nvSpPr>
          <p:spPr>
            <a:xfrm>
              <a:off x="10980978" y="4647841"/>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sz="105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sz="1050">
                <a:solidFill>
                  <a:schemeClr val="dk1"/>
                </a:solidFill>
                <a:latin typeface="Calibri"/>
                <a:ea typeface="Calibri"/>
                <a:cs typeface="Calibri"/>
                <a:sym typeface="Calibri"/>
              </a:endParaRPr>
            </a:p>
          </p:txBody>
        </p:sp>
        <p:sp>
          <p:nvSpPr>
            <p:cNvPr id="1784" name="Google Shape;1784;p14"/>
            <p:cNvSpPr txBox="1"/>
            <p:nvPr/>
          </p:nvSpPr>
          <p:spPr>
            <a:xfrm>
              <a:off x="10126229" y="4198152"/>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sz="140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sz="140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grpSp>
      <p:grpSp>
        <p:nvGrpSpPr>
          <p:cNvPr id="1785" name="Google Shape;1785;p14"/>
          <p:cNvGrpSpPr/>
          <p:nvPr/>
        </p:nvGrpSpPr>
        <p:grpSpPr>
          <a:xfrm>
            <a:off x="1297913" y="3134990"/>
            <a:ext cx="5623201" cy="1305077"/>
            <a:chOff x="1297913" y="3209940"/>
            <a:chExt cx="5623201" cy="1305077"/>
          </a:xfrm>
        </p:grpSpPr>
        <p:sp>
          <p:nvSpPr>
            <p:cNvPr id="1786" name="Google Shape;1786;p14"/>
            <p:cNvSpPr txBox="1"/>
            <p:nvPr/>
          </p:nvSpPr>
          <p:spPr>
            <a:xfrm>
              <a:off x="3142962" y="3209940"/>
              <a:ext cx="3778152" cy="1305077"/>
            </a:xfrm>
            <a:prstGeom prst="rect">
              <a:avLst/>
            </a:prstGeom>
            <a:noFill/>
            <a:ln>
              <a:noFill/>
            </a:ln>
          </p:spPr>
          <p:txBody>
            <a:bodyPr anchorCtr="0" anchor="t" bIns="45700" lIns="91425" spcFirstLastPara="1" rIns="91425" wrap="square" tIns="45700">
              <a:normAutofit/>
            </a:bodyPr>
            <a:lstStyle/>
            <a:p>
              <a:pPr indent="0" lvl="0" marL="6985" marR="0" rtl="0" algn="l">
                <a:lnSpc>
                  <a:spcPct val="90000"/>
                </a:lnSpc>
                <a:spcBef>
                  <a:spcPts val="0"/>
                </a:spcBef>
                <a:spcAft>
                  <a:spcPts val="0"/>
                </a:spcAft>
                <a:buClr>
                  <a:srgbClr val="002E8A"/>
                </a:buClr>
                <a:buSzPts val="2400"/>
                <a:buFont typeface="Noto Sans Symbols"/>
                <a:buNone/>
              </a:pPr>
              <a:r>
                <a:rPr i="1" lang="en-US" sz="2400">
                  <a:solidFill>
                    <a:srgbClr val="C00000"/>
                  </a:solidFill>
                  <a:latin typeface="Calibri"/>
                  <a:ea typeface="Calibri"/>
                  <a:cs typeface="Calibri"/>
                  <a:sym typeface="Calibri"/>
                </a:rPr>
                <a:t>Packet switches</a:t>
              </a:r>
              <a:r>
                <a:rPr lang="en-US" sz="2400">
                  <a:solidFill>
                    <a:schemeClr val="dk1"/>
                  </a:solidFill>
                  <a:latin typeface="Calibri"/>
                  <a:ea typeface="Calibri"/>
                  <a:cs typeface="Calibri"/>
                  <a:sym typeface="Calibri"/>
                </a:rPr>
                <a:t>: forward packets (chunks of data)</a:t>
              </a:r>
              <a:endParaRPr sz="2400">
                <a:solidFill>
                  <a:schemeClr val="dk1"/>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8"/>
                </a:buClr>
                <a:buSzPts val="2000"/>
                <a:buFont typeface="Noto Sans Symbols"/>
                <a:buChar char="▪"/>
              </a:pPr>
              <a:r>
                <a:rPr b="0" i="1" lang="en-US" sz="2000" u="none" cap="none" strike="noStrike">
                  <a:solidFill>
                    <a:schemeClr val="dk1"/>
                  </a:solidFill>
                  <a:latin typeface="Calibri"/>
                  <a:ea typeface="Calibri"/>
                  <a:cs typeface="Calibri"/>
                  <a:sym typeface="Calibri"/>
                </a:rPr>
                <a:t>routers</a:t>
              </a:r>
              <a:r>
                <a:rPr b="0" i="0" lang="en-US" sz="2000" u="none" cap="none" strike="noStrike">
                  <a:solidFill>
                    <a:schemeClr val="dk1"/>
                  </a:solidFill>
                  <a:latin typeface="Calibri"/>
                  <a:ea typeface="Calibri"/>
                  <a:cs typeface="Calibri"/>
                  <a:sym typeface="Calibri"/>
                </a:rPr>
                <a:t>, </a:t>
              </a:r>
              <a:r>
                <a:rPr b="0" i="1" lang="en-US" sz="2000" u="none" cap="none" strike="noStrike">
                  <a:solidFill>
                    <a:schemeClr val="dk1"/>
                  </a:solidFill>
                  <a:latin typeface="Calibri"/>
                  <a:ea typeface="Calibri"/>
                  <a:cs typeface="Calibri"/>
                  <a:sym typeface="Calibri"/>
                </a:rPr>
                <a:t>switches</a:t>
              </a:r>
              <a:endParaRPr b="0" i="0" sz="2400" u="none" cap="none" strike="noStrike">
                <a:solidFill>
                  <a:schemeClr val="dk1"/>
                </a:solidFill>
                <a:latin typeface="Calibri"/>
                <a:ea typeface="Calibri"/>
                <a:cs typeface="Calibri"/>
                <a:sym typeface="Calibri"/>
              </a:endParaRPr>
            </a:p>
          </p:txBody>
        </p:sp>
        <p:grpSp>
          <p:nvGrpSpPr>
            <p:cNvPr id="1787" name="Google Shape;1787;p14"/>
            <p:cNvGrpSpPr/>
            <p:nvPr/>
          </p:nvGrpSpPr>
          <p:grpSpPr>
            <a:xfrm>
              <a:off x="1297913" y="3389820"/>
              <a:ext cx="1370315" cy="390629"/>
              <a:chOff x="1220207" y="3379800"/>
              <a:chExt cx="1448022" cy="400649"/>
            </a:xfrm>
          </p:grpSpPr>
          <p:grpSp>
            <p:nvGrpSpPr>
              <p:cNvPr id="1788" name="Google Shape;1788;p14"/>
              <p:cNvGrpSpPr/>
              <p:nvPr/>
            </p:nvGrpSpPr>
            <p:grpSpPr>
              <a:xfrm>
                <a:off x="1220207" y="3403733"/>
                <a:ext cx="608897" cy="339238"/>
                <a:chOff x="7493876" y="2774731"/>
                <a:chExt cx="1481958" cy="894622"/>
              </a:xfrm>
            </p:grpSpPr>
            <p:sp>
              <p:nvSpPr>
                <p:cNvPr id="1789" name="Google Shape;1789;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1790" name="Google Shape;1790;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1791" name="Google Shape;1791;p14"/>
                <p:cNvGrpSpPr/>
                <p:nvPr/>
              </p:nvGrpSpPr>
              <p:grpSpPr>
                <a:xfrm>
                  <a:off x="7713663" y="2848339"/>
                  <a:ext cx="1042107" cy="425543"/>
                  <a:chOff x="7786941" y="2884917"/>
                  <a:chExt cx="897649" cy="353919"/>
                </a:xfrm>
              </p:grpSpPr>
              <p:sp>
                <p:nvSpPr>
                  <p:cNvPr id="1792" name="Google Shape;1792;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3" name="Google Shape;1793;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4" name="Google Shape;1794;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5" name="Google Shape;1795;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796" name="Google Shape;1796;p14"/>
              <p:cNvGrpSpPr/>
              <p:nvPr/>
            </p:nvGrpSpPr>
            <p:grpSpPr>
              <a:xfrm>
                <a:off x="2172962" y="3379800"/>
                <a:ext cx="495267" cy="400649"/>
                <a:chOff x="3668110" y="2448910"/>
                <a:chExt cx="3794234" cy="2165130"/>
              </a:xfrm>
            </p:grpSpPr>
            <p:sp>
              <p:nvSpPr>
                <p:cNvPr id="1797" name="Google Shape;1797;p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8" name="Google Shape;1798;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799" name="Google Shape;1799;p14"/>
                <p:cNvGrpSpPr/>
                <p:nvPr/>
              </p:nvGrpSpPr>
              <p:grpSpPr>
                <a:xfrm>
                  <a:off x="3941378" y="2603243"/>
                  <a:ext cx="3202061" cy="1066110"/>
                  <a:chOff x="7939341" y="3037317"/>
                  <a:chExt cx="897649" cy="353919"/>
                </a:xfrm>
              </p:grpSpPr>
              <p:sp>
                <p:nvSpPr>
                  <p:cNvPr id="1800" name="Google Shape;1800;p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1" name="Google Shape;1801;p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2" name="Google Shape;1802;p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3" name="Google Shape;1803;p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grpSp>
        <p:nvGrpSpPr>
          <p:cNvPr id="1804" name="Google Shape;1804;p14"/>
          <p:cNvGrpSpPr/>
          <p:nvPr/>
        </p:nvGrpSpPr>
        <p:grpSpPr>
          <a:xfrm>
            <a:off x="972848" y="3887572"/>
            <a:ext cx="5946258" cy="1994414"/>
            <a:chOff x="972848" y="3947532"/>
            <a:chExt cx="5946258" cy="1994414"/>
          </a:xfrm>
        </p:grpSpPr>
        <p:sp>
          <p:nvSpPr>
            <p:cNvPr id="1805" name="Google Shape;1805;p14"/>
            <p:cNvSpPr txBox="1"/>
            <p:nvPr/>
          </p:nvSpPr>
          <p:spPr>
            <a:xfrm>
              <a:off x="3140954" y="3947532"/>
              <a:ext cx="3778152" cy="1994414"/>
            </a:xfrm>
            <a:prstGeom prst="rect">
              <a:avLst/>
            </a:prstGeom>
            <a:noFill/>
            <a:ln>
              <a:noFill/>
            </a:ln>
          </p:spPr>
          <p:txBody>
            <a:bodyPr anchorCtr="0" anchor="t" bIns="45700" lIns="91425" spcFirstLastPara="1" rIns="91425" wrap="square" tIns="45700">
              <a:normAutofit/>
            </a:bodyPr>
            <a:lstStyle/>
            <a:p>
              <a:pPr indent="0" lvl="0" marL="6985" marR="0" rtl="0" algn="l">
                <a:lnSpc>
                  <a:spcPct val="90000"/>
                </a:lnSpc>
                <a:spcBef>
                  <a:spcPts val="0"/>
                </a:spcBef>
                <a:spcAft>
                  <a:spcPts val="0"/>
                </a:spcAft>
                <a:buClr>
                  <a:srgbClr val="002E8A"/>
                </a:buClr>
                <a:buSzPts val="2800"/>
                <a:buFont typeface="Noto Sans Symbols"/>
                <a:buNone/>
              </a:pPr>
              <a:r>
                <a:t/>
              </a:r>
              <a:endParaRPr sz="2800">
                <a:solidFill>
                  <a:schemeClr val="dk1"/>
                </a:solidFill>
                <a:latin typeface="Calibri"/>
                <a:ea typeface="Calibri"/>
                <a:cs typeface="Calibri"/>
                <a:sym typeface="Calibri"/>
              </a:endParaRPr>
            </a:p>
            <a:p>
              <a:pPr indent="0" lvl="0" marL="6985" marR="0" rtl="0" algn="l">
                <a:lnSpc>
                  <a:spcPct val="90000"/>
                </a:lnSpc>
                <a:spcBef>
                  <a:spcPts val="670"/>
                </a:spcBef>
                <a:spcAft>
                  <a:spcPts val="0"/>
                </a:spcAft>
                <a:buClr>
                  <a:srgbClr val="0000A8"/>
                </a:buClr>
                <a:buSzPts val="2400"/>
                <a:buFont typeface="Noto Sans Symbols"/>
                <a:buNone/>
              </a:pPr>
              <a:r>
                <a:rPr i="1" lang="en-US" sz="2400">
                  <a:solidFill>
                    <a:srgbClr val="C00000"/>
                  </a:solidFill>
                  <a:latin typeface="Calibri"/>
                  <a:ea typeface="Calibri"/>
                  <a:cs typeface="Calibri"/>
                  <a:sym typeface="Calibri"/>
                </a:rPr>
                <a:t>Communication links</a:t>
              </a:r>
              <a:endParaRPr i="1" sz="2400">
                <a:solidFill>
                  <a:srgbClr val="C00000"/>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fiber, copper, radio, satellite</a:t>
              </a:r>
              <a:endParaRPr b="0" i="0" sz="2000" u="none" cap="none" strike="noStrike">
                <a:solidFill>
                  <a:schemeClr val="dk1"/>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transmission rate: </a:t>
              </a:r>
              <a:r>
                <a:rPr b="0" i="1" lang="en-US" sz="2000" u="none" cap="none" strike="noStrike">
                  <a:solidFill>
                    <a:schemeClr val="dk1"/>
                  </a:solidFill>
                  <a:latin typeface="Calibri"/>
                  <a:ea typeface="Calibri"/>
                  <a:cs typeface="Calibri"/>
                  <a:sym typeface="Calibri"/>
                </a:rPr>
                <a:t>bandwidth</a:t>
              </a:r>
              <a:br>
                <a:rPr b="0" i="1" lang="en-US" sz="2000" u="none" cap="none" strike="noStrike">
                  <a:solidFill>
                    <a:srgbClr val="C00000"/>
                  </a:solidFill>
                  <a:latin typeface="Calibri"/>
                  <a:ea typeface="Calibri"/>
                  <a:cs typeface="Calibri"/>
                  <a:sym typeface="Calibri"/>
                </a:rPr>
              </a:br>
              <a:endParaRPr b="0" i="0" sz="2400" u="none" cap="none" strike="noStrike">
                <a:solidFill>
                  <a:schemeClr val="dk1"/>
                </a:solidFill>
                <a:latin typeface="Calibri"/>
                <a:ea typeface="Calibri"/>
                <a:cs typeface="Calibri"/>
                <a:sym typeface="Calibri"/>
              </a:endParaRPr>
            </a:p>
          </p:txBody>
        </p:sp>
        <p:grpSp>
          <p:nvGrpSpPr>
            <p:cNvPr id="1806" name="Google Shape;1806;p14"/>
            <p:cNvGrpSpPr/>
            <p:nvPr/>
          </p:nvGrpSpPr>
          <p:grpSpPr>
            <a:xfrm>
              <a:off x="2428229" y="4382136"/>
              <a:ext cx="457200" cy="733152"/>
              <a:chOff x="6061075" y="1844675"/>
              <a:chExt cx="457200" cy="733152"/>
            </a:xfrm>
          </p:grpSpPr>
          <p:cxnSp>
            <p:nvCxnSpPr>
              <p:cNvPr id="1807" name="Google Shape;1807;p14"/>
              <p:cNvCxnSpPr/>
              <p:nvPr/>
            </p:nvCxnSpPr>
            <p:spPr>
              <a:xfrm>
                <a:off x="6289675" y="2403475"/>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1808" name="Google Shape;1808;p14"/>
              <p:cNvGrpSpPr/>
              <p:nvPr/>
            </p:nvGrpSpPr>
            <p:grpSpPr>
              <a:xfrm>
                <a:off x="6061075" y="1844675"/>
                <a:ext cx="457200" cy="631825"/>
                <a:chOff x="742" y="2409"/>
                <a:chExt cx="576" cy="881"/>
              </a:xfrm>
            </p:grpSpPr>
            <p:grpSp>
              <p:nvGrpSpPr>
                <p:cNvPr id="1809" name="Google Shape;1809;p14"/>
                <p:cNvGrpSpPr/>
                <p:nvPr/>
              </p:nvGrpSpPr>
              <p:grpSpPr>
                <a:xfrm>
                  <a:off x="832" y="2643"/>
                  <a:ext cx="376" cy="647"/>
                  <a:chOff x="3130" y="3288"/>
                  <a:chExt cx="410" cy="742"/>
                </a:xfrm>
              </p:grpSpPr>
              <p:cxnSp>
                <p:nvCxnSpPr>
                  <p:cNvPr id="1810" name="Google Shape;1810;p14"/>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1811" name="Google Shape;1811;p14"/>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1812" name="Google Shape;1812;p14"/>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1813" name="Google Shape;1813;p14"/>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1814" name="Google Shape;1814;p14"/>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1815" name="Google Shape;1815;p14"/>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1816" name="Google Shape;1816;p14"/>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1817" name="Google Shape;1817;p14"/>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1818" name="Google Shape;1818;p14"/>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1819" name="Google Shape;1819;p14"/>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1820" name="Google Shape;1820;p14"/>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1821" name="Google Shape;1821;p14"/>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1822" name="Google Shape;1822;p14"/>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1823" name="Google Shape;1823;p14"/>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1824" name="Google Shape;1824;p14"/>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pic>
              <p:nvPicPr>
                <p:cNvPr descr="cell_tower_radiation copy" id="1825" name="Google Shape;1825;p14"/>
                <p:cNvPicPr preferRelativeResize="0"/>
                <p:nvPr/>
              </p:nvPicPr>
              <p:blipFill rotWithShape="1">
                <a:blip r:embed="rId3">
                  <a:alphaModFix/>
                </a:blip>
                <a:srcRect b="0" l="0" r="0" t="0"/>
                <a:stretch/>
              </p:blipFill>
              <p:spPr>
                <a:xfrm>
                  <a:off x="742" y="2409"/>
                  <a:ext cx="576" cy="464"/>
                </a:xfrm>
                <a:prstGeom prst="rect">
                  <a:avLst/>
                </a:prstGeom>
                <a:noFill/>
                <a:ln>
                  <a:noFill/>
                </a:ln>
              </p:spPr>
            </p:pic>
            <p:sp>
              <p:nvSpPr>
                <p:cNvPr id="1826" name="Google Shape;1826;p14"/>
                <p:cNvSpPr/>
                <p:nvPr/>
              </p:nvSpPr>
              <p:spPr>
                <a:xfrm>
                  <a:off x="986" y="2597"/>
                  <a:ext cx="66" cy="69"/>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nvGrpSpPr>
            <p:cNvPr id="1827" name="Google Shape;1827;p14"/>
            <p:cNvGrpSpPr/>
            <p:nvPr/>
          </p:nvGrpSpPr>
          <p:grpSpPr>
            <a:xfrm>
              <a:off x="972848" y="4585926"/>
              <a:ext cx="452014" cy="316353"/>
              <a:chOff x="2967" y="478"/>
              <a:chExt cx="788" cy="625"/>
            </a:xfrm>
          </p:grpSpPr>
          <p:pic>
            <p:nvPicPr>
              <p:cNvPr descr="access_point_stylized_small" id="1828" name="Google Shape;1828;p14"/>
              <p:cNvPicPr preferRelativeResize="0"/>
              <p:nvPr/>
            </p:nvPicPr>
            <p:blipFill rotWithShape="1">
              <a:blip r:embed="rId4">
                <a:alphaModFix/>
              </a:blip>
              <a:srcRect b="0" l="0" r="0" t="0"/>
              <a:stretch/>
            </p:blipFill>
            <p:spPr>
              <a:xfrm>
                <a:off x="3012" y="559"/>
                <a:ext cx="576" cy="544"/>
              </a:xfrm>
              <a:prstGeom prst="rect">
                <a:avLst/>
              </a:prstGeom>
              <a:noFill/>
              <a:ln>
                <a:noFill/>
              </a:ln>
            </p:spPr>
          </p:pic>
          <p:pic>
            <p:nvPicPr>
              <p:cNvPr descr="antenna_radiation_stylized" id="1829" name="Google Shape;1829;p14"/>
              <p:cNvPicPr preferRelativeResize="0"/>
              <p:nvPr/>
            </p:nvPicPr>
            <p:blipFill rotWithShape="1">
              <a:blip r:embed="rId5">
                <a:alphaModFix/>
              </a:blip>
              <a:srcRect b="0" l="0" r="0" t="0"/>
              <a:stretch/>
            </p:blipFill>
            <p:spPr>
              <a:xfrm>
                <a:off x="2967" y="478"/>
                <a:ext cx="788" cy="188"/>
              </a:xfrm>
              <a:prstGeom prst="rect">
                <a:avLst/>
              </a:prstGeom>
              <a:noFill/>
              <a:ln>
                <a:noFill/>
              </a:ln>
            </p:spPr>
          </p:pic>
        </p:grpSp>
        <p:pic>
          <p:nvPicPr>
            <p:cNvPr descr="Image result for Ethernet cable" id="1830" name="Google Shape;1830;p14"/>
            <p:cNvPicPr preferRelativeResize="0"/>
            <p:nvPr/>
          </p:nvPicPr>
          <p:blipFill rotWithShape="1">
            <a:blip r:embed="rId6">
              <a:alphaModFix/>
            </a:blip>
            <a:srcRect b="0" l="0" r="0" t="0"/>
            <a:stretch/>
          </p:blipFill>
          <p:spPr>
            <a:xfrm>
              <a:off x="1456310" y="4560750"/>
              <a:ext cx="874495" cy="513355"/>
            </a:xfrm>
            <a:prstGeom prst="rect">
              <a:avLst/>
            </a:prstGeom>
            <a:noFill/>
            <a:ln>
              <a:noFill/>
            </a:ln>
          </p:spPr>
        </p:pic>
      </p:grpSp>
      <p:grpSp>
        <p:nvGrpSpPr>
          <p:cNvPr id="1831" name="Google Shape;1831;p14"/>
          <p:cNvGrpSpPr/>
          <p:nvPr/>
        </p:nvGrpSpPr>
        <p:grpSpPr>
          <a:xfrm>
            <a:off x="413554" y="1318241"/>
            <a:ext cx="6618605" cy="1705610"/>
            <a:chOff x="413554" y="1318241"/>
            <a:chExt cx="6618605" cy="1705610"/>
          </a:xfrm>
        </p:grpSpPr>
        <p:sp>
          <p:nvSpPr>
            <p:cNvPr id="1832" name="Google Shape;1832;p14"/>
            <p:cNvSpPr txBox="1"/>
            <p:nvPr/>
          </p:nvSpPr>
          <p:spPr>
            <a:xfrm>
              <a:off x="3057694" y="1318241"/>
              <a:ext cx="3974465" cy="170561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rgbClr val="0000A8"/>
                </a:buClr>
                <a:buSzPts val="2400"/>
                <a:buFont typeface="Noto Sans Symbols"/>
                <a:buNone/>
              </a:pPr>
              <a:r>
                <a:rPr lang="en-US" sz="2400">
                  <a:solidFill>
                    <a:schemeClr val="dk1"/>
                  </a:solidFill>
                  <a:latin typeface="Calibri"/>
                  <a:ea typeface="Calibri"/>
                  <a:cs typeface="Calibri"/>
                  <a:sym typeface="Calibri"/>
                </a:rPr>
                <a:t>Connected computing </a:t>
              </a:r>
              <a:r>
                <a:rPr i="1" lang="en-US" sz="2400">
                  <a:solidFill>
                    <a:srgbClr val="C00000"/>
                  </a:solidFill>
                  <a:latin typeface="Calibri"/>
                  <a:ea typeface="Calibri"/>
                  <a:cs typeface="Calibri"/>
                  <a:sym typeface="Calibri"/>
                </a:rPr>
                <a:t>devices</a:t>
              </a:r>
              <a:r>
                <a:rPr lang="en-U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231775" lvl="1" marL="346075" marR="0" rtl="0" algn="l">
                <a:lnSpc>
                  <a:spcPct val="90000"/>
                </a:lnSpc>
                <a:spcBef>
                  <a:spcPts val="300"/>
                </a:spcBef>
                <a:spcAft>
                  <a:spcPts val="0"/>
                </a:spcAft>
                <a:buClr>
                  <a:srgbClr val="0000A3"/>
                </a:buClr>
                <a:buSzPts val="2000"/>
                <a:buFont typeface="Noto Sans Symbols"/>
                <a:buChar char="▪"/>
              </a:pPr>
              <a:r>
                <a:rPr b="0" i="1" lang="en-US" sz="2000" u="none" cap="none" strike="noStrike">
                  <a:solidFill>
                    <a:srgbClr val="C00000"/>
                  </a:solidFill>
                  <a:latin typeface="Calibri"/>
                  <a:ea typeface="Calibri"/>
                  <a:cs typeface="Calibri"/>
                  <a:sym typeface="Calibri"/>
                </a:rPr>
                <a:t>hosts</a:t>
              </a:r>
              <a:r>
                <a:rPr b="0" i="1" lang="en-US" sz="2000" u="none" cap="none" strike="noStrike">
                  <a:solidFill>
                    <a:srgbClr val="CC0000"/>
                  </a:solidFill>
                  <a:latin typeface="Calibri"/>
                  <a:ea typeface="Calibri"/>
                  <a:cs typeface="Calibri"/>
                  <a:sym typeface="Calibri"/>
                </a:rPr>
                <a:t> </a:t>
              </a:r>
              <a:r>
                <a:rPr b="0" i="1" lang="en-US" sz="2000" u="none" cap="none" strike="noStrike">
                  <a:solidFill>
                    <a:schemeClr val="dk1"/>
                  </a:solidFill>
                  <a:latin typeface="Calibri"/>
                  <a:ea typeface="Calibri"/>
                  <a:cs typeface="Calibri"/>
                  <a:sym typeface="Calibri"/>
                </a:rPr>
                <a:t>= end systems </a:t>
              </a:r>
              <a:endParaRPr b="0" i="1" sz="2000" u="none" cap="none" strike="noStrike">
                <a:solidFill>
                  <a:schemeClr val="dk1"/>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running </a:t>
              </a:r>
              <a:r>
                <a:rPr b="0" i="1" lang="en-US" sz="2000" u="none" cap="none" strike="noStrike">
                  <a:solidFill>
                    <a:schemeClr val="dk1"/>
                  </a:solidFill>
                  <a:latin typeface="Calibri"/>
                  <a:ea typeface="Calibri"/>
                  <a:cs typeface="Calibri"/>
                  <a:sym typeface="Calibri"/>
                </a:rPr>
                <a:t>networking </a:t>
              </a:r>
              <a:r>
                <a:rPr b="0" i="1" lang="en-US" sz="2000" u="none" cap="none" strike="noStrike">
                  <a:solidFill>
                    <a:srgbClr val="C00000"/>
                  </a:solidFill>
                  <a:latin typeface="Calibri"/>
                  <a:ea typeface="Calibri"/>
                  <a:cs typeface="Calibri"/>
                  <a:sym typeface="Calibri"/>
                </a:rPr>
                <a:t>apps </a:t>
              </a:r>
              <a:r>
                <a:rPr b="0" i="0" lang="en-US" sz="2000" u="none" cap="none" strike="noStrike">
                  <a:solidFill>
                    <a:schemeClr val="dk1"/>
                  </a:solidFill>
                  <a:latin typeface="Calibri"/>
                  <a:ea typeface="Calibri"/>
                  <a:cs typeface="Calibri"/>
                  <a:sym typeface="Calibri"/>
                </a:rPr>
                <a:t>at the “edge” of the network</a:t>
              </a:r>
              <a:endParaRPr b="0" i="0" sz="2000" u="none" cap="none" strike="noStrike">
                <a:solidFill>
                  <a:schemeClr val="dk1"/>
                </a:solidFill>
                <a:latin typeface="Calibri"/>
                <a:ea typeface="Calibri"/>
                <a:cs typeface="Calibri"/>
                <a:sym typeface="Calibri"/>
              </a:endParaRPr>
            </a:p>
          </p:txBody>
        </p:sp>
        <p:grpSp>
          <p:nvGrpSpPr>
            <p:cNvPr id="1833" name="Google Shape;1833;p14"/>
            <p:cNvGrpSpPr/>
            <p:nvPr/>
          </p:nvGrpSpPr>
          <p:grpSpPr>
            <a:xfrm>
              <a:off x="413554" y="1342201"/>
              <a:ext cx="2520730" cy="1345159"/>
              <a:chOff x="177500" y="1428021"/>
              <a:chExt cx="2679234" cy="1453172"/>
            </a:xfrm>
          </p:grpSpPr>
          <p:grpSp>
            <p:nvGrpSpPr>
              <p:cNvPr id="1834" name="Google Shape;1834;p14"/>
              <p:cNvGrpSpPr/>
              <p:nvPr/>
            </p:nvGrpSpPr>
            <p:grpSpPr>
              <a:xfrm>
                <a:off x="2228805" y="1490654"/>
                <a:ext cx="627929" cy="619360"/>
                <a:chOff x="877" y="1008"/>
                <a:chExt cx="2747" cy="2626"/>
              </a:xfrm>
            </p:grpSpPr>
            <p:pic>
              <p:nvPicPr>
                <p:cNvPr descr="antenna_stylized" id="1835" name="Google Shape;1835;p14"/>
                <p:cNvPicPr preferRelativeResize="0"/>
                <p:nvPr/>
              </p:nvPicPr>
              <p:blipFill rotWithShape="1">
                <a:blip r:embed="rId7">
                  <a:alphaModFix/>
                </a:blip>
                <a:srcRect b="0" l="0" r="0" t="0"/>
                <a:stretch/>
              </p:blipFill>
              <p:spPr>
                <a:xfrm>
                  <a:off x="877" y="1008"/>
                  <a:ext cx="2725" cy="1421"/>
                </a:xfrm>
                <a:prstGeom prst="rect">
                  <a:avLst/>
                </a:prstGeom>
                <a:noFill/>
                <a:ln>
                  <a:noFill/>
                </a:ln>
              </p:spPr>
            </p:pic>
            <p:pic>
              <p:nvPicPr>
                <p:cNvPr descr="laptop_keyboard" id="1836" name="Google Shape;1836;p14"/>
                <p:cNvPicPr preferRelativeResize="0"/>
                <p:nvPr/>
              </p:nvPicPr>
              <p:blipFill rotWithShape="1">
                <a:blip r:embed="rId8">
                  <a:alphaModFix/>
                </a:blip>
                <a:srcRect b="0" l="0" r="0" t="0"/>
                <a:stretch/>
              </p:blipFill>
              <p:spPr>
                <a:xfrm flipH="1" rot="109064">
                  <a:off x="1009" y="2586"/>
                  <a:ext cx="2245" cy="1013"/>
                </a:xfrm>
                <a:prstGeom prst="rect">
                  <a:avLst/>
                </a:prstGeom>
                <a:noFill/>
                <a:ln>
                  <a:noFill/>
                </a:ln>
              </p:spPr>
            </p:pic>
            <p:sp>
              <p:nvSpPr>
                <p:cNvPr id="1837" name="Google Shape;1837;p1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838" name="Google Shape;1838;p14"/>
                <p:cNvPicPr preferRelativeResize="0"/>
                <p:nvPr/>
              </p:nvPicPr>
              <p:blipFill rotWithShape="1">
                <a:blip r:embed="rId9">
                  <a:alphaModFix/>
                </a:blip>
                <a:srcRect b="0" l="0" r="0" t="0"/>
                <a:stretch/>
              </p:blipFill>
              <p:spPr>
                <a:xfrm>
                  <a:off x="1842" y="1637"/>
                  <a:ext cx="1642" cy="1203"/>
                </a:xfrm>
                <a:prstGeom prst="rect">
                  <a:avLst/>
                </a:prstGeom>
                <a:noFill/>
                <a:ln>
                  <a:noFill/>
                </a:ln>
              </p:spPr>
            </p:pic>
            <p:sp>
              <p:nvSpPr>
                <p:cNvPr id="1839" name="Google Shape;1839;p1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0" name="Google Shape;1840;p1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1" name="Google Shape;1841;p1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2" name="Google Shape;1842;p1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3" name="Google Shape;1843;p1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4" name="Google Shape;1844;p1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45" name="Google Shape;1845;p14"/>
                <p:cNvGrpSpPr/>
                <p:nvPr/>
              </p:nvGrpSpPr>
              <p:grpSpPr>
                <a:xfrm>
                  <a:off x="1709" y="3008"/>
                  <a:ext cx="507" cy="234"/>
                  <a:chOff x="1740" y="2642"/>
                  <a:chExt cx="752" cy="327"/>
                </a:xfrm>
              </p:grpSpPr>
              <p:sp>
                <p:nvSpPr>
                  <p:cNvPr id="1846" name="Google Shape;1846;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7" name="Google Shape;1847;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8" name="Google Shape;1848;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9" name="Google Shape;1849;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0" name="Google Shape;1850;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1" name="Google Shape;1851;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52" name="Google Shape;1852;p1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3" name="Google Shape;1853;p1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4" name="Google Shape;1854;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5" name="Google Shape;1855;p1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6" name="Google Shape;1856;p1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7" name="Google Shape;1857;p1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58" name="Google Shape;1858;p14"/>
              <p:cNvGrpSpPr/>
              <p:nvPr/>
            </p:nvGrpSpPr>
            <p:grpSpPr>
              <a:xfrm>
                <a:off x="1187669" y="1611378"/>
                <a:ext cx="511595" cy="419441"/>
                <a:chOff x="2751" y="1851"/>
                <a:chExt cx="462" cy="478"/>
              </a:xfrm>
            </p:grpSpPr>
            <p:pic>
              <p:nvPicPr>
                <p:cNvPr descr="iphone_stylized_small" id="1859" name="Google Shape;1859;p14"/>
                <p:cNvPicPr preferRelativeResize="0"/>
                <p:nvPr/>
              </p:nvPicPr>
              <p:blipFill rotWithShape="1">
                <a:blip r:embed="rId10">
                  <a:alphaModFix/>
                </a:blip>
                <a:srcRect b="0" l="0" r="0" t="0"/>
                <a:stretch/>
              </p:blipFill>
              <p:spPr>
                <a:xfrm>
                  <a:off x="2928" y="1922"/>
                  <a:ext cx="152" cy="407"/>
                </a:xfrm>
                <a:prstGeom prst="rect">
                  <a:avLst/>
                </a:prstGeom>
                <a:noFill/>
                <a:ln>
                  <a:noFill/>
                </a:ln>
              </p:spPr>
            </p:pic>
            <p:pic>
              <p:nvPicPr>
                <p:cNvPr descr="antenna_radiation_stylized" id="1860" name="Google Shape;1860;p14"/>
                <p:cNvPicPr preferRelativeResize="0"/>
                <p:nvPr/>
              </p:nvPicPr>
              <p:blipFill rotWithShape="1">
                <a:blip r:embed="rId11">
                  <a:alphaModFix/>
                </a:blip>
                <a:srcRect b="0" l="0" r="0" t="0"/>
                <a:stretch/>
              </p:blipFill>
              <p:spPr>
                <a:xfrm>
                  <a:off x="2751" y="1851"/>
                  <a:ext cx="462" cy="110"/>
                </a:xfrm>
                <a:prstGeom prst="rect">
                  <a:avLst/>
                </a:prstGeom>
                <a:noFill/>
                <a:ln>
                  <a:noFill/>
                </a:ln>
              </p:spPr>
            </p:pic>
          </p:grpSp>
          <p:grpSp>
            <p:nvGrpSpPr>
              <p:cNvPr id="1861" name="Google Shape;1861;p14"/>
              <p:cNvGrpSpPr/>
              <p:nvPr/>
            </p:nvGrpSpPr>
            <p:grpSpPr>
              <a:xfrm>
                <a:off x="1346422" y="2111586"/>
                <a:ext cx="580012" cy="769607"/>
                <a:chOff x="7797061" y="3296104"/>
                <a:chExt cx="347997" cy="396620"/>
              </a:xfrm>
            </p:grpSpPr>
            <p:pic>
              <p:nvPicPr>
                <p:cNvPr descr="fridge2.png" id="1862" name="Google Shape;1862;p14"/>
                <p:cNvPicPr preferRelativeResize="0"/>
                <p:nvPr/>
              </p:nvPicPr>
              <p:blipFill rotWithShape="1">
                <a:blip r:embed="rId12">
                  <a:alphaModFix/>
                </a:blip>
                <a:srcRect b="0" l="0" r="0" t="0"/>
                <a:stretch/>
              </p:blipFill>
              <p:spPr>
                <a:xfrm>
                  <a:off x="7896825" y="3355697"/>
                  <a:ext cx="189578" cy="337027"/>
                </a:xfrm>
                <a:prstGeom prst="rect">
                  <a:avLst/>
                </a:prstGeom>
                <a:noFill/>
                <a:ln>
                  <a:noFill/>
                </a:ln>
              </p:spPr>
            </p:pic>
            <p:pic>
              <p:nvPicPr>
                <p:cNvPr descr="antenna_stylized" id="1863" name="Google Shape;1863;p14"/>
                <p:cNvPicPr preferRelativeResize="0"/>
                <p:nvPr/>
              </p:nvPicPr>
              <p:blipFill rotWithShape="1">
                <a:blip r:embed="rId13">
                  <a:alphaModFix/>
                </a:blip>
                <a:srcRect b="0" l="0" r="0" t="0"/>
                <a:stretch/>
              </p:blipFill>
              <p:spPr>
                <a:xfrm>
                  <a:off x="7797061" y="3296104"/>
                  <a:ext cx="347997" cy="167557"/>
                </a:xfrm>
                <a:prstGeom prst="rect">
                  <a:avLst/>
                </a:prstGeom>
                <a:noFill/>
                <a:ln>
                  <a:noFill/>
                </a:ln>
              </p:spPr>
            </p:pic>
          </p:grpSp>
          <p:grpSp>
            <p:nvGrpSpPr>
              <p:cNvPr id="1864" name="Google Shape;1864;p14"/>
              <p:cNvGrpSpPr/>
              <p:nvPr/>
            </p:nvGrpSpPr>
            <p:grpSpPr>
              <a:xfrm>
                <a:off x="1018136" y="2414197"/>
                <a:ext cx="228492" cy="436354"/>
                <a:chOff x="4140" y="429"/>
                <a:chExt cx="1425" cy="2396"/>
              </a:xfrm>
            </p:grpSpPr>
            <p:sp>
              <p:nvSpPr>
                <p:cNvPr id="1865" name="Google Shape;1865;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6" name="Google Shape;1866;p1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867" name="Google Shape;1867;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8" name="Google Shape;1868;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9" name="Google Shape;1869;p1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870" name="Google Shape;1870;p14"/>
                <p:cNvGrpSpPr/>
                <p:nvPr/>
              </p:nvGrpSpPr>
              <p:grpSpPr>
                <a:xfrm>
                  <a:off x="4748" y="666"/>
                  <a:ext cx="578" cy="150"/>
                  <a:chOff x="613" y="2566"/>
                  <a:chExt cx="721" cy="144"/>
                </a:xfrm>
              </p:grpSpPr>
              <p:sp>
                <p:nvSpPr>
                  <p:cNvPr id="1871" name="Google Shape;1871;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872" name="Google Shape;1872;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873" name="Google Shape;1873;p1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874" name="Google Shape;1874;p14"/>
                <p:cNvGrpSpPr/>
                <p:nvPr/>
              </p:nvGrpSpPr>
              <p:grpSpPr>
                <a:xfrm>
                  <a:off x="4748" y="990"/>
                  <a:ext cx="578" cy="134"/>
                  <a:chOff x="615" y="2564"/>
                  <a:chExt cx="721" cy="139"/>
                </a:xfrm>
              </p:grpSpPr>
              <p:sp>
                <p:nvSpPr>
                  <p:cNvPr id="1875" name="Google Shape;1875;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876" name="Google Shape;1876;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877" name="Google Shape;1877;p1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878" name="Google Shape;1878;p1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879" name="Google Shape;1879;p14"/>
                <p:cNvGrpSpPr/>
                <p:nvPr/>
              </p:nvGrpSpPr>
              <p:grpSpPr>
                <a:xfrm>
                  <a:off x="4738" y="1647"/>
                  <a:ext cx="578" cy="135"/>
                  <a:chOff x="618" y="2586"/>
                  <a:chExt cx="720" cy="124"/>
                </a:xfrm>
              </p:grpSpPr>
              <p:sp>
                <p:nvSpPr>
                  <p:cNvPr id="1880" name="Google Shape;1880;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881" name="Google Shape;1881;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882" name="Google Shape;1882;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83" name="Google Shape;1883;p14"/>
                <p:cNvGrpSpPr/>
                <p:nvPr/>
              </p:nvGrpSpPr>
              <p:grpSpPr>
                <a:xfrm>
                  <a:off x="4738" y="1330"/>
                  <a:ext cx="588" cy="134"/>
                  <a:chOff x="613" y="2571"/>
                  <a:chExt cx="732" cy="134"/>
                </a:xfrm>
              </p:grpSpPr>
              <p:sp>
                <p:nvSpPr>
                  <p:cNvPr id="1884" name="Google Shape;1884;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885" name="Google Shape;1885;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886" name="Google Shape;1886;p1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887" name="Google Shape;1887;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8" name="Google Shape;1888;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9" name="Google Shape;1889;p1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890" name="Google Shape;1890;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1" name="Google Shape;1891;p1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892" name="Google Shape;1892;p1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893" name="Google Shape;1893;p1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894" name="Google Shape;1894;p1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1895" name="Google Shape;1895;p1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896" name="Google Shape;1896;p1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1897" name="Google Shape;1897;p14"/>
              <p:cNvGrpSpPr/>
              <p:nvPr/>
            </p:nvGrpSpPr>
            <p:grpSpPr>
              <a:xfrm>
                <a:off x="2053502" y="2245186"/>
                <a:ext cx="672582" cy="617342"/>
                <a:chOff x="5275406" y="2711455"/>
                <a:chExt cx="452949" cy="405518"/>
              </a:xfrm>
            </p:grpSpPr>
            <p:pic>
              <p:nvPicPr>
                <p:cNvPr descr="server_rack.png" id="1898" name="Google Shape;1898;p14"/>
                <p:cNvPicPr preferRelativeResize="0"/>
                <p:nvPr/>
              </p:nvPicPr>
              <p:blipFill rotWithShape="1">
                <a:blip r:embed="rId14">
                  <a:alphaModFix/>
                </a:blip>
                <a:srcRect b="0" l="0" r="0" t="0"/>
                <a:stretch/>
              </p:blipFill>
              <p:spPr>
                <a:xfrm>
                  <a:off x="5537367" y="2770786"/>
                  <a:ext cx="190988" cy="313366"/>
                </a:xfrm>
                <a:prstGeom prst="rect">
                  <a:avLst/>
                </a:prstGeom>
                <a:noFill/>
                <a:ln>
                  <a:noFill/>
                </a:ln>
              </p:spPr>
            </p:pic>
            <p:pic>
              <p:nvPicPr>
                <p:cNvPr descr="server_rack.png" id="1899" name="Google Shape;1899;p14"/>
                <p:cNvPicPr preferRelativeResize="0"/>
                <p:nvPr/>
              </p:nvPicPr>
              <p:blipFill rotWithShape="1">
                <a:blip r:embed="rId14">
                  <a:alphaModFix/>
                </a:blip>
                <a:srcRect b="0" l="0" r="0" t="0"/>
                <a:stretch/>
              </p:blipFill>
              <p:spPr>
                <a:xfrm>
                  <a:off x="5275406" y="2764002"/>
                  <a:ext cx="190988" cy="313366"/>
                </a:xfrm>
                <a:prstGeom prst="rect">
                  <a:avLst/>
                </a:prstGeom>
                <a:noFill/>
                <a:ln>
                  <a:noFill/>
                </a:ln>
              </p:spPr>
            </p:pic>
            <p:pic>
              <p:nvPicPr>
                <p:cNvPr descr="server_rack.png" id="1900" name="Google Shape;1900;p14"/>
                <p:cNvPicPr preferRelativeResize="0"/>
                <p:nvPr/>
              </p:nvPicPr>
              <p:blipFill rotWithShape="1">
                <a:blip r:embed="rId14">
                  <a:alphaModFix/>
                </a:blip>
                <a:srcRect b="0" l="0" r="0" t="0"/>
                <a:stretch/>
              </p:blipFill>
              <p:spPr>
                <a:xfrm>
                  <a:off x="5385676" y="2711455"/>
                  <a:ext cx="247152" cy="405518"/>
                </a:xfrm>
                <a:prstGeom prst="rect">
                  <a:avLst/>
                </a:prstGeom>
                <a:noFill/>
                <a:ln>
                  <a:noFill/>
                </a:ln>
              </p:spPr>
            </p:pic>
          </p:grpSp>
          <p:grpSp>
            <p:nvGrpSpPr>
              <p:cNvPr id="1901" name="Google Shape;1901;p14"/>
              <p:cNvGrpSpPr/>
              <p:nvPr/>
            </p:nvGrpSpPr>
            <p:grpSpPr>
              <a:xfrm flipH="1">
                <a:off x="618085" y="1595547"/>
                <a:ext cx="517401" cy="503916"/>
                <a:chOff x="2839" y="3501"/>
                <a:chExt cx="755" cy="803"/>
              </a:xfrm>
            </p:grpSpPr>
            <p:pic>
              <p:nvPicPr>
                <p:cNvPr descr="desktop_computer_stylized_medium" id="1902" name="Google Shape;1902;p1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1903" name="Google Shape;1903;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04" name="Google Shape;1904;p14"/>
              <p:cNvGrpSpPr/>
              <p:nvPr/>
            </p:nvGrpSpPr>
            <p:grpSpPr>
              <a:xfrm>
                <a:off x="1609415" y="1428021"/>
                <a:ext cx="748578" cy="712374"/>
                <a:chOff x="8631407" y="2290407"/>
                <a:chExt cx="530702" cy="478009"/>
              </a:xfrm>
            </p:grpSpPr>
            <p:pic>
              <p:nvPicPr>
                <p:cNvPr descr="light2.png" id="1905" name="Google Shape;1905;p14"/>
                <p:cNvPicPr preferRelativeResize="0"/>
                <p:nvPr/>
              </p:nvPicPr>
              <p:blipFill rotWithShape="1">
                <a:blip r:embed="rId16">
                  <a:alphaModFix/>
                </a:blip>
                <a:srcRect b="0" l="0" r="0" t="0"/>
                <a:stretch/>
              </p:blipFill>
              <p:spPr>
                <a:xfrm flipH="1">
                  <a:off x="8825293" y="2362969"/>
                  <a:ext cx="92772" cy="405447"/>
                </a:xfrm>
                <a:prstGeom prst="rect">
                  <a:avLst/>
                </a:prstGeom>
                <a:noFill/>
                <a:ln>
                  <a:noFill/>
                </a:ln>
              </p:spPr>
            </p:pic>
            <p:pic>
              <p:nvPicPr>
                <p:cNvPr descr="antenna_stylized" id="1906" name="Google Shape;1906;p14"/>
                <p:cNvPicPr preferRelativeResize="0"/>
                <p:nvPr/>
              </p:nvPicPr>
              <p:blipFill rotWithShape="1">
                <a:blip r:embed="rId17">
                  <a:alphaModFix/>
                </a:blip>
                <a:srcRect b="0" l="0" r="0" t="0"/>
                <a:stretch/>
              </p:blipFill>
              <p:spPr>
                <a:xfrm>
                  <a:off x="8631407" y="2290407"/>
                  <a:ext cx="530702" cy="223756"/>
                </a:xfrm>
                <a:prstGeom prst="rect">
                  <a:avLst/>
                </a:prstGeom>
                <a:noFill/>
                <a:ln>
                  <a:noFill/>
                </a:ln>
              </p:spPr>
            </p:pic>
          </p:grpSp>
          <p:grpSp>
            <p:nvGrpSpPr>
              <p:cNvPr id="1907" name="Google Shape;1907;p14"/>
              <p:cNvGrpSpPr/>
              <p:nvPr/>
            </p:nvGrpSpPr>
            <p:grpSpPr>
              <a:xfrm>
                <a:off x="177500" y="2082690"/>
                <a:ext cx="849312" cy="226109"/>
                <a:chOff x="8493165" y="2029804"/>
                <a:chExt cx="849312" cy="226109"/>
              </a:xfrm>
            </p:grpSpPr>
            <p:pic>
              <p:nvPicPr>
                <p:cNvPr descr="car_icon_small" id="1908" name="Google Shape;1908;p14"/>
                <p:cNvPicPr preferRelativeResize="0"/>
                <p:nvPr/>
              </p:nvPicPr>
              <p:blipFill rotWithShape="1">
                <a:blip r:embed="rId18">
                  <a:alphaModFix/>
                </a:blip>
                <a:srcRect b="0" l="0" r="0" t="0"/>
                <a:stretch/>
              </p:blipFill>
              <p:spPr>
                <a:xfrm>
                  <a:off x="8493165" y="2087638"/>
                  <a:ext cx="849312" cy="168275"/>
                </a:xfrm>
                <a:prstGeom prst="rect">
                  <a:avLst/>
                </a:prstGeom>
                <a:noFill/>
                <a:ln>
                  <a:noFill/>
                </a:ln>
              </p:spPr>
            </p:pic>
            <p:pic>
              <p:nvPicPr>
                <p:cNvPr descr="antenna_stylized" id="1909" name="Google Shape;1909;p14"/>
                <p:cNvPicPr preferRelativeResize="0"/>
                <p:nvPr/>
              </p:nvPicPr>
              <p:blipFill rotWithShape="1">
                <a:blip r:embed="rId17">
                  <a:alphaModFix/>
                </a:blip>
                <a:srcRect b="0" l="0" r="0" t="0"/>
                <a:stretch/>
              </p:blipFill>
              <p:spPr>
                <a:xfrm>
                  <a:off x="8704645" y="2029804"/>
                  <a:ext cx="530702" cy="223756"/>
                </a:xfrm>
                <a:prstGeom prst="rect">
                  <a:avLst/>
                </a:prstGeom>
                <a:noFill/>
                <a:ln>
                  <a:noFill/>
                </a:ln>
              </p:spPr>
            </p:pic>
          </p:grpSp>
        </p:grpSp>
      </p:grpSp>
      <p:grpSp>
        <p:nvGrpSpPr>
          <p:cNvPr id="1910" name="Google Shape;1910;p14"/>
          <p:cNvGrpSpPr/>
          <p:nvPr/>
        </p:nvGrpSpPr>
        <p:grpSpPr>
          <a:xfrm>
            <a:off x="7562238" y="2127325"/>
            <a:ext cx="3578867" cy="3640284"/>
            <a:chOff x="7562238" y="2127325"/>
            <a:chExt cx="3578867" cy="3640284"/>
          </a:xfrm>
        </p:grpSpPr>
        <p:cxnSp>
          <p:nvCxnSpPr>
            <p:cNvPr id="1911" name="Google Shape;1911;p14"/>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912" name="Google Shape;1912;p14"/>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913" name="Google Shape;1913;p14"/>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914" name="Google Shape;1914;p14"/>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915" name="Google Shape;1915;p14"/>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916" name="Google Shape;1916;p14"/>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917" name="Google Shape;1917;p14"/>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918" name="Google Shape;1918;p14"/>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919" name="Google Shape;1919;p14"/>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920" name="Google Shape;1920;p14"/>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921" name="Google Shape;1921;p14"/>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922" name="Google Shape;1922;p14"/>
            <p:cNvGrpSpPr/>
            <p:nvPr/>
          </p:nvGrpSpPr>
          <p:grpSpPr>
            <a:xfrm>
              <a:off x="7562238" y="2127325"/>
              <a:ext cx="3578867" cy="3640284"/>
              <a:chOff x="7562238" y="2127325"/>
              <a:chExt cx="3578867" cy="3640284"/>
            </a:xfrm>
          </p:grpSpPr>
          <p:grpSp>
            <p:nvGrpSpPr>
              <p:cNvPr id="1923" name="Google Shape;1923;p14"/>
              <p:cNvGrpSpPr/>
              <p:nvPr/>
            </p:nvGrpSpPr>
            <p:grpSpPr>
              <a:xfrm>
                <a:off x="7857253" y="2127325"/>
                <a:ext cx="3283852" cy="3640284"/>
                <a:chOff x="7881336" y="2104198"/>
                <a:chExt cx="3283852" cy="3640284"/>
              </a:xfrm>
            </p:grpSpPr>
            <p:cxnSp>
              <p:nvCxnSpPr>
                <p:cNvPr id="1924" name="Google Shape;1924;p14"/>
                <p:cNvCxnSpPr/>
                <p:nvPr/>
              </p:nvCxnSpPr>
              <p:spPr>
                <a:xfrm flipH="1" rot="5400000">
                  <a:off x="9813692" y="5228612"/>
                  <a:ext cx="388062" cy="7560"/>
                </a:xfrm>
                <a:prstGeom prst="straightConnector1">
                  <a:avLst/>
                </a:prstGeom>
                <a:noFill/>
                <a:ln cap="flat" cmpd="sng" w="12700">
                  <a:solidFill>
                    <a:schemeClr val="dk1"/>
                  </a:solidFill>
                  <a:prstDash val="solid"/>
                  <a:round/>
                  <a:headEnd len="sm" w="sm" type="none"/>
                  <a:tailEnd len="sm" w="sm" type="none"/>
                </a:ln>
              </p:spPr>
            </p:cxnSp>
            <p:cxnSp>
              <p:nvCxnSpPr>
                <p:cNvPr id="1925" name="Google Shape;1925;p14"/>
                <p:cNvCxnSpPr/>
                <p:nvPr/>
              </p:nvCxnSpPr>
              <p:spPr>
                <a:xfrm rot="10800000">
                  <a:off x="10234009" y="5382159"/>
                  <a:ext cx="0" cy="114300"/>
                </a:xfrm>
                <a:prstGeom prst="straightConnector1">
                  <a:avLst/>
                </a:prstGeom>
                <a:noFill/>
                <a:ln cap="flat" cmpd="sng" w="12700">
                  <a:solidFill>
                    <a:schemeClr val="dk1"/>
                  </a:solidFill>
                  <a:prstDash val="solid"/>
                  <a:round/>
                  <a:headEnd len="sm" w="sm" type="none"/>
                  <a:tailEnd len="sm" w="sm" type="none"/>
                </a:ln>
              </p:spPr>
            </p:cxnSp>
            <p:cxnSp>
              <p:nvCxnSpPr>
                <p:cNvPr id="1926" name="Google Shape;1926;p14"/>
                <p:cNvCxnSpPr/>
                <p:nvPr/>
              </p:nvCxnSpPr>
              <p:spPr>
                <a:xfrm>
                  <a:off x="9457042" y="4815390"/>
                  <a:ext cx="524483" cy="261537"/>
                </a:xfrm>
                <a:prstGeom prst="straightConnector1">
                  <a:avLst/>
                </a:prstGeom>
                <a:noFill/>
                <a:ln cap="flat" cmpd="sng" w="9525">
                  <a:solidFill>
                    <a:schemeClr val="dk1"/>
                  </a:solidFill>
                  <a:prstDash val="solid"/>
                  <a:round/>
                  <a:headEnd len="sm" w="sm" type="none"/>
                  <a:tailEnd len="sm" w="sm" type="none"/>
                </a:ln>
              </p:spPr>
            </p:cxnSp>
            <p:cxnSp>
              <p:nvCxnSpPr>
                <p:cNvPr id="1927" name="Google Shape;1927;p14"/>
                <p:cNvCxnSpPr/>
                <p:nvPr/>
              </p:nvCxnSpPr>
              <p:spPr>
                <a:xfrm flipH="1" rot="10800000">
                  <a:off x="8874149" y="4815390"/>
                  <a:ext cx="569255" cy="246266"/>
                </a:xfrm>
                <a:prstGeom prst="straightConnector1">
                  <a:avLst/>
                </a:prstGeom>
                <a:noFill/>
                <a:ln cap="flat" cmpd="sng" w="9525">
                  <a:solidFill>
                    <a:schemeClr val="dk1"/>
                  </a:solidFill>
                  <a:prstDash val="solid"/>
                  <a:round/>
                  <a:headEnd len="sm" w="sm" type="none"/>
                  <a:tailEnd len="sm" w="sm" type="none"/>
                </a:ln>
              </p:spPr>
            </p:cxnSp>
            <p:cxnSp>
              <p:nvCxnSpPr>
                <p:cNvPr id="1928" name="Google Shape;1928;p14"/>
                <p:cNvCxnSpPr/>
                <p:nvPr/>
              </p:nvCxnSpPr>
              <p:spPr>
                <a:xfrm>
                  <a:off x="8845827" y="5085749"/>
                  <a:ext cx="1030502" cy="0"/>
                </a:xfrm>
                <a:prstGeom prst="straightConnector1">
                  <a:avLst/>
                </a:prstGeom>
                <a:noFill/>
                <a:ln cap="flat" cmpd="sng" w="9525">
                  <a:solidFill>
                    <a:schemeClr val="dk1"/>
                  </a:solidFill>
                  <a:prstDash val="solid"/>
                  <a:round/>
                  <a:headEnd len="sm" w="sm" type="none"/>
                  <a:tailEnd len="sm" w="sm" type="none"/>
                </a:ln>
              </p:spPr>
            </p:cxnSp>
            <p:cxnSp>
              <p:nvCxnSpPr>
                <p:cNvPr id="1929" name="Google Shape;1929;p14"/>
                <p:cNvCxnSpPr/>
                <p:nvPr/>
              </p:nvCxnSpPr>
              <p:spPr>
                <a:xfrm>
                  <a:off x="8234290" y="5094207"/>
                  <a:ext cx="226800" cy="127000"/>
                </a:xfrm>
                <a:prstGeom prst="straightConnector1">
                  <a:avLst/>
                </a:prstGeom>
                <a:noFill/>
                <a:ln cap="flat" cmpd="sng" w="9525">
                  <a:solidFill>
                    <a:schemeClr val="dk1"/>
                  </a:solidFill>
                  <a:prstDash val="solid"/>
                  <a:round/>
                  <a:headEnd len="sm" w="sm" type="none"/>
                  <a:tailEnd len="sm" w="sm" type="none"/>
                </a:ln>
              </p:spPr>
            </p:cxnSp>
            <p:cxnSp>
              <p:nvCxnSpPr>
                <p:cNvPr id="1930" name="Google Shape;1930;p14"/>
                <p:cNvCxnSpPr/>
                <p:nvPr/>
              </p:nvCxnSpPr>
              <p:spPr>
                <a:xfrm flipH="1" rot="10800000">
                  <a:off x="7972450" y="5267343"/>
                  <a:ext cx="412750" cy="127000"/>
                </a:xfrm>
                <a:prstGeom prst="straightConnector1">
                  <a:avLst/>
                </a:prstGeom>
                <a:noFill/>
                <a:ln cap="flat" cmpd="sng" w="9525">
                  <a:solidFill>
                    <a:schemeClr val="dk1"/>
                  </a:solidFill>
                  <a:prstDash val="solid"/>
                  <a:round/>
                  <a:headEnd len="sm" w="sm" type="none"/>
                  <a:tailEnd len="sm" w="sm" type="none"/>
                </a:ln>
              </p:spPr>
            </p:cxnSp>
            <p:cxnSp>
              <p:nvCxnSpPr>
                <p:cNvPr id="1931" name="Google Shape;1931;p14"/>
                <p:cNvCxnSpPr/>
                <p:nvPr/>
              </p:nvCxnSpPr>
              <p:spPr>
                <a:xfrm flipH="1">
                  <a:off x="8397900" y="5259125"/>
                  <a:ext cx="68080" cy="293968"/>
                </a:xfrm>
                <a:prstGeom prst="straightConnector1">
                  <a:avLst/>
                </a:prstGeom>
                <a:noFill/>
                <a:ln cap="flat" cmpd="sng" w="9525">
                  <a:solidFill>
                    <a:schemeClr val="dk1"/>
                  </a:solidFill>
                  <a:prstDash val="solid"/>
                  <a:round/>
                  <a:headEnd len="sm" w="sm" type="none"/>
                  <a:tailEnd len="sm" w="sm" type="none"/>
                </a:ln>
              </p:spPr>
            </p:cxnSp>
            <p:cxnSp>
              <p:nvCxnSpPr>
                <p:cNvPr id="1932" name="Google Shape;1932;p14"/>
                <p:cNvCxnSpPr/>
                <p:nvPr/>
              </p:nvCxnSpPr>
              <p:spPr>
                <a:xfrm rot="10800000">
                  <a:off x="8512814" y="5284804"/>
                  <a:ext cx="280374" cy="269876"/>
                </a:xfrm>
                <a:prstGeom prst="straightConnector1">
                  <a:avLst/>
                </a:prstGeom>
                <a:noFill/>
                <a:ln cap="flat" cmpd="sng" w="9525">
                  <a:solidFill>
                    <a:schemeClr val="dk1"/>
                  </a:solidFill>
                  <a:prstDash val="solid"/>
                  <a:round/>
                  <a:headEnd len="sm" w="sm" type="none"/>
                  <a:tailEnd len="sm" w="sm" type="none"/>
                </a:ln>
              </p:spPr>
            </p:cxnSp>
            <p:cxnSp>
              <p:nvCxnSpPr>
                <p:cNvPr id="1933" name="Google Shape;1933;p14"/>
                <p:cNvCxnSpPr/>
                <p:nvPr/>
              </p:nvCxnSpPr>
              <p:spPr>
                <a:xfrm>
                  <a:off x="8512814" y="5234921"/>
                  <a:ext cx="914184" cy="468622"/>
                </a:xfrm>
                <a:prstGeom prst="straightConnector1">
                  <a:avLst/>
                </a:prstGeom>
                <a:noFill/>
                <a:ln cap="flat" cmpd="sng" w="9525">
                  <a:solidFill>
                    <a:schemeClr val="dk1"/>
                  </a:solidFill>
                  <a:prstDash val="solid"/>
                  <a:round/>
                  <a:headEnd len="sm" w="sm" type="none"/>
                  <a:tailEnd len="sm" w="sm" type="none"/>
                </a:ln>
              </p:spPr>
            </p:cxnSp>
            <p:cxnSp>
              <p:nvCxnSpPr>
                <p:cNvPr id="1934" name="Google Shape;1934;p14"/>
                <p:cNvCxnSpPr/>
                <p:nvPr/>
              </p:nvCxnSpPr>
              <p:spPr>
                <a:xfrm>
                  <a:off x="8271861" y="3806843"/>
                  <a:ext cx="0" cy="131762"/>
                </a:xfrm>
                <a:prstGeom prst="straightConnector1">
                  <a:avLst/>
                </a:prstGeom>
                <a:noFill/>
                <a:ln cap="flat" cmpd="sng" w="9525">
                  <a:solidFill>
                    <a:schemeClr val="dk1"/>
                  </a:solidFill>
                  <a:prstDash val="solid"/>
                  <a:round/>
                  <a:headEnd len="sm" w="sm" type="none"/>
                  <a:tailEnd len="sm" w="sm" type="none"/>
                </a:ln>
              </p:spPr>
            </p:cxnSp>
            <p:cxnSp>
              <p:nvCxnSpPr>
                <p:cNvPr id="1935" name="Google Shape;1935;p14"/>
                <p:cNvCxnSpPr/>
                <p:nvPr/>
              </p:nvCxnSpPr>
              <p:spPr>
                <a:xfrm flipH="1" rot="10800000">
                  <a:off x="7881336" y="4017980"/>
                  <a:ext cx="168275" cy="3175"/>
                </a:xfrm>
                <a:prstGeom prst="straightConnector1">
                  <a:avLst/>
                </a:prstGeom>
                <a:noFill/>
                <a:ln cap="flat" cmpd="sng" w="9525">
                  <a:solidFill>
                    <a:schemeClr val="dk1"/>
                  </a:solidFill>
                  <a:prstDash val="solid"/>
                  <a:round/>
                  <a:headEnd len="sm" w="sm" type="none"/>
                  <a:tailEnd len="sm" w="sm" type="none"/>
                </a:ln>
              </p:spPr>
            </p:cxnSp>
            <p:cxnSp>
              <p:nvCxnSpPr>
                <p:cNvPr id="1936" name="Google Shape;1936;p14"/>
                <p:cNvCxnSpPr/>
                <p:nvPr/>
              </p:nvCxnSpPr>
              <p:spPr>
                <a:xfrm flipH="1" rot="5400000">
                  <a:off x="9909628" y="5560344"/>
                  <a:ext cx="366793" cy="1482"/>
                </a:xfrm>
                <a:prstGeom prst="straightConnector1">
                  <a:avLst/>
                </a:prstGeom>
                <a:noFill/>
                <a:ln cap="flat" cmpd="sng" w="12700">
                  <a:solidFill>
                    <a:schemeClr val="dk1"/>
                  </a:solidFill>
                  <a:prstDash val="solid"/>
                  <a:round/>
                  <a:headEnd len="sm" w="sm" type="none"/>
                  <a:tailEnd len="sm" w="sm" type="none"/>
                </a:ln>
              </p:spPr>
            </p:cxnSp>
            <p:cxnSp>
              <p:nvCxnSpPr>
                <p:cNvPr id="1937" name="Google Shape;1937;p14"/>
                <p:cNvCxnSpPr/>
                <p:nvPr/>
              </p:nvCxnSpPr>
              <p:spPr>
                <a:xfrm flipH="1" rot="10800000">
                  <a:off x="8483508" y="5013435"/>
                  <a:ext cx="404236" cy="207771"/>
                </a:xfrm>
                <a:prstGeom prst="straightConnector1">
                  <a:avLst/>
                </a:prstGeom>
                <a:noFill/>
                <a:ln cap="flat" cmpd="sng" w="9525">
                  <a:solidFill>
                    <a:schemeClr val="dk1"/>
                  </a:solidFill>
                  <a:prstDash val="solid"/>
                  <a:round/>
                  <a:headEnd len="sm" w="sm" type="none"/>
                  <a:tailEnd len="sm" w="sm" type="none"/>
                </a:ln>
              </p:spPr>
            </p:cxnSp>
            <p:cxnSp>
              <p:nvCxnSpPr>
                <p:cNvPr id="1938" name="Google Shape;1938;p14"/>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939" name="Google Shape;1939;p14"/>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940" name="Google Shape;1940;p14"/>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941" name="Google Shape;1941;p14"/>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942" name="Google Shape;1942;p14"/>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943" name="Google Shape;1943;p14"/>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944" name="Google Shape;1944;p14"/>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945" name="Google Shape;1945;p14"/>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946" name="Google Shape;1946;p14"/>
                <p:cNvCxnSpPr/>
                <p:nvPr/>
              </p:nvCxnSpPr>
              <p:spPr>
                <a:xfrm flipH="1" rot="10800000">
                  <a:off x="9402788" y="4090252"/>
                  <a:ext cx="429324" cy="705603"/>
                </a:xfrm>
                <a:prstGeom prst="straightConnector1">
                  <a:avLst/>
                </a:prstGeom>
                <a:noFill/>
                <a:ln cap="flat" cmpd="sng" w="9525">
                  <a:solidFill>
                    <a:schemeClr val="dk1"/>
                  </a:solidFill>
                  <a:prstDash val="solid"/>
                  <a:round/>
                  <a:headEnd len="sm" w="sm" type="none"/>
                  <a:tailEnd len="sm" w="sm" type="none"/>
                </a:ln>
              </p:spPr>
            </p:cxnSp>
            <p:cxnSp>
              <p:nvCxnSpPr>
                <p:cNvPr id="1947" name="Google Shape;1947;p14"/>
                <p:cNvCxnSpPr/>
                <p:nvPr/>
              </p:nvCxnSpPr>
              <p:spPr>
                <a:xfrm flipH="1" rot="10800000">
                  <a:off x="8268637" y="4024329"/>
                  <a:ext cx="969051" cy="3175"/>
                </a:xfrm>
                <a:prstGeom prst="straightConnector1">
                  <a:avLst/>
                </a:prstGeom>
                <a:noFill/>
                <a:ln cap="flat" cmpd="sng" w="9525">
                  <a:solidFill>
                    <a:schemeClr val="dk1"/>
                  </a:solidFill>
                  <a:prstDash val="solid"/>
                  <a:round/>
                  <a:headEnd len="sm" w="sm" type="none"/>
                  <a:tailEnd len="sm" w="sm" type="none"/>
                </a:ln>
              </p:spPr>
            </p:cxnSp>
          </p:grpSp>
          <p:pic>
            <p:nvPicPr>
              <p:cNvPr descr="antenna_radiation_stylized" id="1948" name="Google Shape;1948;p14"/>
              <p:cNvPicPr preferRelativeResize="0"/>
              <p:nvPr/>
            </p:nvPicPr>
            <p:blipFill rotWithShape="1">
              <a:blip r:embed="rId19">
                <a:alphaModFix/>
              </a:blip>
              <a:srcRect b="0" l="0" r="0" t="0"/>
              <a:stretch/>
            </p:blipFill>
            <p:spPr>
              <a:xfrm>
                <a:off x="7562238" y="3813930"/>
                <a:ext cx="506412" cy="106009"/>
              </a:xfrm>
              <a:prstGeom prst="rect">
                <a:avLst/>
              </a:prstGeom>
              <a:noFill/>
              <a:ln>
                <a:noFill/>
              </a:ln>
            </p:spPr>
          </p:pic>
          <p:pic>
            <p:nvPicPr>
              <p:cNvPr descr="antenna_radiation_stylized" id="1949" name="Google Shape;1949;p14"/>
              <p:cNvPicPr preferRelativeResize="0"/>
              <p:nvPr/>
            </p:nvPicPr>
            <p:blipFill rotWithShape="1">
              <a:blip r:embed="rId5">
                <a:alphaModFix/>
              </a:blip>
              <a:srcRect b="0" l="0" r="0" t="0"/>
              <a:stretch/>
            </p:blipFill>
            <p:spPr>
              <a:xfrm>
                <a:off x="9242073" y="5480938"/>
                <a:ext cx="452014" cy="95159"/>
              </a:xfrm>
              <a:prstGeom prst="rect">
                <a:avLst/>
              </a:prstGeom>
              <a:noFill/>
              <a:ln>
                <a:noFill/>
              </a:ln>
            </p:spPr>
          </p:pic>
          <p:pic>
            <p:nvPicPr>
              <p:cNvPr descr="cell_tower_radiation copy" id="1950" name="Google Shape;1950;p14"/>
              <p:cNvPicPr preferRelativeResize="0"/>
              <p:nvPr/>
            </p:nvPicPr>
            <p:blipFill rotWithShape="1">
              <a:blip r:embed="rId3">
                <a:alphaModFix/>
              </a:blip>
              <a:srcRect b="0" l="0" r="0" t="0"/>
              <a:stretch/>
            </p:blipFill>
            <p:spPr>
              <a:xfrm>
                <a:off x="7980866" y="2158167"/>
                <a:ext cx="457200" cy="332766"/>
              </a:xfrm>
              <a:prstGeom prst="rect">
                <a:avLst/>
              </a:prstGeom>
              <a:noFill/>
              <a:ln>
                <a:noFill/>
              </a:ln>
            </p:spPr>
          </p:pic>
          <p:sp>
            <p:nvSpPr>
              <p:cNvPr id="1951" name="Google Shape;1951;p14"/>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nvGrpSpPr>
          <p:cNvPr id="1952" name="Google Shape;1952;p14"/>
          <p:cNvGrpSpPr/>
          <p:nvPr/>
        </p:nvGrpSpPr>
        <p:grpSpPr>
          <a:xfrm>
            <a:off x="7414072" y="1891912"/>
            <a:ext cx="4144321" cy="4305092"/>
            <a:chOff x="7432700" y="1830405"/>
            <a:chExt cx="4144321" cy="4305092"/>
          </a:xfrm>
        </p:grpSpPr>
        <p:grpSp>
          <p:nvGrpSpPr>
            <p:cNvPr id="1953" name="Google Shape;1953;p14"/>
            <p:cNvGrpSpPr/>
            <p:nvPr/>
          </p:nvGrpSpPr>
          <p:grpSpPr>
            <a:xfrm>
              <a:off x="7432700" y="1830405"/>
              <a:ext cx="1909777" cy="938011"/>
              <a:chOff x="7432700" y="1830405"/>
              <a:chExt cx="1909777" cy="938011"/>
            </a:xfrm>
          </p:grpSpPr>
          <p:grpSp>
            <p:nvGrpSpPr>
              <p:cNvPr id="1954" name="Google Shape;1954;p14"/>
              <p:cNvGrpSpPr/>
              <p:nvPr/>
            </p:nvGrpSpPr>
            <p:grpSpPr>
              <a:xfrm>
                <a:off x="7743850" y="1830405"/>
                <a:ext cx="415925" cy="385763"/>
                <a:chOff x="2751" y="1851"/>
                <a:chExt cx="462" cy="478"/>
              </a:xfrm>
            </p:grpSpPr>
            <p:pic>
              <p:nvPicPr>
                <p:cNvPr descr="iphone_stylized_small" id="1955" name="Google Shape;1955;p14"/>
                <p:cNvPicPr preferRelativeResize="0"/>
                <p:nvPr/>
              </p:nvPicPr>
              <p:blipFill rotWithShape="1">
                <a:blip r:embed="rId10">
                  <a:alphaModFix/>
                </a:blip>
                <a:srcRect b="0" l="0" r="0" t="0"/>
                <a:stretch/>
              </p:blipFill>
              <p:spPr>
                <a:xfrm>
                  <a:off x="2928" y="1922"/>
                  <a:ext cx="152" cy="407"/>
                </a:xfrm>
                <a:prstGeom prst="rect">
                  <a:avLst/>
                </a:prstGeom>
                <a:noFill/>
                <a:ln>
                  <a:noFill/>
                </a:ln>
              </p:spPr>
            </p:pic>
            <p:pic>
              <p:nvPicPr>
                <p:cNvPr descr="antenna_radiation_stylized" id="1956" name="Google Shape;1956;p14"/>
                <p:cNvPicPr preferRelativeResize="0"/>
                <p:nvPr/>
              </p:nvPicPr>
              <p:blipFill rotWithShape="1">
                <a:blip r:embed="rId11">
                  <a:alphaModFix/>
                </a:blip>
                <a:srcRect b="0" l="0" r="0" t="0"/>
                <a:stretch/>
              </p:blipFill>
              <p:spPr>
                <a:xfrm>
                  <a:off x="2751" y="1851"/>
                  <a:ext cx="462" cy="110"/>
                </a:xfrm>
                <a:prstGeom prst="rect">
                  <a:avLst/>
                </a:prstGeom>
                <a:noFill/>
                <a:ln>
                  <a:noFill/>
                </a:ln>
              </p:spPr>
            </p:pic>
          </p:grpSp>
          <p:grpSp>
            <p:nvGrpSpPr>
              <p:cNvPr id="1957" name="Google Shape;1957;p14"/>
              <p:cNvGrpSpPr/>
              <p:nvPr/>
            </p:nvGrpSpPr>
            <p:grpSpPr>
              <a:xfrm>
                <a:off x="7432700" y="2327293"/>
                <a:ext cx="534987" cy="414882"/>
                <a:chOff x="7432700" y="2327293"/>
                <a:chExt cx="534987" cy="414882"/>
              </a:xfrm>
            </p:grpSpPr>
            <p:pic>
              <p:nvPicPr>
                <p:cNvPr descr="antenna_stylized" id="1958" name="Google Shape;1958;p14"/>
                <p:cNvPicPr preferRelativeResize="0"/>
                <p:nvPr/>
              </p:nvPicPr>
              <p:blipFill rotWithShape="1">
                <a:blip r:embed="rId17">
                  <a:alphaModFix/>
                </a:blip>
                <a:srcRect b="0" l="0" r="0" t="0"/>
                <a:stretch/>
              </p:blipFill>
              <p:spPr>
                <a:xfrm>
                  <a:off x="7432700" y="2327293"/>
                  <a:ext cx="530702" cy="223756"/>
                </a:xfrm>
                <a:prstGeom prst="rect">
                  <a:avLst/>
                </a:prstGeom>
                <a:noFill/>
                <a:ln>
                  <a:noFill/>
                </a:ln>
              </p:spPr>
            </p:pic>
            <p:pic>
              <p:nvPicPr>
                <p:cNvPr descr="laptop_keyboard" id="1959" name="Google Shape;1959;p14"/>
                <p:cNvPicPr preferRelativeResize="0"/>
                <p:nvPr/>
              </p:nvPicPr>
              <p:blipFill rotWithShape="1">
                <a:blip r:embed="rId20">
                  <a:alphaModFix/>
                </a:blip>
                <a:srcRect b="0" l="0" r="0" t="0"/>
                <a:stretch/>
              </p:blipFill>
              <p:spPr>
                <a:xfrm flipH="1" rot="109064">
                  <a:off x="7458407" y="2575770"/>
                  <a:ext cx="437221" cy="159511"/>
                </a:xfrm>
                <a:prstGeom prst="rect">
                  <a:avLst/>
                </a:prstGeom>
                <a:noFill/>
                <a:ln>
                  <a:noFill/>
                </a:ln>
              </p:spPr>
            </p:pic>
            <p:sp>
              <p:nvSpPr>
                <p:cNvPr id="1960" name="Google Shape;1960;p14"/>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961" name="Google Shape;1961;p14"/>
                <p:cNvPicPr preferRelativeResize="0"/>
                <p:nvPr/>
              </p:nvPicPr>
              <p:blipFill rotWithShape="1">
                <a:blip r:embed="rId21">
                  <a:alphaModFix/>
                </a:blip>
                <a:srcRect b="0" l="0" r="0" t="0"/>
                <a:stretch/>
              </p:blipFill>
              <p:spPr>
                <a:xfrm>
                  <a:off x="7620637" y="2426338"/>
                  <a:ext cx="319785" cy="189429"/>
                </a:xfrm>
                <a:prstGeom prst="rect">
                  <a:avLst/>
                </a:prstGeom>
                <a:noFill/>
                <a:ln>
                  <a:noFill/>
                </a:ln>
              </p:spPr>
            </p:pic>
            <p:sp>
              <p:nvSpPr>
                <p:cNvPr id="1962" name="Google Shape;1962;p14"/>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3" name="Google Shape;1963;p14"/>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4" name="Google Shape;1964;p14"/>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5" name="Google Shape;1965;p14"/>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6" name="Google Shape;1966;p14"/>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7" name="Google Shape;1967;p14"/>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968" name="Google Shape;1968;p14"/>
                <p:cNvGrpSpPr/>
                <p:nvPr/>
              </p:nvGrpSpPr>
              <p:grpSpPr>
                <a:xfrm>
                  <a:off x="7594735" y="2642220"/>
                  <a:ext cx="98740" cy="36846"/>
                  <a:chOff x="1740" y="2642"/>
                  <a:chExt cx="752" cy="327"/>
                </a:xfrm>
              </p:grpSpPr>
              <p:sp>
                <p:nvSpPr>
                  <p:cNvPr id="1969" name="Google Shape;1969;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0" name="Google Shape;1970;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1" name="Google Shape;1971;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2" name="Google Shape;1972;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3" name="Google Shape;1973;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4" name="Google Shape;1974;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75" name="Google Shape;1975;p14"/>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6" name="Google Shape;1976;p14"/>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7" name="Google Shape;1977;p14"/>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8" name="Google Shape;1978;p14"/>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9" name="Google Shape;1979;p14"/>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0" name="Google Shape;1980;p14"/>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81" name="Google Shape;1981;p14"/>
              <p:cNvGrpSpPr/>
              <p:nvPr/>
            </p:nvGrpSpPr>
            <p:grpSpPr>
              <a:xfrm>
                <a:off x="8631407" y="2290407"/>
                <a:ext cx="530702" cy="478009"/>
                <a:chOff x="8631407" y="2290407"/>
                <a:chExt cx="530702" cy="478009"/>
              </a:xfrm>
            </p:grpSpPr>
            <p:pic>
              <p:nvPicPr>
                <p:cNvPr descr="light2.png" id="1982" name="Google Shape;1982;p14"/>
                <p:cNvPicPr preferRelativeResize="0"/>
                <p:nvPr/>
              </p:nvPicPr>
              <p:blipFill rotWithShape="1">
                <a:blip r:embed="rId16">
                  <a:alphaModFix/>
                </a:blip>
                <a:srcRect b="0" l="0" r="0" t="0"/>
                <a:stretch/>
              </p:blipFill>
              <p:spPr>
                <a:xfrm flipH="1">
                  <a:off x="8825293" y="2362969"/>
                  <a:ext cx="92772" cy="405447"/>
                </a:xfrm>
                <a:prstGeom prst="rect">
                  <a:avLst/>
                </a:prstGeom>
                <a:noFill/>
                <a:ln>
                  <a:noFill/>
                </a:ln>
              </p:spPr>
            </p:pic>
            <p:pic>
              <p:nvPicPr>
                <p:cNvPr descr="antenna_stylized" id="1983" name="Google Shape;1983;p14"/>
                <p:cNvPicPr preferRelativeResize="0"/>
                <p:nvPr/>
              </p:nvPicPr>
              <p:blipFill rotWithShape="1">
                <a:blip r:embed="rId17">
                  <a:alphaModFix/>
                </a:blip>
                <a:srcRect b="0" l="0" r="0" t="0"/>
                <a:stretch/>
              </p:blipFill>
              <p:spPr>
                <a:xfrm>
                  <a:off x="8631407" y="2290407"/>
                  <a:ext cx="530702" cy="223756"/>
                </a:xfrm>
                <a:prstGeom prst="rect">
                  <a:avLst/>
                </a:prstGeom>
                <a:noFill/>
                <a:ln>
                  <a:noFill/>
                </a:ln>
              </p:spPr>
            </p:pic>
          </p:grpSp>
          <p:grpSp>
            <p:nvGrpSpPr>
              <p:cNvPr id="1984" name="Google Shape;1984;p14"/>
              <p:cNvGrpSpPr/>
              <p:nvPr/>
            </p:nvGrpSpPr>
            <p:grpSpPr>
              <a:xfrm>
                <a:off x="8493165" y="2029804"/>
                <a:ext cx="849312" cy="226109"/>
                <a:chOff x="8493165" y="2029804"/>
                <a:chExt cx="849312" cy="226109"/>
              </a:xfrm>
            </p:grpSpPr>
            <p:pic>
              <p:nvPicPr>
                <p:cNvPr descr="car_icon_small" id="1985" name="Google Shape;1985;p14"/>
                <p:cNvPicPr preferRelativeResize="0"/>
                <p:nvPr/>
              </p:nvPicPr>
              <p:blipFill rotWithShape="1">
                <a:blip r:embed="rId18">
                  <a:alphaModFix/>
                </a:blip>
                <a:srcRect b="0" l="0" r="0" t="0"/>
                <a:stretch/>
              </p:blipFill>
              <p:spPr>
                <a:xfrm>
                  <a:off x="8493165" y="2087638"/>
                  <a:ext cx="849312" cy="168275"/>
                </a:xfrm>
                <a:prstGeom prst="rect">
                  <a:avLst/>
                </a:prstGeom>
                <a:noFill/>
                <a:ln>
                  <a:noFill/>
                </a:ln>
              </p:spPr>
            </p:pic>
            <p:pic>
              <p:nvPicPr>
                <p:cNvPr descr="antenna_stylized" id="1986" name="Google Shape;1986;p14"/>
                <p:cNvPicPr preferRelativeResize="0"/>
                <p:nvPr/>
              </p:nvPicPr>
              <p:blipFill rotWithShape="1">
                <a:blip r:embed="rId17">
                  <a:alphaModFix/>
                </a:blip>
                <a:srcRect b="0" l="0" r="0" t="0"/>
                <a:stretch/>
              </p:blipFill>
              <p:spPr>
                <a:xfrm>
                  <a:off x="8704645" y="2029804"/>
                  <a:ext cx="530702" cy="223756"/>
                </a:xfrm>
                <a:prstGeom prst="rect">
                  <a:avLst/>
                </a:prstGeom>
                <a:noFill/>
                <a:ln>
                  <a:noFill/>
                </a:ln>
              </p:spPr>
            </p:pic>
          </p:grpSp>
        </p:grpSp>
        <p:grpSp>
          <p:nvGrpSpPr>
            <p:cNvPr id="1987" name="Google Shape;1987;p14"/>
            <p:cNvGrpSpPr/>
            <p:nvPr/>
          </p:nvGrpSpPr>
          <p:grpSpPr>
            <a:xfrm>
              <a:off x="7487144" y="3296104"/>
              <a:ext cx="857739" cy="583764"/>
              <a:chOff x="7487144" y="3296104"/>
              <a:chExt cx="857739" cy="583764"/>
            </a:xfrm>
          </p:grpSpPr>
          <p:grpSp>
            <p:nvGrpSpPr>
              <p:cNvPr id="1988" name="Google Shape;1988;p14"/>
              <p:cNvGrpSpPr/>
              <p:nvPr/>
            </p:nvGrpSpPr>
            <p:grpSpPr>
              <a:xfrm>
                <a:off x="7487144" y="3389820"/>
                <a:ext cx="350807" cy="310034"/>
                <a:chOff x="7487144" y="3389820"/>
                <a:chExt cx="350807" cy="310034"/>
              </a:xfrm>
            </p:grpSpPr>
            <p:pic>
              <p:nvPicPr>
                <p:cNvPr descr="antenna_stylized" id="1989" name="Google Shape;1989;p14"/>
                <p:cNvPicPr preferRelativeResize="0"/>
                <p:nvPr/>
              </p:nvPicPr>
              <p:blipFill rotWithShape="1">
                <a:blip r:embed="rId13">
                  <a:alphaModFix/>
                </a:blip>
                <a:srcRect b="0" l="0" r="0" t="0"/>
                <a:stretch/>
              </p:blipFill>
              <p:spPr>
                <a:xfrm>
                  <a:off x="7487144" y="3389820"/>
                  <a:ext cx="347997" cy="167557"/>
                </a:xfrm>
                <a:prstGeom prst="rect">
                  <a:avLst/>
                </a:prstGeom>
                <a:noFill/>
                <a:ln>
                  <a:noFill/>
                </a:ln>
              </p:spPr>
            </p:pic>
            <p:pic>
              <p:nvPicPr>
                <p:cNvPr descr="laptop_keyboard" id="1990" name="Google Shape;1990;p14"/>
                <p:cNvPicPr preferRelativeResize="0"/>
                <p:nvPr/>
              </p:nvPicPr>
              <p:blipFill rotWithShape="1">
                <a:blip r:embed="rId22">
                  <a:alphaModFix/>
                </a:blip>
                <a:srcRect b="0" l="0" r="0" t="0"/>
                <a:stretch/>
              </p:blipFill>
              <p:spPr>
                <a:xfrm flipH="1" rot="109064">
                  <a:off x="7504001" y="3575889"/>
                  <a:ext cx="286699" cy="119448"/>
                </a:xfrm>
                <a:prstGeom prst="rect">
                  <a:avLst/>
                </a:prstGeom>
                <a:noFill/>
                <a:ln>
                  <a:noFill/>
                </a:ln>
              </p:spPr>
            </p:pic>
            <p:sp>
              <p:nvSpPr>
                <p:cNvPr id="1991" name="Google Shape;1991;p14"/>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992" name="Google Shape;1992;p14"/>
                <p:cNvPicPr preferRelativeResize="0"/>
                <p:nvPr/>
              </p:nvPicPr>
              <p:blipFill rotWithShape="1">
                <a:blip r:embed="rId23">
                  <a:alphaModFix/>
                </a:blip>
                <a:srcRect b="0" l="0" r="0" t="0"/>
                <a:stretch/>
              </p:blipFill>
              <p:spPr>
                <a:xfrm>
                  <a:off x="7610380" y="3463988"/>
                  <a:ext cx="209692" cy="141851"/>
                </a:xfrm>
                <a:prstGeom prst="rect">
                  <a:avLst/>
                </a:prstGeom>
                <a:noFill/>
                <a:ln>
                  <a:noFill/>
                </a:ln>
              </p:spPr>
            </p:pic>
            <p:sp>
              <p:nvSpPr>
                <p:cNvPr id="1993" name="Google Shape;1993;p14"/>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4" name="Google Shape;1994;p14"/>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5" name="Google Shape;1995;p14"/>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6" name="Google Shape;1996;p14"/>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7" name="Google Shape;1997;p14"/>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8" name="Google Shape;1998;p14"/>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999" name="Google Shape;1999;p14"/>
                <p:cNvGrpSpPr/>
                <p:nvPr/>
              </p:nvGrpSpPr>
              <p:grpSpPr>
                <a:xfrm>
                  <a:off x="7593395" y="3625649"/>
                  <a:ext cx="64747" cy="27592"/>
                  <a:chOff x="1740" y="2642"/>
                  <a:chExt cx="752" cy="327"/>
                </a:xfrm>
              </p:grpSpPr>
              <p:sp>
                <p:nvSpPr>
                  <p:cNvPr id="2000" name="Google Shape;2000;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1" name="Google Shape;2001;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2" name="Google Shape;2002;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3" name="Google Shape;2003;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4" name="Google Shape;2004;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5" name="Google Shape;2005;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06" name="Google Shape;2006;p14"/>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7" name="Google Shape;2007;p14"/>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8" name="Google Shape;2008;p14"/>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9" name="Google Shape;2009;p14"/>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0" name="Google Shape;2010;p14"/>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1" name="Google Shape;2011;p14"/>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12" name="Google Shape;2012;p14"/>
              <p:cNvGrpSpPr/>
              <p:nvPr/>
            </p:nvGrpSpPr>
            <p:grpSpPr>
              <a:xfrm flipH="1">
                <a:off x="7985622" y="3537823"/>
                <a:ext cx="359261" cy="342045"/>
                <a:chOff x="2839" y="3501"/>
                <a:chExt cx="755" cy="803"/>
              </a:xfrm>
            </p:grpSpPr>
            <p:pic>
              <p:nvPicPr>
                <p:cNvPr descr="desktop_computer_stylized_medium" id="2013" name="Google Shape;2013;p14"/>
                <p:cNvPicPr preferRelativeResize="0"/>
                <p:nvPr/>
              </p:nvPicPr>
              <p:blipFill rotWithShape="1">
                <a:blip r:embed="rId24">
                  <a:alphaModFix/>
                </a:blip>
                <a:srcRect b="0" l="0" r="0" t="0"/>
                <a:stretch/>
              </p:blipFill>
              <p:spPr>
                <a:xfrm>
                  <a:off x="2839" y="3501"/>
                  <a:ext cx="755" cy="803"/>
                </a:xfrm>
                <a:prstGeom prst="rect">
                  <a:avLst/>
                </a:prstGeom>
                <a:noFill/>
                <a:ln>
                  <a:noFill/>
                </a:ln>
              </p:spPr>
            </p:pic>
            <p:sp>
              <p:nvSpPr>
                <p:cNvPr id="2014" name="Google Shape;2014;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15" name="Google Shape;2015;p14"/>
              <p:cNvGrpSpPr/>
              <p:nvPr/>
            </p:nvGrpSpPr>
            <p:grpSpPr>
              <a:xfrm>
                <a:off x="7797061" y="3296104"/>
                <a:ext cx="347997" cy="396620"/>
                <a:chOff x="7797061" y="3296104"/>
                <a:chExt cx="347997" cy="396620"/>
              </a:xfrm>
            </p:grpSpPr>
            <p:pic>
              <p:nvPicPr>
                <p:cNvPr descr="fridge2.png" id="2016" name="Google Shape;2016;p14"/>
                <p:cNvPicPr preferRelativeResize="0"/>
                <p:nvPr/>
              </p:nvPicPr>
              <p:blipFill rotWithShape="1">
                <a:blip r:embed="rId12">
                  <a:alphaModFix/>
                </a:blip>
                <a:srcRect b="0" l="0" r="0" t="0"/>
                <a:stretch/>
              </p:blipFill>
              <p:spPr>
                <a:xfrm>
                  <a:off x="7896825" y="3355697"/>
                  <a:ext cx="189578" cy="337027"/>
                </a:xfrm>
                <a:prstGeom prst="rect">
                  <a:avLst/>
                </a:prstGeom>
                <a:noFill/>
                <a:ln>
                  <a:noFill/>
                </a:ln>
              </p:spPr>
            </p:pic>
            <p:pic>
              <p:nvPicPr>
                <p:cNvPr descr="antenna_stylized" id="2017" name="Google Shape;2017;p14"/>
                <p:cNvPicPr preferRelativeResize="0"/>
                <p:nvPr/>
              </p:nvPicPr>
              <p:blipFill rotWithShape="1">
                <a:blip r:embed="rId13">
                  <a:alphaModFix/>
                </a:blip>
                <a:srcRect b="0" l="0" r="0" t="0"/>
                <a:stretch/>
              </p:blipFill>
              <p:spPr>
                <a:xfrm>
                  <a:off x="7797061" y="3296104"/>
                  <a:ext cx="347997" cy="167557"/>
                </a:xfrm>
                <a:prstGeom prst="rect">
                  <a:avLst/>
                </a:prstGeom>
                <a:noFill/>
                <a:ln>
                  <a:noFill/>
                </a:ln>
              </p:spPr>
            </p:pic>
          </p:grpSp>
        </p:grpSp>
        <p:grpSp>
          <p:nvGrpSpPr>
            <p:cNvPr id="2018" name="Google Shape;2018;p14"/>
            <p:cNvGrpSpPr/>
            <p:nvPr/>
          </p:nvGrpSpPr>
          <p:grpSpPr>
            <a:xfrm>
              <a:off x="11058573" y="3399165"/>
              <a:ext cx="518448" cy="1212242"/>
              <a:chOff x="11058573" y="3399165"/>
              <a:chExt cx="518448" cy="1212242"/>
            </a:xfrm>
          </p:grpSpPr>
          <p:grpSp>
            <p:nvGrpSpPr>
              <p:cNvPr id="2019" name="Google Shape;2019;p14"/>
              <p:cNvGrpSpPr/>
              <p:nvPr/>
            </p:nvGrpSpPr>
            <p:grpSpPr>
              <a:xfrm>
                <a:off x="11087182" y="4159591"/>
                <a:ext cx="489839" cy="451816"/>
                <a:chOff x="5103720" y="2693365"/>
                <a:chExt cx="611650" cy="414788"/>
              </a:xfrm>
            </p:grpSpPr>
            <p:cxnSp>
              <p:nvCxnSpPr>
                <p:cNvPr id="2020" name="Google Shape;2020;p1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021" name="Google Shape;2021;p14"/>
                <p:cNvGrpSpPr/>
                <p:nvPr/>
              </p:nvGrpSpPr>
              <p:grpSpPr>
                <a:xfrm>
                  <a:off x="5275406" y="2693365"/>
                  <a:ext cx="439964" cy="414788"/>
                  <a:chOff x="5275406" y="2711455"/>
                  <a:chExt cx="452949" cy="405518"/>
                </a:xfrm>
              </p:grpSpPr>
              <p:pic>
                <p:nvPicPr>
                  <p:cNvPr descr="server_rack.png" id="2022" name="Google Shape;2022;p14"/>
                  <p:cNvPicPr preferRelativeResize="0"/>
                  <p:nvPr/>
                </p:nvPicPr>
                <p:blipFill rotWithShape="1">
                  <a:blip r:embed="rId14">
                    <a:alphaModFix/>
                  </a:blip>
                  <a:srcRect b="0" l="0" r="0" t="0"/>
                  <a:stretch/>
                </p:blipFill>
                <p:spPr>
                  <a:xfrm>
                    <a:off x="5537367" y="2770786"/>
                    <a:ext cx="190988" cy="313366"/>
                  </a:xfrm>
                  <a:prstGeom prst="rect">
                    <a:avLst/>
                  </a:prstGeom>
                  <a:noFill/>
                  <a:ln>
                    <a:noFill/>
                  </a:ln>
                </p:spPr>
              </p:pic>
              <p:pic>
                <p:nvPicPr>
                  <p:cNvPr descr="server_rack.png" id="2023" name="Google Shape;2023;p14"/>
                  <p:cNvPicPr preferRelativeResize="0"/>
                  <p:nvPr/>
                </p:nvPicPr>
                <p:blipFill rotWithShape="1">
                  <a:blip r:embed="rId14">
                    <a:alphaModFix/>
                  </a:blip>
                  <a:srcRect b="0" l="0" r="0" t="0"/>
                  <a:stretch/>
                </p:blipFill>
                <p:spPr>
                  <a:xfrm>
                    <a:off x="5275406" y="2764002"/>
                    <a:ext cx="190988" cy="313366"/>
                  </a:xfrm>
                  <a:prstGeom prst="rect">
                    <a:avLst/>
                  </a:prstGeom>
                  <a:noFill/>
                  <a:ln>
                    <a:noFill/>
                  </a:ln>
                </p:spPr>
              </p:pic>
              <p:pic>
                <p:nvPicPr>
                  <p:cNvPr descr="server_rack.png" id="2024" name="Google Shape;2024;p14"/>
                  <p:cNvPicPr preferRelativeResize="0"/>
                  <p:nvPr/>
                </p:nvPicPr>
                <p:blipFill rotWithShape="1">
                  <a:blip r:embed="rId14">
                    <a:alphaModFix/>
                  </a:blip>
                  <a:srcRect b="0" l="0" r="0" t="0"/>
                  <a:stretch/>
                </p:blipFill>
                <p:spPr>
                  <a:xfrm>
                    <a:off x="5385676" y="2711455"/>
                    <a:ext cx="247152" cy="405518"/>
                  </a:xfrm>
                  <a:prstGeom prst="rect">
                    <a:avLst/>
                  </a:prstGeom>
                  <a:noFill/>
                  <a:ln>
                    <a:noFill/>
                  </a:ln>
                </p:spPr>
              </p:pic>
            </p:grpSp>
          </p:grpSp>
          <p:grpSp>
            <p:nvGrpSpPr>
              <p:cNvPr id="2025" name="Google Shape;2025;p14"/>
              <p:cNvGrpSpPr/>
              <p:nvPr/>
            </p:nvGrpSpPr>
            <p:grpSpPr>
              <a:xfrm>
                <a:off x="11058573" y="3399165"/>
                <a:ext cx="423724" cy="405973"/>
                <a:chOff x="5103720" y="2693365"/>
                <a:chExt cx="611650" cy="414788"/>
              </a:xfrm>
            </p:grpSpPr>
            <p:cxnSp>
              <p:nvCxnSpPr>
                <p:cNvPr id="2026" name="Google Shape;2026;p1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027" name="Google Shape;2027;p14"/>
                <p:cNvGrpSpPr/>
                <p:nvPr/>
              </p:nvGrpSpPr>
              <p:grpSpPr>
                <a:xfrm>
                  <a:off x="5275406" y="2693365"/>
                  <a:ext cx="439964" cy="414788"/>
                  <a:chOff x="5275406" y="2711455"/>
                  <a:chExt cx="452949" cy="405518"/>
                </a:xfrm>
              </p:grpSpPr>
              <p:pic>
                <p:nvPicPr>
                  <p:cNvPr descr="server_rack.png" id="2028" name="Google Shape;2028;p14"/>
                  <p:cNvPicPr preferRelativeResize="0"/>
                  <p:nvPr/>
                </p:nvPicPr>
                <p:blipFill rotWithShape="1">
                  <a:blip r:embed="rId14">
                    <a:alphaModFix/>
                  </a:blip>
                  <a:srcRect b="0" l="0" r="0" t="0"/>
                  <a:stretch/>
                </p:blipFill>
                <p:spPr>
                  <a:xfrm>
                    <a:off x="5537367" y="2770786"/>
                    <a:ext cx="190988" cy="313366"/>
                  </a:xfrm>
                  <a:prstGeom prst="rect">
                    <a:avLst/>
                  </a:prstGeom>
                  <a:noFill/>
                  <a:ln>
                    <a:noFill/>
                  </a:ln>
                </p:spPr>
              </p:pic>
              <p:pic>
                <p:nvPicPr>
                  <p:cNvPr descr="server_rack.png" id="2029" name="Google Shape;2029;p14"/>
                  <p:cNvPicPr preferRelativeResize="0"/>
                  <p:nvPr/>
                </p:nvPicPr>
                <p:blipFill rotWithShape="1">
                  <a:blip r:embed="rId14">
                    <a:alphaModFix/>
                  </a:blip>
                  <a:srcRect b="0" l="0" r="0" t="0"/>
                  <a:stretch/>
                </p:blipFill>
                <p:spPr>
                  <a:xfrm>
                    <a:off x="5275406" y="2764002"/>
                    <a:ext cx="190988" cy="313366"/>
                  </a:xfrm>
                  <a:prstGeom prst="rect">
                    <a:avLst/>
                  </a:prstGeom>
                  <a:noFill/>
                  <a:ln>
                    <a:noFill/>
                  </a:ln>
                </p:spPr>
              </p:pic>
              <p:pic>
                <p:nvPicPr>
                  <p:cNvPr descr="server_rack.png" id="2030" name="Google Shape;2030;p14"/>
                  <p:cNvPicPr preferRelativeResize="0"/>
                  <p:nvPr/>
                </p:nvPicPr>
                <p:blipFill rotWithShape="1">
                  <a:blip r:embed="rId14">
                    <a:alphaModFix/>
                  </a:blip>
                  <a:srcRect b="0" l="0" r="0" t="0"/>
                  <a:stretch/>
                </p:blipFill>
                <p:spPr>
                  <a:xfrm>
                    <a:off x="5385676" y="2711455"/>
                    <a:ext cx="247152" cy="405518"/>
                  </a:xfrm>
                  <a:prstGeom prst="rect">
                    <a:avLst/>
                  </a:prstGeom>
                  <a:noFill/>
                  <a:ln>
                    <a:noFill/>
                  </a:ln>
                </p:spPr>
              </p:pic>
            </p:grpSp>
          </p:grpSp>
        </p:grpSp>
        <p:grpSp>
          <p:nvGrpSpPr>
            <p:cNvPr id="2031" name="Google Shape;2031;p14"/>
            <p:cNvGrpSpPr/>
            <p:nvPr/>
          </p:nvGrpSpPr>
          <p:grpSpPr>
            <a:xfrm>
              <a:off x="7767607" y="4870841"/>
              <a:ext cx="2692126" cy="1264656"/>
              <a:chOff x="7767607" y="4870841"/>
              <a:chExt cx="2692126" cy="1264656"/>
            </a:xfrm>
          </p:grpSpPr>
          <p:grpSp>
            <p:nvGrpSpPr>
              <p:cNvPr id="2032" name="Google Shape;2032;p14"/>
              <p:cNvGrpSpPr/>
              <p:nvPr/>
            </p:nvGrpSpPr>
            <p:grpSpPr>
              <a:xfrm>
                <a:off x="10282541" y="5244631"/>
                <a:ext cx="177192" cy="330833"/>
                <a:chOff x="4140" y="429"/>
                <a:chExt cx="1425" cy="2396"/>
              </a:xfrm>
            </p:grpSpPr>
            <p:sp>
              <p:nvSpPr>
                <p:cNvPr id="2033" name="Google Shape;2033;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4" name="Google Shape;2034;p1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035" name="Google Shape;2035;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6" name="Google Shape;2036;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7" name="Google Shape;2037;p1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038" name="Google Shape;2038;p14"/>
                <p:cNvGrpSpPr/>
                <p:nvPr/>
              </p:nvGrpSpPr>
              <p:grpSpPr>
                <a:xfrm>
                  <a:off x="4748" y="666"/>
                  <a:ext cx="578" cy="150"/>
                  <a:chOff x="613" y="2566"/>
                  <a:chExt cx="721" cy="144"/>
                </a:xfrm>
              </p:grpSpPr>
              <p:sp>
                <p:nvSpPr>
                  <p:cNvPr id="2039" name="Google Shape;2039;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040" name="Google Shape;2040;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041" name="Google Shape;2041;p1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042" name="Google Shape;2042;p14"/>
                <p:cNvGrpSpPr/>
                <p:nvPr/>
              </p:nvGrpSpPr>
              <p:grpSpPr>
                <a:xfrm>
                  <a:off x="4748" y="990"/>
                  <a:ext cx="578" cy="134"/>
                  <a:chOff x="615" y="2564"/>
                  <a:chExt cx="721" cy="139"/>
                </a:xfrm>
              </p:grpSpPr>
              <p:sp>
                <p:nvSpPr>
                  <p:cNvPr id="2043" name="Google Shape;2043;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044" name="Google Shape;2044;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045" name="Google Shape;2045;p1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046" name="Google Shape;2046;p1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047" name="Google Shape;2047;p14"/>
                <p:cNvGrpSpPr/>
                <p:nvPr/>
              </p:nvGrpSpPr>
              <p:grpSpPr>
                <a:xfrm>
                  <a:off x="4738" y="1647"/>
                  <a:ext cx="578" cy="135"/>
                  <a:chOff x="618" y="2586"/>
                  <a:chExt cx="720" cy="124"/>
                </a:xfrm>
              </p:grpSpPr>
              <p:sp>
                <p:nvSpPr>
                  <p:cNvPr id="2048" name="Google Shape;2048;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049" name="Google Shape;2049;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050" name="Google Shape;2050;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51" name="Google Shape;2051;p14"/>
                <p:cNvGrpSpPr/>
                <p:nvPr/>
              </p:nvGrpSpPr>
              <p:grpSpPr>
                <a:xfrm>
                  <a:off x="4738" y="1330"/>
                  <a:ext cx="588" cy="134"/>
                  <a:chOff x="613" y="2571"/>
                  <a:chExt cx="732" cy="134"/>
                </a:xfrm>
              </p:grpSpPr>
              <p:sp>
                <p:nvSpPr>
                  <p:cNvPr id="2052" name="Google Shape;2052;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053" name="Google Shape;2053;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054" name="Google Shape;2054;p1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055" name="Google Shape;2055;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6" name="Google Shape;2056;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7" name="Google Shape;2057;p1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058" name="Google Shape;2058;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9" name="Google Shape;2059;p1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060" name="Google Shape;2060;p1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061" name="Google Shape;2061;p1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062" name="Google Shape;2062;p1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063" name="Google Shape;2063;p1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064" name="Google Shape;2064;p1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2065" name="Google Shape;2065;p14"/>
              <p:cNvGrpSpPr/>
              <p:nvPr/>
            </p:nvGrpSpPr>
            <p:grpSpPr>
              <a:xfrm>
                <a:off x="7767607" y="4870841"/>
                <a:ext cx="2080029" cy="1264656"/>
                <a:chOff x="7767607" y="4870841"/>
                <a:chExt cx="2080029" cy="1264656"/>
              </a:xfrm>
            </p:grpSpPr>
            <p:grpSp>
              <p:nvGrpSpPr>
                <p:cNvPr id="2066" name="Google Shape;2066;p14"/>
                <p:cNvGrpSpPr/>
                <p:nvPr/>
              </p:nvGrpSpPr>
              <p:grpSpPr>
                <a:xfrm flipH="1">
                  <a:off x="7974481" y="4870841"/>
                  <a:ext cx="345630" cy="320302"/>
                  <a:chOff x="2839" y="3501"/>
                  <a:chExt cx="755" cy="803"/>
                </a:xfrm>
              </p:grpSpPr>
              <p:pic>
                <p:nvPicPr>
                  <p:cNvPr descr="desktop_computer_stylized_medium" id="2067" name="Google Shape;2067;p1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2068" name="Google Shape;2068;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69" name="Google Shape;2069;p14"/>
                <p:cNvGrpSpPr/>
                <p:nvPr/>
              </p:nvGrpSpPr>
              <p:grpSpPr>
                <a:xfrm>
                  <a:off x="9195307" y="5823489"/>
                  <a:ext cx="310186" cy="312008"/>
                  <a:chOff x="877" y="1008"/>
                  <a:chExt cx="2747" cy="2626"/>
                </a:xfrm>
              </p:grpSpPr>
              <p:pic>
                <p:nvPicPr>
                  <p:cNvPr descr="antenna_stylized" id="2070" name="Google Shape;2070;p14"/>
                  <p:cNvPicPr preferRelativeResize="0"/>
                  <p:nvPr/>
                </p:nvPicPr>
                <p:blipFill rotWithShape="1">
                  <a:blip r:embed="rId7">
                    <a:alphaModFix/>
                  </a:blip>
                  <a:srcRect b="0" l="0" r="0" t="0"/>
                  <a:stretch/>
                </p:blipFill>
                <p:spPr>
                  <a:xfrm>
                    <a:off x="877" y="1008"/>
                    <a:ext cx="2725" cy="1421"/>
                  </a:xfrm>
                  <a:prstGeom prst="rect">
                    <a:avLst/>
                  </a:prstGeom>
                  <a:noFill/>
                  <a:ln>
                    <a:noFill/>
                  </a:ln>
                </p:spPr>
              </p:pic>
              <p:pic>
                <p:nvPicPr>
                  <p:cNvPr descr="laptop_keyboard" id="2071" name="Google Shape;2071;p14"/>
                  <p:cNvPicPr preferRelativeResize="0"/>
                  <p:nvPr/>
                </p:nvPicPr>
                <p:blipFill rotWithShape="1">
                  <a:blip r:embed="rId8">
                    <a:alphaModFix/>
                  </a:blip>
                  <a:srcRect b="0" l="0" r="0" t="0"/>
                  <a:stretch/>
                </p:blipFill>
                <p:spPr>
                  <a:xfrm flipH="1" rot="109064">
                    <a:off x="1009" y="2586"/>
                    <a:ext cx="2245" cy="1013"/>
                  </a:xfrm>
                  <a:prstGeom prst="rect">
                    <a:avLst/>
                  </a:prstGeom>
                  <a:noFill/>
                  <a:ln>
                    <a:noFill/>
                  </a:ln>
                </p:spPr>
              </p:pic>
              <p:sp>
                <p:nvSpPr>
                  <p:cNvPr id="2072" name="Google Shape;2072;p1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073" name="Google Shape;2073;p14"/>
                  <p:cNvPicPr preferRelativeResize="0"/>
                  <p:nvPr/>
                </p:nvPicPr>
                <p:blipFill rotWithShape="1">
                  <a:blip r:embed="rId9">
                    <a:alphaModFix/>
                  </a:blip>
                  <a:srcRect b="0" l="0" r="0" t="0"/>
                  <a:stretch/>
                </p:blipFill>
                <p:spPr>
                  <a:xfrm>
                    <a:off x="1842" y="1637"/>
                    <a:ext cx="1642" cy="1203"/>
                  </a:xfrm>
                  <a:prstGeom prst="rect">
                    <a:avLst/>
                  </a:prstGeom>
                  <a:noFill/>
                  <a:ln>
                    <a:noFill/>
                  </a:ln>
                </p:spPr>
              </p:pic>
              <p:sp>
                <p:nvSpPr>
                  <p:cNvPr id="2074" name="Google Shape;2074;p1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5" name="Google Shape;2075;p1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6" name="Google Shape;2076;p1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7" name="Google Shape;2077;p1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8" name="Google Shape;2078;p1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9" name="Google Shape;2079;p1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80" name="Google Shape;2080;p14"/>
                  <p:cNvGrpSpPr/>
                  <p:nvPr/>
                </p:nvGrpSpPr>
                <p:grpSpPr>
                  <a:xfrm>
                    <a:off x="1709" y="3008"/>
                    <a:ext cx="507" cy="234"/>
                    <a:chOff x="1740" y="2642"/>
                    <a:chExt cx="752" cy="327"/>
                  </a:xfrm>
                </p:grpSpPr>
                <p:sp>
                  <p:nvSpPr>
                    <p:cNvPr id="2081" name="Google Shape;2081;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2" name="Google Shape;2082;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3" name="Google Shape;2083;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4" name="Google Shape;2084;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5" name="Google Shape;2085;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6" name="Google Shape;2086;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87" name="Google Shape;2087;p1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8" name="Google Shape;2088;p1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9" name="Google Shape;2089;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0" name="Google Shape;2090;p1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1" name="Google Shape;2091;p1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2" name="Google Shape;2092;p1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93" name="Google Shape;2093;p14"/>
                <p:cNvGrpSpPr/>
                <p:nvPr/>
              </p:nvGrpSpPr>
              <p:grpSpPr>
                <a:xfrm flipH="1">
                  <a:off x="7767607" y="5251740"/>
                  <a:ext cx="345630" cy="320302"/>
                  <a:chOff x="2839" y="3501"/>
                  <a:chExt cx="755" cy="803"/>
                </a:xfrm>
              </p:grpSpPr>
              <p:pic>
                <p:nvPicPr>
                  <p:cNvPr descr="desktop_computer_stylized_medium" id="2094" name="Google Shape;2094;p1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2095" name="Google Shape;2095;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96" name="Google Shape;2096;p14"/>
                <p:cNvGrpSpPr/>
                <p:nvPr/>
              </p:nvGrpSpPr>
              <p:grpSpPr>
                <a:xfrm flipH="1">
                  <a:off x="8147535" y="5475337"/>
                  <a:ext cx="345630" cy="320302"/>
                  <a:chOff x="2839" y="3501"/>
                  <a:chExt cx="755" cy="803"/>
                </a:xfrm>
              </p:grpSpPr>
              <p:pic>
                <p:nvPicPr>
                  <p:cNvPr descr="desktop_computer_stylized_medium" id="2097" name="Google Shape;2097;p1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2098" name="Google Shape;2098;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99" name="Google Shape;2099;p14"/>
                <p:cNvGrpSpPr/>
                <p:nvPr/>
              </p:nvGrpSpPr>
              <p:grpSpPr>
                <a:xfrm flipH="1">
                  <a:off x="8545760" y="5496810"/>
                  <a:ext cx="345630" cy="320302"/>
                  <a:chOff x="2839" y="3501"/>
                  <a:chExt cx="755" cy="803"/>
                </a:xfrm>
              </p:grpSpPr>
              <p:pic>
                <p:nvPicPr>
                  <p:cNvPr descr="desktop_computer_stylized_medium" id="2100" name="Google Shape;2100;p1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2101" name="Google Shape;2101;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02" name="Google Shape;2102;p14"/>
                <p:cNvGrpSpPr/>
                <p:nvPr/>
              </p:nvGrpSpPr>
              <p:grpSpPr>
                <a:xfrm>
                  <a:off x="9528372" y="5765818"/>
                  <a:ext cx="319264" cy="256836"/>
                  <a:chOff x="877" y="1008"/>
                  <a:chExt cx="2747" cy="2626"/>
                </a:xfrm>
              </p:grpSpPr>
              <p:pic>
                <p:nvPicPr>
                  <p:cNvPr descr="antenna_stylized" id="2103" name="Google Shape;2103;p14"/>
                  <p:cNvPicPr preferRelativeResize="0"/>
                  <p:nvPr/>
                </p:nvPicPr>
                <p:blipFill rotWithShape="1">
                  <a:blip r:embed="rId7">
                    <a:alphaModFix/>
                  </a:blip>
                  <a:srcRect b="0" l="0" r="0" t="0"/>
                  <a:stretch/>
                </p:blipFill>
                <p:spPr>
                  <a:xfrm>
                    <a:off x="877" y="1008"/>
                    <a:ext cx="2725" cy="1421"/>
                  </a:xfrm>
                  <a:prstGeom prst="rect">
                    <a:avLst/>
                  </a:prstGeom>
                  <a:noFill/>
                  <a:ln>
                    <a:noFill/>
                  </a:ln>
                </p:spPr>
              </p:pic>
              <p:pic>
                <p:nvPicPr>
                  <p:cNvPr descr="laptop_keyboard" id="2104" name="Google Shape;2104;p14"/>
                  <p:cNvPicPr preferRelativeResize="0"/>
                  <p:nvPr/>
                </p:nvPicPr>
                <p:blipFill rotWithShape="1">
                  <a:blip r:embed="rId8">
                    <a:alphaModFix/>
                  </a:blip>
                  <a:srcRect b="0" l="0" r="0" t="0"/>
                  <a:stretch/>
                </p:blipFill>
                <p:spPr>
                  <a:xfrm flipH="1" rot="109064">
                    <a:off x="1009" y="2586"/>
                    <a:ext cx="2245" cy="1013"/>
                  </a:xfrm>
                  <a:prstGeom prst="rect">
                    <a:avLst/>
                  </a:prstGeom>
                  <a:noFill/>
                  <a:ln>
                    <a:noFill/>
                  </a:ln>
                </p:spPr>
              </p:pic>
              <p:sp>
                <p:nvSpPr>
                  <p:cNvPr id="2105" name="Google Shape;2105;p1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106" name="Google Shape;2106;p14"/>
                  <p:cNvPicPr preferRelativeResize="0"/>
                  <p:nvPr/>
                </p:nvPicPr>
                <p:blipFill rotWithShape="1">
                  <a:blip r:embed="rId9">
                    <a:alphaModFix/>
                  </a:blip>
                  <a:srcRect b="0" l="0" r="0" t="0"/>
                  <a:stretch/>
                </p:blipFill>
                <p:spPr>
                  <a:xfrm>
                    <a:off x="1842" y="1637"/>
                    <a:ext cx="1642" cy="1203"/>
                  </a:xfrm>
                  <a:prstGeom prst="rect">
                    <a:avLst/>
                  </a:prstGeom>
                  <a:noFill/>
                  <a:ln>
                    <a:noFill/>
                  </a:ln>
                </p:spPr>
              </p:pic>
              <p:sp>
                <p:nvSpPr>
                  <p:cNvPr id="2107" name="Google Shape;2107;p1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8" name="Google Shape;2108;p1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9" name="Google Shape;2109;p1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0" name="Google Shape;2110;p1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1" name="Google Shape;2111;p1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2" name="Google Shape;2112;p1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113" name="Google Shape;2113;p14"/>
                  <p:cNvGrpSpPr/>
                  <p:nvPr/>
                </p:nvGrpSpPr>
                <p:grpSpPr>
                  <a:xfrm>
                    <a:off x="1709" y="3008"/>
                    <a:ext cx="507" cy="234"/>
                    <a:chOff x="1740" y="2642"/>
                    <a:chExt cx="752" cy="327"/>
                  </a:xfrm>
                </p:grpSpPr>
                <p:sp>
                  <p:nvSpPr>
                    <p:cNvPr id="2114" name="Google Shape;2114;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5" name="Google Shape;2115;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6" name="Google Shape;2116;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7" name="Google Shape;2117;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8" name="Google Shape;2118;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9" name="Google Shape;2119;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20" name="Google Shape;2120;p1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1" name="Google Shape;2121;p1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2" name="Google Shape;2122;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3" name="Google Shape;2123;p1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4" name="Google Shape;2124;p1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5" name="Google Shape;2125;p1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2126" name="Google Shape;2126;p14"/>
              <p:cNvGrpSpPr/>
              <p:nvPr/>
            </p:nvGrpSpPr>
            <p:grpSpPr>
              <a:xfrm>
                <a:off x="10011503" y="5607068"/>
                <a:ext cx="171450" cy="348944"/>
                <a:chOff x="4140" y="429"/>
                <a:chExt cx="1425" cy="2396"/>
              </a:xfrm>
            </p:grpSpPr>
            <p:sp>
              <p:nvSpPr>
                <p:cNvPr id="2127" name="Google Shape;2127;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8" name="Google Shape;2128;p1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29" name="Google Shape;2129;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0" name="Google Shape;2130;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1" name="Google Shape;2131;p1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132" name="Google Shape;2132;p14"/>
                <p:cNvGrpSpPr/>
                <p:nvPr/>
              </p:nvGrpSpPr>
              <p:grpSpPr>
                <a:xfrm>
                  <a:off x="4748" y="666"/>
                  <a:ext cx="578" cy="150"/>
                  <a:chOff x="613" y="2566"/>
                  <a:chExt cx="721" cy="144"/>
                </a:xfrm>
              </p:grpSpPr>
              <p:sp>
                <p:nvSpPr>
                  <p:cNvPr id="2133" name="Google Shape;2133;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34" name="Google Shape;2134;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135" name="Google Shape;2135;p1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136" name="Google Shape;2136;p14"/>
                <p:cNvGrpSpPr/>
                <p:nvPr/>
              </p:nvGrpSpPr>
              <p:grpSpPr>
                <a:xfrm>
                  <a:off x="4748" y="990"/>
                  <a:ext cx="578" cy="134"/>
                  <a:chOff x="615" y="2564"/>
                  <a:chExt cx="721" cy="139"/>
                </a:xfrm>
              </p:grpSpPr>
              <p:sp>
                <p:nvSpPr>
                  <p:cNvPr id="2137" name="Google Shape;2137;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38" name="Google Shape;2138;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139" name="Google Shape;2139;p1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40" name="Google Shape;2140;p1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141" name="Google Shape;2141;p14"/>
                <p:cNvGrpSpPr/>
                <p:nvPr/>
              </p:nvGrpSpPr>
              <p:grpSpPr>
                <a:xfrm>
                  <a:off x="4738" y="1647"/>
                  <a:ext cx="578" cy="135"/>
                  <a:chOff x="618" y="2586"/>
                  <a:chExt cx="720" cy="124"/>
                </a:xfrm>
              </p:grpSpPr>
              <p:sp>
                <p:nvSpPr>
                  <p:cNvPr id="2142" name="Google Shape;2142;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43" name="Google Shape;2143;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144" name="Google Shape;2144;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145" name="Google Shape;2145;p14"/>
                <p:cNvGrpSpPr/>
                <p:nvPr/>
              </p:nvGrpSpPr>
              <p:grpSpPr>
                <a:xfrm>
                  <a:off x="4738" y="1330"/>
                  <a:ext cx="588" cy="134"/>
                  <a:chOff x="613" y="2571"/>
                  <a:chExt cx="732" cy="134"/>
                </a:xfrm>
              </p:grpSpPr>
              <p:sp>
                <p:nvSpPr>
                  <p:cNvPr id="2146" name="Google Shape;2146;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47" name="Google Shape;2147;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148" name="Google Shape;2148;p1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49" name="Google Shape;2149;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0" name="Google Shape;2150;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1" name="Google Shape;2151;p1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52" name="Google Shape;2152;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3" name="Google Shape;2153;p1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54" name="Google Shape;2154;p1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55" name="Google Shape;2155;p1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56" name="Google Shape;2156;p1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157" name="Google Shape;2157;p1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58" name="Google Shape;2158;p1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grpSp>
        <p:nvGrpSpPr>
          <p:cNvPr id="2159" name="Google Shape;2159;p14"/>
          <p:cNvGrpSpPr/>
          <p:nvPr/>
        </p:nvGrpSpPr>
        <p:grpSpPr>
          <a:xfrm>
            <a:off x="7613882" y="2107963"/>
            <a:ext cx="3540395" cy="3733733"/>
            <a:chOff x="7619038" y="2102861"/>
            <a:chExt cx="3540395" cy="3733733"/>
          </a:xfrm>
        </p:grpSpPr>
        <p:cxnSp>
          <p:nvCxnSpPr>
            <p:cNvPr id="2160" name="Google Shape;2160;p14"/>
            <p:cNvCxnSpPr/>
            <p:nvPr/>
          </p:nvCxnSpPr>
          <p:spPr>
            <a:xfrm>
              <a:off x="8213016" y="2695257"/>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2161" name="Google Shape;2161;p14"/>
            <p:cNvGrpSpPr/>
            <p:nvPr/>
          </p:nvGrpSpPr>
          <p:grpSpPr>
            <a:xfrm>
              <a:off x="8055854" y="2304274"/>
              <a:ext cx="298450" cy="464008"/>
              <a:chOff x="3130" y="3288"/>
              <a:chExt cx="410" cy="742"/>
            </a:xfrm>
          </p:grpSpPr>
          <p:cxnSp>
            <p:nvCxnSpPr>
              <p:cNvPr id="2162" name="Google Shape;2162;p14"/>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2163" name="Google Shape;2163;p14"/>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2164" name="Google Shape;2164;p14"/>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2165" name="Google Shape;2165;p14"/>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2166" name="Google Shape;2166;p14"/>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2167" name="Google Shape;2167;p14"/>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2168" name="Google Shape;2168;p14"/>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2169" name="Google Shape;2169;p14"/>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2170" name="Google Shape;2170;p14"/>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2171" name="Google Shape;2171;p14"/>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2172" name="Google Shape;2172;p14"/>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2173" name="Google Shape;2173;p14"/>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2174" name="Google Shape;2174;p14"/>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2175" name="Google Shape;2175;p14"/>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2176" name="Google Shape;2176;p14"/>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pic>
          <p:nvPicPr>
            <p:cNvPr descr="access_point_stylized_small" id="2177" name="Google Shape;2177;p14"/>
            <p:cNvPicPr preferRelativeResize="0"/>
            <p:nvPr/>
          </p:nvPicPr>
          <p:blipFill rotWithShape="1">
            <a:blip r:embed="rId4">
              <a:alphaModFix/>
            </a:blip>
            <a:srcRect b="0" l="0" r="0" t="0"/>
            <a:stretch/>
          </p:blipFill>
          <p:spPr>
            <a:xfrm>
              <a:off x="7619038" y="3856797"/>
              <a:ext cx="370169" cy="306751"/>
            </a:xfrm>
            <a:prstGeom prst="rect">
              <a:avLst/>
            </a:prstGeom>
            <a:noFill/>
            <a:ln>
              <a:noFill/>
            </a:ln>
          </p:spPr>
        </p:pic>
        <p:pic>
          <p:nvPicPr>
            <p:cNvPr descr="access_point_stylized_small" id="2178" name="Google Shape;2178;p14"/>
            <p:cNvPicPr preferRelativeResize="0"/>
            <p:nvPr/>
          </p:nvPicPr>
          <p:blipFill rotWithShape="1">
            <a:blip r:embed="rId4">
              <a:alphaModFix/>
            </a:blip>
            <a:srcRect b="0" l="0" r="0" t="0"/>
            <a:stretch/>
          </p:blipFill>
          <p:spPr>
            <a:xfrm>
              <a:off x="9295766" y="5519130"/>
              <a:ext cx="380935" cy="317464"/>
            </a:xfrm>
            <a:prstGeom prst="rect">
              <a:avLst/>
            </a:prstGeom>
            <a:noFill/>
            <a:ln>
              <a:noFill/>
            </a:ln>
          </p:spPr>
        </p:pic>
        <p:grpSp>
          <p:nvGrpSpPr>
            <p:cNvPr id="2179" name="Google Shape;2179;p14"/>
            <p:cNvGrpSpPr/>
            <p:nvPr/>
          </p:nvGrpSpPr>
          <p:grpSpPr>
            <a:xfrm>
              <a:off x="9788714" y="4984881"/>
              <a:ext cx="393760" cy="218578"/>
              <a:chOff x="7493876" y="2774731"/>
              <a:chExt cx="1481958" cy="894622"/>
            </a:xfrm>
          </p:grpSpPr>
          <p:sp>
            <p:nvSpPr>
              <p:cNvPr id="2180" name="Google Shape;2180;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181" name="Google Shape;2181;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182" name="Google Shape;2182;p14"/>
              <p:cNvGrpSpPr/>
              <p:nvPr/>
            </p:nvGrpSpPr>
            <p:grpSpPr>
              <a:xfrm>
                <a:off x="7713663" y="2848339"/>
                <a:ext cx="1042107" cy="425543"/>
                <a:chOff x="7786941" y="2884917"/>
                <a:chExt cx="897649" cy="353919"/>
              </a:xfrm>
            </p:grpSpPr>
            <p:sp>
              <p:nvSpPr>
                <p:cNvPr id="2183" name="Google Shape;2183;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4" name="Google Shape;2184;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5" name="Google Shape;2185;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6" name="Google Shape;2186;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187" name="Google Shape;2187;p14"/>
            <p:cNvGrpSpPr/>
            <p:nvPr/>
          </p:nvGrpSpPr>
          <p:grpSpPr>
            <a:xfrm>
              <a:off x="9854521" y="5333935"/>
              <a:ext cx="309740" cy="190838"/>
              <a:chOff x="3668110" y="2448910"/>
              <a:chExt cx="3794234" cy="2165130"/>
            </a:xfrm>
          </p:grpSpPr>
          <p:sp>
            <p:nvSpPr>
              <p:cNvPr id="2188" name="Google Shape;2188;p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9" name="Google Shape;2189;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190" name="Google Shape;2190;p14"/>
              <p:cNvGrpSpPr/>
              <p:nvPr/>
            </p:nvGrpSpPr>
            <p:grpSpPr>
              <a:xfrm>
                <a:off x="3941378" y="2603243"/>
                <a:ext cx="3202061" cy="1066110"/>
                <a:chOff x="7939341" y="3037317"/>
                <a:chExt cx="897649" cy="353919"/>
              </a:xfrm>
            </p:grpSpPr>
            <p:sp>
              <p:nvSpPr>
                <p:cNvPr id="2191" name="Google Shape;2191;p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2" name="Google Shape;2192;p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3" name="Google Shape;2193;p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4" name="Google Shape;2194;p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195" name="Google Shape;2195;p14"/>
            <p:cNvGrpSpPr/>
            <p:nvPr/>
          </p:nvGrpSpPr>
          <p:grpSpPr>
            <a:xfrm>
              <a:off x="8681775" y="4962318"/>
              <a:ext cx="393760" cy="218578"/>
              <a:chOff x="7493876" y="2774731"/>
              <a:chExt cx="1481958" cy="894622"/>
            </a:xfrm>
          </p:grpSpPr>
          <p:sp>
            <p:nvSpPr>
              <p:cNvPr id="2196" name="Google Shape;2196;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197" name="Google Shape;2197;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198" name="Google Shape;2198;p14"/>
              <p:cNvGrpSpPr/>
              <p:nvPr/>
            </p:nvGrpSpPr>
            <p:grpSpPr>
              <a:xfrm>
                <a:off x="7713663" y="2848339"/>
                <a:ext cx="1042107" cy="425543"/>
                <a:chOff x="7786941" y="2884917"/>
                <a:chExt cx="897649" cy="353919"/>
              </a:xfrm>
            </p:grpSpPr>
            <p:sp>
              <p:nvSpPr>
                <p:cNvPr id="2199" name="Google Shape;2199;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0" name="Google Shape;2200;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1" name="Google Shape;2201;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2" name="Google Shape;2202;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03" name="Google Shape;2203;p14"/>
            <p:cNvGrpSpPr/>
            <p:nvPr/>
          </p:nvGrpSpPr>
          <p:grpSpPr>
            <a:xfrm>
              <a:off x="8316676" y="5189331"/>
              <a:ext cx="309740" cy="190838"/>
              <a:chOff x="3668110" y="2448910"/>
              <a:chExt cx="3794234" cy="2165130"/>
            </a:xfrm>
          </p:grpSpPr>
          <p:sp>
            <p:nvSpPr>
              <p:cNvPr id="2204" name="Google Shape;2204;p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5" name="Google Shape;2205;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206" name="Google Shape;2206;p14"/>
              <p:cNvGrpSpPr/>
              <p:nvPr/>
            </p:nvGrpSpPr>
            <p:grpSpPr>
              <a:xfrm>
                <a:off x="3941378" y="2603243"/>
                <a:ext cx="3202061" cy="1066110"/>
                <a:chOff x="7939341" y="3037317"/>
                <a:chExt cx="897649" cy="353919"/>
              </a:xfrm>
            </p:grpSpPr>
            <p:sp>
              <p:nvSpPr>
                <p:cNvPr id="2207" name="Google Shape;2207;p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8" name="Google Shape;2208;p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9" name="Google Shape;2209;p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10" name="Google Shape;2210;p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11" name="Google Shape;2211;p14"/>
            <p:cNvGrpSpPr/>
            <p:nvPr/>
          </p:nvGrpSpPr>
          <p:grpSpPr>
            <a:xfrm>
              <a:off x="8444983" y="2807207"/>
              <a:ext cx="353678" cy="168275"/>
              <a:chOff x="7493876" y="2774731"/>
              <a:chExt cx="1481958" cy="894622"/>
            </a:xfrm>
          </p:grpSpPr>
          <p:sp>
            <p:nvSpPr>
              <p:cNvPr id="2212" name="Google Shape;2212;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213" name="Google Shape;2213;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214" name="Google Shape;2214;p14"/>
              <p:cNvGrpSpPr/>
              <p:nvPr/>
            </p:nvGrpSpPr>
            <p:grpSpPr>
              <a:xfrm>
                <a:off x="7713663" y="2848339"/>
                <a:ext cx="1042107" cy="425543"/>
                <a:chOff x="7786941" y="2884917"/>
                <a:chExt cx="897649" cy="353919"/>
              </a:xfrm>
            </p:grpSpPr>
            <p:sp>
              <p:nvSpPr>
                <p:cNvPr id="2215" name="Google Shape;2215;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16" name="Google Shape;2216;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17" name="Google Shape;2217;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18" name="Google Shape;2218;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19" name="Google Shape;2219;p14"/>
            <p:cNvGrpSpPr/>
            <p:nvPr/>
          </p:nvGrpSpPr>
          <p:grpSpPr>
            <a:xfrm>
              <a:off x="8055226" y="3960892"/>
              <a:ext cx="354986" cy="175668"/>
              <a:chOff x="7493876" y="2774731"/>
              <a:chExt cx="1481958" cy="894622"/>
            </a:xfrm>
          </p:grpSpPr>
          <p:sp>
            <p:nvSpPr>
              <p:cNvPr id="2220" name="Google Shape;2220;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221" name="Google Shape;2221;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222" name="Google Shape;2222;p14"/>
              <p:cNvGrpSpPr/>
              <p:nvPr/>
            </p:nvGrpSpPr>
            <p:grpSpPr>
              <a:xfrm>
                <a:off x="7713663" y="2848339"/>
                <a:ext cx="1042107" cy="425543"/>
                <a:chOff x="7786941" y="2884917"/>
                <a:chExt cx="897649" cy="353919"/>
              </a:xfrm>
            </p:grpSpPr>
            <p:sp>
              <p:nvSpPr>
                <p:cNvPr id="2223" name="Google Shape;2223;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4" name="Google Shape;2224;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5" name="Google Shape;2225;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6" name="Google Shape;2226;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27" name="Google Shape;2227;p14"/>
            <p:cNvGrpSpPr/>
            <p:nvPr/>
          </p:nvGrpSpPr>
          <p:grpSpPr>
            <a:xfrm>
              <a:off x="10889241" y="3596263"/>
              <a:ext cx="170989" cy="97052"/>
              <a:chOff x="7493876" y="2774731"/>
              <a:chExt cx="1481958" cy="894622"/>
            </a:xfrm>
          </p:grpSpPr>
          <p:sp>
            <p:nvSpPr>
              <p:cNvPr id="2228" name="Google Shape;2228;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229" name="Google Shape;2229;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230" name="Google Shape;2230;p14"/>
              <p:cNvGrpSpPr/>
              <p:nvPr/>
            </p:nvGrpSpPr>
            <p:grpSpPr>
              <a:xfrm>
                <a:off x="7713663" y="2848339"/>
                <a:ext cx="1042107" cy="425543"/>
                <a:chOff x="7786941" y="2884917"/>
                <a:chExt cx="897649" cy="353919"/>
              </a:xfrm>
            </p:grpSpPr>
            <p:sp>
              <p:nvSpPr>
                <p:cNvPr id="2231" name="Google Shape;2231;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2" name="Google Shape;2232;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3" name="Google Shape;2233;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4" name="Google Shape;2234;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35" name="Google Shape;2235;p14"/>
            <p:cNvGrpSpPr/>
            <p:nvPr/>
          </p:nvGrpSpPr>
          <p:grpSpPr>
            <a:xfrm>
              <a:off x="10415765" y="3491036"/>
              <a:ext cx="353678" cy="198344"/>
              <a:chOff x="7493876" y="2774731"/>
              <a:chExt cx="1481958" cy="894622"/>
            </a:xfrm>
          </p:grpSpPr>
          <p:sp>
            <p:nvSpPr>
              <p:cNvPr id="2236" name="Google Shape;2236;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237" name="Google Shape;2237;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238" name="Google Shape;2238;p14"/>
              <p:cNvGrpSpPr/>
              <p:nvPr/>
            </p:nvGrpSpPr>
            <p:grpSpPr>
              <a:xfrm>
                <a:off x="7713663" y="2848339"/>
                <a:ext cx="1042107" cy="425543"/>
                <a:chOff x="7786941" y="2884917"/>
                <a:chExt cx="897649" cy="353919"/>
              </a:xfrm>
            </p:grpSpPr>
            <p:sp>
              <p:nvSpPr>
                <p:cNvPr id="2239" name="Google Shape;2239;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0" name="Google Shape;2240;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1" name="Google Shape;2241;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2" name="Google Shape;2242;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43" name="Google Shape;2243;p14"/>
            <p:cNvGrpSpPr/>
            <p:nvPr/>
          </p:nvGrpSpPr>
          <p:grpSpPr>
            <a:xfrm>
              <a:off x="9953880" y="2197190"/>
              <a:ext cx="353678" cy="198344"/>
              <a:chOff x="7493876" y="2774731"/>
              <a:chExt cx="1481958" cy="894622"/>
            </a:xfrm>
          </p:grpSpPr>
          <p:sp>
            <p:nvSpPr>
              <p:cNvPr id="2244" name="Google Shape;2244;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245" name="Google Shape;2245;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246" name="Google Shape;2246;p14"/>
              <p:cNvGrpSpPr/>
              <p:nvPr/>
            </p:nvGrpSpPr>
            <p:grpSpPr>
              <a:xfrm>
                <a:off x="7713663" y="2848339"/>
                <a:ext cx="1042107" cy="425543"/>
                <a:chOff x="7786941" y="2884917"/>
                <a:chExt cx="897649" cy="353919"/>
              </a:xfrm>
            </p:grpSpPr>
            <p:sp>
              <p:nvSpPr>
                <p:cNvPr id="2247" name="Google Shape;2247;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8" name="Google Shape;2248;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9" name="Google Shape;2249;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0" name="Google Shape;2250;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51" name="Google Shape;2251;p14"/>
            <p:cNvGrpSpPr/>
            <p:nvPr/>
          </p:nvGrpSpPr>
          <p:grpSpPr>
            <a:xfrm>
              <a:off x="10532370" y="2608265"/>
              <a:ext cx="353678" cy="198344"/>
              <a:chOff x="7493876" y="2774731"/>
              <a:chExt cx="1481958" cy="894622"/>
            </a:xfrm>
          </p:grpSpPr>
          <p:sp>
            <p:nvSpPr>
              <p:cNvPr id="2252" name="Google Shape;2252;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253" name="Google Shape;2253;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254" name="Google Shape;2254;p14"/>
              <p:cNvGrpSpPr/>
              <p:nvPr/>
            </p:nvGrpSpPr>
            <p:grpSpPr>
              <a:xfrm>
                <a:off x="7713663" y="2848339"/>
                <a:ext cx="1042107" cy="425543"/>
                <a:chOff x="7786941" y="2884917"/>
                <a:chExt cx="897649" cy="353919"/>
              </a:xfrm>
            </p:grpSpPr>
            <p:sp>
              <p:nvSpPr>
                <p:cNvPr id="2255" name="Google Shape;2255;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6" name="Google Shape;2256;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7" name="Google Shape;2257;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8" name="Google Shape;2258;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59" name="Google Shape;2259;p14"/>
            <p:cNvGrpSpPr/>
            <p:nvPr/>
          </p:nvGrpSpPr>
          <p:grpSpPr>
            <a:xfrm>
              <a:off x="10648981" y="2102861"/>
              <a:ext cx="353678" cy="198344"/>
              <a:chOff x="7493876" y="2774731"/>
              <a:chExt cx="1481958" cy="894622"/>
            </a:xfrm>
          </p:grpSpPr>
          <p:sp>
            <p:nvSpPr>
              <p:cNvPr id="2260" name="Google Shape;2260;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261" name="Google Shape;2261;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262" name="Google Shape;2262;p14"/>
              <p:cNvGrpSpPr/>
              <p:nvPr/>
            </p:nvGrpSpPr>
            <p:grpSpPr>
              <a:xfrm>
                <a:off x="7713663" y="2848339"/>
                <a:ext cx="1042107" cy="425543"/>
                <a:chOff x="7786941" y="2884917"/>
                <a:chExt cx="897649" cy="353919"/>
              </a:xfrm>
            </p:grpSpPr>
            <p:sp>
              <p:nvSpPr>
                <p:cNvPr id="2263" name="Google Shape;2263;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4" name="Google Shape;2264;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5" name="Google Shape;2265;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6" name="Google Shape;2266;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67" name="Google Shape;2267;p14"/>
            <p:cNvGrpSpPr/>
            <p:nvPr/>
          </p:nvGrpSpPr>
          <p:grpSpPr>
            <a:xfrm>
              <a:off x="9103944" y="3951522"/>
              <a:ext cx="367224" cy="240304"/>
              <a:chOff x="7493876" y="2774731"/>
              <a:chExt cx="1481958" cy="894622"/>
            </a:xfrm>
          </p:grpSpPr>
          <p:sp>
            <p:nvSpPr>
              <p:cNvPr id="2268" name="Google Shape;2268;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269" name="Google Shape;2269;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270" name="Google Shape;2270;p14"/>
              <p:cNvGrpSpPr/>
              <p:nvPr/>
            </p:nvGrpSpPr>
            <p:grpSpPr>
              <a:xfrm>
                <a:off x="7713663" y="2848339"/>
                <a:ext cx="1042107" cy="425543"/>
                <a:chOff x="7786941" y="2884917"/>
                <a:chExt cx="897649" cy="353919"/>
              </a:xfrm>
            </p:grpSpPr>
            <p:sp>
              <p:nvSpPr>
                <p:cNvPr id="2271" name="Google Shape;2271;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2" name="Google Shape;2272;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3" name="Google Shape;2273;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4" name="Google Shape;2274;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75" name="Google Shape;2275;p14"/>
            <p:cNvGrpSpPr/>
            <p:nvPr/>
          </p:nvGrpSpPr>
          <p:grpSpPr>
            <a:xfrm>
              <a:off x="9985282" y="2656463"/>
              <a:ext cx="353678" cy="198344"/>
              <a:chOff x="7493876" y="2774731"/>
              <a:chExt cx="1481958" cy="894622"/>
            </a:xfrm>
          </p:grpSpPr>
          <p:sp>
            <p:nvSpPr>
              <p:cNvPr id="2276" name="Google Shape;2276;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277" name="Google Shape;2277;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278" name="Google Shape;2278;p14"/>
              <p:cNvGrpSpPr/>
              <p:nvPr/>
            </p:nvGrpSpPr>
            <p:grpSpPr>
              <a:xfrm>
                <a:off x="7713663" y="2848339"/>
                <a:ext cx="1042107" cy="425543"/>
                <a:chOff x="7786941" y="2884917"/>
                <a:chExt cx="897649" cy="353919"/>
              </a:xfrm>
            </p:grpSpPr>
            <p:sp>
              <p:nvSpPr>
                <p:cNvPr id="2279" name="Google Shape;2279;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0" name="Google Shape;2280;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1" name="Google Shape;2281;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2" name="Google Shape;2282;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83" name="Google Shape;2283;p14"/>
            <p:cNvGrpSpPr/>
            <p:nvPr/>
          </p:nvGrpSpPr>
          <p:grpSpPr>
            <a:xfrm>
              <a:off x="9502294" y="3388930"/>
              <a:ext cx="367224" cy="240304"/>
              <a:chOff x="7493876" y="2774731"/>
              <a:chExt cx="1481958" cy="894622"/>
            </a:xfrm>
          </p:grpSpPr>
          <p:sp>
            <p:nvSpPr>
              <p:cNvPr id="2284" name="Google Shape;2284;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285" name="Google Shape;2285;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286" name="Google Shape;2286;p14"/>
              <p:cNvGrpSpPr/>
              <p:nvPr/>
            </p:nvGrpSpPr>
            <p:grpSpPr>
              <a:xfrm>
                <a:off x="7713663" y="2848339"/>
                <a:ext cx="1042107" cy="425543"/>
                <a:chOff x="7786941" y="2884917"/>
                <a:chExt cx="897649" cy="353919"/>
              </a:xfrm>
            </p:grpSpPr>
            <p:sp>
              <p:nvSpPr>
                <p:cNvPr id="2287" name="Google Shape;2287;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8" name="Google Shape;2288;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9" name="Google Shape;2289;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90" name="Google Shape;2290;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91" name="Google Shape;2291;p14"/>
            <p:cNvGrpSpPr/>
            <p:nvPr/>
          </p:nvGrpSpPr>
          <p:grpSpPr>
            <a:xfrm>
              <a:off x="9606710" y="3994661"/>
              <a:ext cx="367224" cy="240304"/>
              <a:chOff x="7493876" y="2774731"/>
              <a:chExt cx="1481958" cy="894622"/>
            </a:xfrm>
          </p:grpSpPr>
          <p:sp>
            <p:nvSpPr>
              <p:cNvPr id="2292" name="Google Shape;2292;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293" name="Google Shape;2293;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294" name="Google Shape;2294;p14"/>
              <p:cNvGrpSpPr/>
              <p:nvPr/>
            </p:nvGrpSpPr>
            <p:grpSpPr>
              <a:xfrm>
                <a:off x="7713663" y="2848339"/>
                <a:ext cx="1042107" cy="425543"/>
                <a:chOff x="7786941" y="2884917"/>
                <a:chExt cx="897649" cy="353919"/>
              </a:xfrm>
            </p:grpSpPr>
            <p:sp>
              <p:nvSpPr>
                <p:cNvPr id="2295" name="Google Shape;2295;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96" name="Google Shape;2296;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97" name="Google Shape;2297;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98" name="Google Shape;2298;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299" name="Google Shape;2299;p14"/>
            <p:cNvGrpSpPr/>
            <p:nvPr/>
          </p:nvGrpSpPr>
          <p:grpSpPr>
            <a:xfrm>
              <a:off x="10380415" y="3987223"/>
              <a:ext cx="353678" cy="198344"/>
              <a:chOff x="7493876" y="2774731"/>
              <a:chExt cx="1481958" cy="894622"/>
            </a:xfrm>
          </p:grpSpPr>
          <p:sp>
            <p:nvSpPr>
              <p:cNvPr id="2300" name="Google Shape;2300;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301" name="Google Shape;2301;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302" name="Google Shape;2302;p14"/>
              <p:cNvGrpSpPr/>
              <p:nvPr/>
            </p:nvGrpSpPr>
            <p:grpSpPr>
              <a:xfrm>
                <a:off x="7713663" y="2848339"/>
                <a:ext cx="1042107" cy="425543"/>
                <a:chOff x="7786941" y="2884917"/>
                <a:chExt cx="897649" cy="353919"/>
              </a:xfrm>
            </p:grpSpPr>
            <p:sp>
              <p:nvSpPr>
                <p:cNvPr id="2303" name="Google Shape;2303;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4" name="Google Shape;2304;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5" name="Google Shape;2305;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6" name="Google Shape;2306;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307" name="Google Shape;2307;p14"/>
            <p:cNvGrpSpPr/>
            <p:nvPr/>
          </p:nvGrpSpPr>
          <p:grpSpPr>
            <a:xfrm>
              <a:off x="9253049" y="4770584"/>
              <a:ext cx="393760" cy="218578"/>
              <a:chOff x="7493876" y="2774731"/>
              <a:chExt cx="1481958" cy="894622"/>
            </a:xfrm>
          </p:grpSpPr>
          <p:sp>
            <p:nvSpPr>
              <p:cNvPr id="2308" name="Google Shape;2308;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309" name="Google Shape;2309;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310" name="Google Shape;2310;p14"/>
              <p:cNvGrpSpPr/>
              <p:nvPr/>
            </p:nvGrpSpPr>
            <p:grpSpPr>
              <a:xfrm>
                <a:off x="7713663" y="2848339"/>
                <a:ext cx="1042107" cy="425543"/>
                <a:chOff x="7786941" y="2884917"/>
                <a:chExt cx="897649" cy="353919"/>
              </a:xfrm>
            </p:grpSpPr>
            <p:sp>
              <p:nvSpPr>
                <p:cNvPr id="2311" name="Google Shape;2311;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2" name="Google Shape;2312;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3" name="Google Shape;2313;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4" name="Google Shape;2314;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315" name="Google Shape;2315;p14"/>
            <p:cNvGrpSpPr/>
            <p:nvPr/>
          </p:nvGrpSpPr>
          <p:grpSpPr>
            <a:xfrm>
              <a:off x="10931138" y="4364023"/>
              <a:ext cx="228295" cy="120400"/>
              <a:chOff x="7493876" y="2774731"/>
              <a:chExt cx="1481958" cy="894622"/>
            </a:xfrm>
          </p:grpSpPr>
          <p:sp>
            <p:nvSpPr>
              <p:cNvPr id="2316" name="Google Shape;2316;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317" name="Google Shape;2317;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318" name="Google Shape;2318;p14"/>
              <p:cNvGrpSpPr/>
              <p:nvPr/>
            </p:nvGrpSpPr>
            <p:grpSpPr>
              <a:xfrm>
                <a:off x="7713663" y="2848339"/>
                <a:ext cx="1042107" cy="425543"/>
                <a:chOff x="7786941" y="2884917"/>
                <a:chExt cx="897649" cy="353919"/>
              </a:xfrm>
            </p:grpSpPr>
            <p:sp>
              <p:nvSpPr>
                <p:cNvPr id="2319" name="Google Shape;2319;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0" name="Google Shape;2320;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1" name="Google Shape;2321;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2" name="Google Shape;2322;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nvGrpSpPr>
          <p:cNvPr id="2323" name="Google Shape;2323;p14"/>
          <p:cNvGrpSpPr/>
          <p:nvPr/>
        </p:nvGrpSpPr>
        <p:grpSpPr>
          <a:xfrm>
            <a:off x="1728873" y="5539150"/>
            <a:ext cx="5446393" cy="1149445"/>
            <a:chOff x="1728873" y="5539150"/>
            <a:chExt cx="5446393" cy="1149445"/>
          </a:xfrm>
        </p:grpSpPr>
        <p:sp>
          <p:nvSpPr>
            <p:cNvPr id="2324" name="Google Shape;2324;p14"/>
            <p:cNvSpPr/>
            <p:nvPr/>
          </p:nvSpPr>
          <p:spPr>
            <a:xfrm>
              <a:off x="1728873" y="5660145"/>
              <a:ext cx="1143514" cy="68053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5" name="Google Shape;2325;p14"/>
            <p:cNvSpPr txBox="1"/>
            <p:nvPr/>
          </p:nvSpPr>
          <p:spPr>
            <a:xfrm>
              <a:off x="3142713" y="5539150"/>
              <a:ext cx="4032553" cy="1149445"/>
            </a:xfrm>
            <a:prstGeom prst="rect">
              <a:avLst/>
            </a:prstGeom>
            <a:noFill/>
            <a:ln>
              <a:noFill/>
            </a:ln>
          </p:spPr>
          <p:txBody>
            <a:bodyPr anchorCtr="0" anchor="t" bIns="45700" lIns="91425" spcFirstLastPara="1" rIns="91425" wrap="square" tIns="45700">
              <a:normAutofit/>
            </a:bodyPr>
            <a:lstStyle/>
            <a:p>
              <a:pPr indent="0" lvl="0" marL="6985" marR="0" rtl="0" algn="l">
                <a:lnSpc>
                  <a:spcPct val="90000"/>
                </a:lnSpc>
                <a:spcBef>
                  <a:spcPts val="0"/>
                </a:spcBef>
                <a:spcAft>
                  <a:spcPts val="0"/>
                </a:spcAft>
                <a:buClr>
                  <a:srgbClr val="0000A8"/>
                </a:buClr>
                <a:buSzPts val="2400"/>
                <a:buFont typeface="Noto Sans Symbols"/>
                <a:buNone/>
              </a:pPr>
              <a:r>
                <a:rPr i="1" lang="en-US" sz="2400">
                  <a:solidFill>
                    <a:srgbClr val="C00000"/>
                  </a:solidFill>
                  <a:latin typeface="Calibri"/>
                  <a:ea typeface="Calibri"/>
                  <a:cs typeface="Calibri"/>
                  <a:sym typeface="Calibri"/>
                </a:rPr>
                <a:t>Networks</a:t>
              </a:r>
              <a:endParaRPr i="1" sz="2400">
                <a:solidFill>
                  <a:srgbClr val="C00000"/>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collection of devices, routers, links: managed by an organization</a:t>
              </a:r>
              <a:endParaRPr b="0" i="0" sz="2400" u="none" cap="none" strike="noStrike">
                <a:solidFill>
                  <a:schemeClr val="dk1"/>
                </a:solidFill>
                <a:latin typeface="Calibri"/>
                <a:ea typeface="Calibri"/>
                <a:cs typeface="Calibri"/>
                <a:sym typeface="Calibri"/>
              </a:endParaRPr>
            </a:p>
          </p:txBody>
        </p:sp>
      </p:grpSp>
      <p:sp>
        <p:nvSpPr>
          <p:cNvPr id="2326" name="Google Shape;2326;p14"/>
          <p:cNvSpPr/>
          <p:nvPr/>
        </p:nvSpPr>
        <p:spPr>
          <a:xfrm>
            <a:off x="7189291" y="1641975"/>
            <a:ext cx="4101062" cy="4254341"/>
          </a:xfrm>
          <a:custGeom>
            <a:rect b="b" l="l" r="r" t="t"/>
            <a:pathLst>
              <a:path extrusionOk="0" h="4254341" w="4101062">
                <a:moveTo>
                  <a:pt x="1996750" y="1290412"/>
                </a:moveTo>
                <a:cubicBezTo>
                  <a:pt x="1909164" y="1300922"/>
                  <a:pt x="1814571" y="1293915"/>
                  <a:pt x="1712971" y="1216839"/>
                </a:cubicBezTo>
                <a:cubicBezTo>
                  <a:pt x="1611371" y="1139763"/>
                  <a:pt x="1483495" y="948825"/>
                  <a:pt x="1387150" y="827956"/>
                </a:cubicBezTo>
                <a:cubicBezTo>
                  <a:pt x="1290805" y="707087"/>
                  <a:pt x="1225992" y="500384"/>
                  <a:pt x="1134902" y="491625"/>
                </a:cubicBezTo>
                <a:cubicBezTo>
                  <a:pt x="1043812" y="482866"/>
                  <a:pt x="912433" y="644025"/>
                  <a:pt x="840612" y="775404"/>
                </a:cubicBezTo>
                <a:cubicBezTo>
                  <a:pt x="768791" y="906783"/>
                  <a:pt x="637412" y="1095970"/>
                  <a:pt x="703978" y="1279901"/>
                </a:cubicBezTo>
                <a:cubicBezTo>
                  <a:pt x="770544" y="1463832"/>
                  <a:pt x="1140158" y="1709074"/>
                  <a:pt x="1240006" y="1878991"/>
                </a:cubicBezTo>
                <a:cubicBezTo>
                  <a:pt x="1339854" y="2048908"/>
                  <a:pt x="1472985" y="2241597"/>
                  <a:pt x="1303068" y="2299404"/>
                </a:cubicBezTo>
                <a:cubicBezTo>
                  <a:pt x="1133151" y="2357211"/>
                  <a:pt x="423702" y="2131239"/>
                  <a:pt x="220502" y="2225832"/>
                </a:cubicBezTo>
                <a:cubicBezTo>
                  <a:pt x="17302" y="2320425"/>
                  <a:pt x="-82546" y="2707556"/>
                  <a:pt x="83868" y="2866963"/>
                </a:cubicBezTo>
                <a:cubicBezTo>
                  <a:pt x="250282" y="3026370"/>
                  <a:pt x="1045564" y="3064908"/>
                  <a:pt x="1218985" y="3182273"/>
                </a:cubicBezTo>
                <a:cubicBezTo>
                  <a:pt x="1392406" y="3299638"/>
                  <a:pt x="1173440" y="3487073"/>
                  <a:pt x="1124392" y="3571156"/>
                </a:cubicBezTo>
                <a:cubicBezTo>
                  <a:pt x="1075344" y="3655239"/>
                  <a:pt x="891412" y="3634218"/>
                  <a:pt x="924695" y="3686770"/>
                </a:cubicBezTo>
                <a:cubicBezTo>
                  <a:pt x="957978" y="3739322"/>
                  <a:pt x="1215481" y="3863694"/>
                  <a:pt x="1324088" y="3886466"/>
                </a:cubicBezTo>
                <a:cubicBezTo>
                  <a:pt x="1432695" y="3909238"/>
                  <a:pt x="1494006" y="3811142"/>
                  <a:pt x="1576337" y="3823404"/>
                </a:cubicBezTo>
                <a:cubicBezTo>
                  <a:pt x="1658668" y="3835666"/>
                  <a:pt x="1748006" y="3893474"/>
                  <a:pt x="1818075" y="3960039"/>
                </a:cubicBezTo>
                <a:cubicBezTo>
                  <a:pt x="1888144" y="4026604"/>
                  <a:pt x="1891647" y="4179004"/>
                  <a:pt x="1996750" y="4222797"/>
                </a:cubicBezTo>
                <a:cubicBezTo>
                  <a:pt x="2101853" y="4266590"/>
                  <a:pt x="2320819" y="4263087"/>
                  <a:pt x="2448695" y="4222797"/>
                </a:cubicBezTo>
                <a:cubicBezTo>
                  <a:pt x="2576571" y="4182507"/>
                  <a:pt x="2672916" y="4026604"/>
                  <a:pt x="2764006" y="3981059"/>
                </a:cubicBezTo>
                <a:cubicBezTo>
                  <a:pt x="2855096" y="3935514"/>
                  <a:pt x="2953192" y="4003831"/>
                  <a:pt x="2995233" y="3949528"/>
                </a:cubicBezTo>
                <a:cubicBezTo>
                  <a:pt x="3037274" y="3895225"/>
                  <a:pt x="2982971" y="3776108"/>
                  <a:pt x="3016254" y="3655239"/>
                </a:cubicBezTo>
                <a:cubicBezTo>
                  <a:pt x="3049537" y="3534370"/>
                  <a:pt x="3035523" y="3325915"/>
                  <a:pt x="3194930" y="3224315"/>
                </a:cubicBezTo>
                <a:cubicBezTo>
                  <a:pt x="3354337" y="3122715"/>
                  <a:pt x="3853578" y="3292632"/>
                  <a:pt x="3972695" y="3045639"/>
                </a:cubicBezTo>
                <a:cubicBezTo>
                  <a:pt x="4091812" y="2798646"/>
                  <a:pt x="3897371" y="2111970"/>
                  <a:pt x="3909633" y="1742356"/>
                </a:cubicBezTo>
                <a:cubicBezTo>
                  <a:pt x="3921895" y="1372742"/>
                  <a:pt x="4037509" y="1106480"/>
                  <a:pt x="4046268" y="827956"/>
                </a:cubicBezTo>
                <a:cubicBezTo>
                  <a:pt x="4055027" y="549432"/>
                  <a:pt x="4207426" y="197335"/>
                  <a:pt x="3962185" y="71211"/>
                </a:cubicBezTo>
                <a:cubicBezTo>
                  <a:pt x="3716944" y="-54913"/>
                  <a:pt x="2856847" y="13404"/>
                  <a:pt x="2574819" y="71211"/>
                </a:cubicBezTo>
                <a:cubicBezTo>
                  <a:pt x="2292791" y="129018"/>
                  <a:pt x="2310309" y="223611"/>
                  <a:pt x="2270019" y="418052"/>
                </a:cubicBezTo>
                <a:cubicBezTo>
                  <a:pt x="2229729" y="612493"/>
                  <a:pt x="2284033" y="1008384"/>
                  <a:pt x="2238488" y="1153777"/>
                </a:cubicBezTo>
                <a:cubicBezTo>
                  <a:pt x="2192943" y="1299170"/>
                  <a:pt x="2084336" y="1279902"/>
                  <a:pt x="1996750" y="1290412"/>
                </a:cubicBezTo>
                <a:close/>
              </a:path>
            </a:pathLst>
          </a:custGeom>
          <a:noFill/>
          <a:ln cap="flat" cmpd="sng" w="12700">
            <a:solidFill>
              <a:srgbClr val="31538F">
                <a:alpha val="57647"/>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2"/>
                                        </p:tgtEl>
                                        <p:attrNameLst>
                                          <p:attrName>style.visibility</p:attrName>
                                        </p:attrNameLst>
                                      </p:cBhvr>
                                      <p:to>
                                        <p:strVal val="visible"/>
                                      </p:to>
                                    </p:set>
                                    <p:animEffect filter="fade" transition="in">
                                      <p:cBhvr>
                                        <p:cTn dur="500"/>
                                        <p:tgtEl>
                                          <p:spTgt spid="1952"/>
                                        </p:tgtEl>
                                      </p:cBhvr>
                                    </p:animEffect>
                                  </p:childTnLst>
                                </p:cTn>
                              </p:par>
                              <p:par>
                                <p:cTn fill="hold" nodeType="withEffect" presetClass="entr" presetID="10" presetSubtype="0">
                                  <p:stCondLst>
                                    <p:cond delay="0"/>
                                  </p:stCondLst>
                                  <p:childTnLst>
                                    <p:set>
                                      <p:cBhvr>
                                        <p:cTn dur="1" fill="hold">
                                          <p:stCondLst>
                                            <p:cond delay="0"/>
                                          </p:stCondLst>
                                        </p:cTn>
                                        <p:tgtEl>
                                          <p:spTgt spid="1831"/>
                                        </p:tgtEl>
                                        <p:attrNameLst>
                                          <p:attrName>style.visibility</p:attrName>
                                        </p:attrNameLst>
                                      </p:cBhvr>
                                      <p:to>
                                        <p:strVal val="visible"/>
                                      </p:to>
                                    </p:set>
                                    <p:animEffect filter="fade" transition="in">
                                      <p:cBhvr>
                                        <p:cTn dur="500"/>
                                        <p:tgtEl>
                                          <p:spTgt spid="1831"/>
                                        </p:tgtEl>
                                      </p:cBhvr>
                                    </p:animEffect>
                                  </p:childTnLst>
                                </p:cTn>
                              </p:par>
                              <p:par>
                                <p:cTn fill="hold" nodeType="withEffect" presetClass="entr" presetID="10" presetSubtype="0">
                                  <p:stCondLst>
                                    <p:cond delay="0"/>
                                  </p:stCondLst>
                                  <p:childTnLst>
                                    <p:set>
                                      <p:cBhvr>
                                        <p:cTn dur="1" fill="hold">
                                          <p:stCondLst>
                                            <p:cond delay="0"/>
                                          </p:stCondLst>
                                        </p:cTn>
                                        <p:tgtEl>
                                          <p:spTgt spid="2326"/>
                                        </p:tgtEl>
                                        <p:attrNameLst>
                                          <p:attrName>style.visibility</p:attrName>
                                        </p:attrNameLst>
                                      </p:cBhvr>
                                      <p:to>
                                        <p:strVal val="visible"/>
                                      </p:to>
                                    </p:set>
                                    <p:animEffect filter="fade" transition="in">
                                      <p:cBhvr>
                                        <p:cTn dur="500"/>
                                        <p:tgtEl>
                                          <p:spTgt spid="2326"/>
                                        </p:tgtEl>
                                      </p:cBhvr>
                                    </p:animEffect>
                                  </p:childTnLst>
                                </p:cTn>
                              </p:par>
                              <p:par>
                                <p:cTn fill="hold" nodeType="withEffect" presetClass="exit" presetID="10" presetSubtype="0">
                                  <p:stCondLst>
                                    <p:cond delay="0"/>
                                  </p:stCondLst>
                                  <p:childTnLst>
                                    <p:animEffect filter="fade" transition="out">
                                      <p:cBhvr>
                                        <p:cTn dur="500"/>
                                        <p:tgtEl>
                                          <p:spTgt spid="1749"/>
                                        </p:tgtEl>
                                      </p:cBhvr>
                                    </p:animEffect>
                                    <p:set>
                                      <p:cBhvr>
                                        <p:cTn dur="1" fill="hold">
                                          <p:stCondLst>
                                            <p:cond delay="500"/>
                                          </p:stCondLst>
                                        </p:cTn>
                                        <p:tgtEl>
                                          <p:spTgt spid="17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9"/>
                                        </p:tgtEl>
                                        <p:attrNameLst>
                                          <p:attrName>style.visibility</p:attrName>
                                        </p:attrNameLst>
                                      </p:cBhvr>
                                      <p:to>
                                        <p:strVal val="visible"/>
                                      </p:to>
                                    </p:set>
                                    <p:animEffect filter="fade" transition="in">
                                      <p:cBhvr>
                                        <p:cTn dur="500"/>
                                        <p:tgtEl>
                                          <p:spTgt spid="2159"/>
                                        </p:tgtEl>
                                      </p:cBhvr>
                                    </p:animEffect>
                                  </p:childTnLst>
                                </p:cTn>
                              </p:par>
                              <p:par>
                                <p:cTn fill="hold" nodeType="withEffect" presetClass="entr" presetID="10" presetSubtype="0">
                                  <p:stCondLst>
                                    <p:cond delay="0"/>
                                  </p:stCondLst>
                                  <p:childTnLst>
                                    <p:set>
                                      <p:cBhvr>
                                        <p:cTn dur="1" fill="hold">
                                          <p:stCondLst>
                                            <p:cond delay="0"/>
                                          </p:stCondLst>
                                        </p:cTn>
                                        <p:tgtEl>
                                          <p:spTgt spid="1785"/>
                                        </p:tgtEl>
                                        <p:attrNameLst>
                                          <p:attrName>style.visibility</p:attrName>
                                        </p:attrNameLst>
                                      </p:cBhvr>
                                      <p:to>
                                        <p:strVal val="visible"/>
                                      </p:to>
                                    </p:set>
                                    <p:animEffect filter="fade" transition="in">
                                      <p:cBhvr>
                                        <p:cTn dur="500"/>
                                        <p:tgtEl>
                                          <p:spTgt spid="1785"/>
                                        </p:tgtEl>
                                      </p:cBhvr>
                                    </p:animEffect>
                                  </p:childTnLst>
                                </p:cTn>
                              </p:par>
                              <p:par>
                                <p:cTn fill="hold" nodeType="withEffect" presetClass="entr" presetID="10" presetSubtype="0">
                                  <p:stCondLst>
                                    <p:cond delay="0"/>
                                  </p:stCondLst>
                                  <p:childTnLst>
                                    <p:set>
                                      <p:cBhvr>
                                        <p:cTn dur="1" fill="hold">
                                          <p:stCondLst>
                                            <p:cond delay="0"/>
                                          </p:stCondLst>
                                        </p:cTn>
                                        <p:tgtEl>
                                          <p:spTgt spid="1749"/>
                                        </p:tgtEl>
                                        <p:attrNameLst>
                                          <p:attrName>style.visibility</p:attrName>
                                        </p:attrNameLst>
                                      </p:cBhvr>
                                      <p:to>
                                        <p:strVal val="visible"/>
                                      </p:to>
                                    </p:set>
                                    <p:animEffect filter="fade" transition="in">
                                      <p:cBhvr>
                                        <p:cTn dur="500"/>
                                        <p:tgtEl>
                                          <p:spTgt spid="17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0"/>
                                        </p:tgtEl>
                                        <p:attrNameLst>
                                          <p:attrName>style.visibility</p:attrName>
                                        </p:attrNameLst>
                                      </p:cBhvr>
                                      <p:to>
                                        <p:strVal val="visible"/>
                                      </p:to>
                                    </p:set>
                                    <p:animEffect filter="fade" transition="in">
                                      <p:cBhvr>
                                        <p:cTn dur="500"/>
                                        <p:tgtEl>
                                          <p:spTgt spid="1910"/>
                                        </p:tgtEl>
                                      </p:cBhvr>
                                    </p:animEffect>
                                  </p:childTnLst>
                                </p:cTn>
                              </p:par>
                              <p:par>
                                <p:cTn fill="hold" nodeType="withEffect" presetClass="entr" presetID="10" presetSubtype="0">
                                  <p:stCondLst>
                                    <p:cond delay="0"/>
                                  </p:stCondLst>
                                  <p:childTnLst>
                                    <p:set>
                                      <p:cBhvr>
                                        <p:cTn dur="1" fill="hold">
                                          <p:stCondLst>
                                            <p:cond delay="0"/>
                                          </p:stCondLst>
                                        </p:cTn>
                                        <p:tgtEl>
                                          <p:spTgt spid="1804"/>
                                        </p:tgtEl>
                                        <p:attrNameLst>
                                          <p:attrName>style.visibility</p:attrName>
                                        </p:attrNameLst>
                                      </p:cBhvr>
                                      <p:to>
                                        <p:strVal val="visible"/>
                                      </p:to>
                                    </p:set>
                                    <p:animEffect filter="fade" transition="in">
                                      <p:cBhvr>
                                        <p:cTn dur="500"/>
                                        <p:tgtEl>
                                          <p:spTgt spid="18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gtEl>
                                        <p:attrNameLst>
                                          <p:attrName>style.visibility</p:attrName>
                                        </p:attrNameLst>
                                      </p:cBhvr>
                                      <p:to>
                                        <p:strVal val="visible"/>
                                      </p:to>
                                    </p:set>
                                    <p:animEffect filter="fade" transition="in">
                                      <p:cBhvr>
                                        <p:cTn dur="500"/>
                                        <p:tgtEl>
                                          <p:spTgt spid="1750"/>
                                        </p:tgtEl>
                                      </p:cBhvr>
                                    </p:animEffect>
                                  </p:childTnLst>
                                </p:cTn>
                              </p:par>
                              <p:par>
                                <p:cTn fill="hold" nodeType="withEffect" presetClass="exit" presetID="10" presetSubtype="0">
                                  <p:stCondLst>
                                    <p:cond delay="0"/>
                                  </p:stCondLst>
                                  <p:childTnLst>
                                    <p:animEffect filter="fade" transition="out">
                                      <p:cBhvr>
                                        <p:cTn dur="500"/>
                                        <p:tgtEl>
                                          <p:spTgt spid="2326"/>
                                        </p:tgtEl>
                                      </p:cBhvr>
                                    </p:animEffect>
                                    <p:set>
                                      <p:cBhvr>
                                        <p:cTn dur="1" fill="hold">
                                          <p:stCondLst>
                                            <p:cond delay="500"/>
                                          </p:stCondLst>
                                        </p:cTn>
                                        <p:tgtEl>
                                          <p:spTgt spid="232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323"/>
                                        </p:tgtEl>
                                        <p:attrNameLst>
                                          <p:attrName>style.visibility</p:attrName>
                                        </p:attrNameLst>
                                      </p:cBhvr>
                                      <p:to>
                                        <p:strVal val="visible"/>
                                      </p:to>
                                    </p:set>
                                    <p:animEffect filter="fade" transition="in">
                                      <p:cBhvr>
                                        <p:cTn dur="500"/>
                                        <p:tgtEl>
                                          <p:spTgt spid="23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0" name="Shape 2330"/>
        <p:cNvGrpSpPr/>
        <p:nvPr/>
      </p:nvGrpSpPr>
      <p:grpSpPr>
        <a:xfrm>
          <a:off x="0" y="0"/>
          <a:ext cx="0" cy="0"/>
          <a:chOff x="0" y="0"/>
          <a:chExt cx="0" cy="0"/>
        </a:xfrm>
      </p:grpSpPr>
      <p:sp>
        <p:nvSpPr>
          <p:cNvPr id="2331" name="Google Shape;2331;p15"/>
          <p:cNvSpPr txBox="1"/>
          <p:nvPr>
            <p:ph type="title"/>
          </p:nvPr>
        </p:nvSpPr>
        <p:spPr>
          <a:xfrm>
            <a:off x="581025" y="702310"/>
            <a:ext cx="11029315" cy="67881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Network Criteria</a:t>
            </a:r>
            <a:endParaRPr/>
          </a:p>
        </p:txBody>
      </p:sp>
      <p:sp>
        <p:nvSpPr>
          <p:cNvPr id="2332" name="Google Shape;2332;p15"/>
          <p:cNvSpPr txBox="1"/>
          <p:nvPr>
            <p:ph idx="1" type="body"/>
          </p:nvPr>
        </p:nvSpPr>
        <p:spPr>
          <a:xfrm>
            <a:off x="581025" y="1791335"/>
            <a:ext cx="11029315" cy="4897755"/>
          </a:xfrm>
          <a:prstGeom prst="rect">
            <a:avLst/>
          </a:prstGeom>
          <a:noFill/>
          <a:ln>
            <a:noFill/>
          </a:ln>
        </p:spPr>
        <p:txBody>
          <a:bodyPr anchorCtr="0" anchor="ctr" bIns="45700" lIns="91425" spcFirstLastPara="1" rIns="91425" wrap="square" tIns="45700">
            <a:normAutofit fontScale="90000" lnSpcReduction="10000"/>
          </a:bodyPr>
          <a:lstStyle/>
          <a:p>
            <a:pPr indent="-306070" lvl="0" marL="306070" rtl="0" algn="l">
              <a:lnSpc>
                <a:spcPct val="110000"/>
              </a:lnSpc>
              <a:spcBef>
                <a:spcPts val="0"/>
              </a:spcBef>
              <a:spcAft>
                <a:spcPts val="0"/>
              </a:spcAft>
              <a:buSzPct val="92000"/>
              <a:buFont typeface="Noto Sans Symbols"/>
              <a:buChar char="⮚"/>
            </a:pPr>
            <a:r>
              <a:rPr lang="en-US"/>
              <a:t>A network must be able to meet a certain number of criteria. Some of which are - </a:t>
            </a:r>
            <a:endParaRPr/>
          </a:p>
          <a:p>
            <a:pPr indent="-306070" lvl="0" marL="306070" rtl="0" algn="l">
              <a:lnSpc>
                <a:spcPct val="110000"/>
              </a:lnSpc>
              <a:spcBef>
                <a:spcPts val="1032"/>
              </a:spcBef>
              <a:spcAft>
                <a:spcPts val="0"/>
              </a:spcAft>
              <a:buSzPct val="92000"/>
              <a:buFont typeface="Noto Sans Symbols"/>
              <a:buChar char="⮚"/>
            </a:pPr>
            <a:r>
              <a:rPr b="1" lang="en-US"/>
              <a:t>Performance - </a:t>
            </a:r>
            <a:r>
              <a:rPr lang="en-US"/>
              <a:t>A network should provide efficient communication. Performance of a network is measured using two things - </a:t>
            </a:r>
            <a:endParaRPr/>
          </a:p>
          <a:p>
            <a:pPr indent="-306069" lvl="1" marL="629920" rtl="0" algn="l">
              <a:spcBef>
                <a:spcPts val="960"/>
              </a:spcBef>
              <a:spcAft>
                <a:spcPts val="0"/>
              </a:spcAft>
              <a:buSzPct val="91999"/>
              <a:buChar char="◼"/>
            </a:pPr>
            <a:r>
              <a:rPr b="1" lang="en-US"/>
              <a:t>Transit time</a:t>
            </a:r>
            <a:r>
              <a:rPr lang="en-US"/>
              <a:t> - Time spend by a message in the network before reaching to the destination.</a:t>
            </a:r>
            <a:endParaRPr/>
          </a:p>
          <a:p>
            <a:pPr indent="-306069" lvl="1" marL="629920" rtl="0" algn="l">
              <a:spcBef>
                <a:spcPts val="960"/>
              </a:spcBef>
              <a:spcAft>
                <a:spcPts val="0"/>
              </a:spcAft>
              <a:buSzPct val="91999"/>
              <a:buChar char="◼"/>
            </a:pPr>
            <a:r>
              <a:rPr b="1" lang="en-US"/>
              <a:t>Response time</a:t>
            </a:r>
            <a:r>
              <a:rPr lang="en-US"/>
              <a:t> - After receiving a query, time taken by a computer to generate the response.</a:t>
            </a:r>
            <a:endParaRPr/>
          </a:p>
          <a:p>
            <a:pPr indent="-306070" lvl="0" marL="306070" rtl="0" algn="l">
              <a:lnSpc>
                <a:spcPct val="110000"/>
              </a:lnSpc>
              <a:spcBef>
                <a:spcPts val="1032"/>
              </a:spcBef>
              <a:spcAft>
                <a:spcPts val="0"/>
              </a:spcAft>
              <a:buSzPct val="92000"/>
              <a:buFont typeface="Noto Sans Symbols"/>
              <a:buChar char="⮚"/>
            </a:pPr>
            <a:r>
              <a:rPr b="1" lang="en-US"/>
              <a:t>Reliability - </a:t>
            </a:r>
            <a:r>
              <a:rPr lang="en-US"/>
              <a:t>The Reliability of a network is measured by the frequency of failures it is undergoing and the time it takes to recover from the failures. Overall, the Robustness of the Network at times of catastrophic events is measured to check how reliable the Network is.</a:t>
            </a:r>
            <a:endParaRPr/>
          </a:p>
          <a:p>
            <a:pPr indent="-306070" lvl="0" marL="306070" rtl="0" algn="l">
              <a:lnSpc>
                <a:spcPct val="110000"/>
              </a:lnSpc>
              <a:spcBef>
                <a:spcPts val="1032"/>
              </a:spcBef>
              <a:spcAft>
                <a:spcPts val="0"/>
              </a:spcAft>
              <a:buSzPct val="92000"/>
              <a:buFont typeface="Noto Sans Symbols"/>
              <a:buChar char="⮚"/>
            </a:pPr>
            <a:r>
              <a:rPr b="1" lang="en-US"/>
              <a:t>Security -</a:t>
            </a:r>
            <a:r>
              <a:rPr lang="en-US"/>
              <a:t> Network security issues include protecting data from unauthorized access, protecting</a:t>
            </a:r>
            <a:r>
              <a:rPr b="1" lang="en-US"/>
              <a:t> </a:t>
            </a:r>
            <a:r>
              <a:rPr lang="en-US"/>
              <a:t>data from damage and development, and implementing policies and procedures for recovery from breaches and data losses.</a:t>
            </a:r>
            <a:endParaRPr/>
          </a:p>
          <a:p>
            <a:pPr indent="-179882" lvl="0" marL="306070" rtl="0" algn="l">
              <a:lnSpc>
                <a:spcPct val="110000"/>
              </a:lnSpc>
              <a:spcBef>
                <a:spcPts val="1032"/>
              </a:spcBef>
              <a:spcAft>
                <a:spcPts val="0"/>
              </a:spcAft>
              <a:buSzPct val="92000"/>
              <a:buFont typeface="Noto Sans Symbols"/>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6" name="Shape 2336"/>
        <p:cNvGrpSpPr/>
        <p:nvPr/>
      </p:nvGrpSpPr>
      <p:grpSpPr>
        <a:xfrm>
          <a:off x="0" y="0"/>
          <a:ext cx="0" cy="0"/>
          <a:chOff x="0" y="0"/>
          <a:chExt cx="0" cy="0"/>
        </a:xfrm>
      </p:grpSpPr>
      <p:sp>
        <p:nvSpPr>
          <p:cNvPr id="2337" name="Google Shape;2337;p16"/>
          <p:cNvSpPr txBox="1"/>
          <p:nvPr>
            <p:ph type="title"/>
          </p:nvPr>
        </p:nvSpPr>
        <p:spPr>
          <a:xfrm>
            <a:off x="581025" y="702310"/>
            <a:ext cx="11029315" cy="65913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Physical Structures of Networks</a:t>
            </a:r>
            <a:endParaRPr/>
          </a:p>
        </p:txBody>
      </p:sp>
      <p:sp>
        <p:nvSpPr>
          <p:cNvPr id="2338" name="Google Shape;2338;p16"/>
          <p:cNvSpPr txBox="1"/>
          <p:nvPr>
            <p:ph idx="1" type="body"/>
          </p:nvPr>
        </p:nvSpPr>
        <p:spPr>
          <a:xfrm>
            <a:off x="581025" y="1586230"/>
            <a:ext cx="11029315" cy="2045335"/>
          </a:xfrm>
          <a:prstGeom prst="rect">
            <a:avLst/>
          </a:prstGeom>
          <a:noFill/>
          <a:ln>
            <a:noFill/>
          </a:ln>
        </p:spPr>
        <p:txBody>
          <a:bodyPr anchorCtr="0" anchor="ctr" bIns="45700" lIns="91425" spcFirstLastPara="1" rIns="91425" wrap="square" tIns="45700">
            <a:normAutofit/>
          </a:bodyPr>
          <a:lstStyle/>
          <a:p>
            <a:pPr indent="-306070" lvl="0" marL="306070" rtl="0" algn="l">
              <a:lnSpc>
                <a:spcPct val="110000"/>
              </a:lnSpc>
              <a:spcBef>
                <a:spcPts val="0"/>
              </a:spcBef>
              <a:spcAft>
                <a:spcPts val="0"/>
              </a:spcAft>
              <a:buSzPts val="2208"/>
              <a:buFont typeface="Noto Sans Symbols"/>
              <a:buChar char="⮚"/>
            </a:pPr>
            <a:r>
              <a:rPr lang="en-US"/>
              <a:t>A network is two or more devices connected through links. A link is a communications pathway that transfers data from one device to another. </a:t>
            </a:r>
            <a:endParaRPr/>
          </a:p>
          <a:p>
            <a:pPr indent="-306070" lvl="0" marL="306070" rtl="0" algn="l">
              <a:lnSpc>
                <a:spcPct val="110000"/>
              </a:lnSpc>
              <a:spcBef>
                <a:spcPts val="1080"/>
              </a:spcBef>
              <a:spcAft>
                <a:spcPts val="0"/>
              </a:spcAft>
              <a:buSzPts val="2208"/>
              <a:buFont typeface="Noto Sans Symbols"/>
              <a:buChar char="⮚"/>
            </a:pPr>
            <a:r>
              <a:rPr lang="en-US"/>
              <a:t>For communication to occur, two devices must be connected in some way to the same link at the same time.</a:t>
            </a:r>
            <a:endParaRPr/>
          </a:p>
        </p:txBody>
      </p:sp>
      <p:pic>
        <p:nvPicPr>
          <p:cNvPr id="2339" name="Google Shape;2339;p16"/>
          <p:cNvPicPr preferRelativeResize="0"/>
          <p:nvPr/>
        </p:nvPicPr>
        <p:blipFill rotWithShape="1">
          <a:blip r:embed="rId3">
            <a:alphaModFix/>
          </a:blip>
          <a:srcRect b="0" l="0" r="0" t="0"/>
          <a:stretch/>
        </p:blipFill>
        <p:spPr>
          <a:xfrm>
            <a:off x="2100580" y="3716020"/>
            <a:ext cx="6313170" cy="2927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3" name="Shape 2343"/>
        <p:cNvGrpSpPr/>
        <p:nvPr/>
      </p:nvGrpSpPr>
      <p:grpSpPr>
        <a:xfrm>
          <a:off x="0" y="0"/>
          <a:ext cx="0" cy="0"/>
          <a:chOff x="0" y="0"/>
          <a:chExt cx="0" cy="0"/>
        </a:xfrm>
      </p:grpSpPr>
      <p:sp>
        <p:nvSpPr>
          <p:cNvPr id="2344" name="Google Shape;2344;p17"/>
          <p:cNvSpPr txBox="1"/>
          <p:nvPr>
            <p:ph type="title"/>
          </p:nvPr>
        </p:nvSpPr>
        <p:spPr>
          <a:xfrm>
            <a:off x="581025" y="702310"/>
            <a:ext cx="11029315" cy="75311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Network Topologies</a:t>
            </a:r>
            <a:endParaRPr/>
          </a:p>
        </p:txBody>
      </p:sp>
      <p:sp>
        <p:nvSpPr>
          <p:cNvPr id="2345" name="Google Shape;2345;p17"/>
          <p:cNvSpPr txBox="1"/>
          <p:nvPr>
            <p:ph idx="1" type="body"/>
          </p:nvPr>
        </p:nvSpPr>
        <p:spPr>
          <a:xfrm>
            <a:off x="581827" y="1862074"/>
            <a:ext cx="11029615" cy="3634486"/>
          </a:xfrm>
          <a:prstGeom prst="rect">
            <a:avLst/>
          </a:prstGeom>
          <a:noFill/>
          <a:ln>
            <a:noFill/>
          </a:ln>
        </p:spPr>
        <p:txBody>
          <a:bodyPr anchorCtr="0" anchor="ctr" bIns="45700" lIns="91425" spcFirstLastPara="1" rIns="91425" wrap="square" tIns="45700">
            <a:normAutofit/>
          </a:bodyPr>
          <a:lstStyle/>
          <a:p>
            <a:pPr indent="-306070" lvl="0" marL="306070" rtl="0" algn="l">
              <a:lnSpc>
                <a:spcPct val="110000"/>
              </a:lnSpc>
              <a:spcBef>
                <a:spcPts val="0"/>
              </a:spcBef>
              <a:spcAft>
                <a:spcPts val="0"/>
              </a:spcAft>
              <a:buSzPts val="2208"/>
              <a:buFont typeface="Noto Sans Symbols"/>
              <a:buChar char="⮚"/>
            </a:pPr>
            <a:r>
              <a:rPr lang="en-US"/>
              <a:t>Network topology refers to the arrangement of different elements like nodes, links, and devices in a computer network.</a:t>
            </a:r>
            <a:endParaRPr/>
          </a:p>
          <a:p>
            <a:pPr indent="-306070" lvl="0" marL="306070" rtl="0" algn="l">
              <a:lnSpc>
                <a:spcPct val="110000"/>
              </a:lnSpc>
              <a:spcBef>
                <a:spcPts val="1080"/>
              </a:spcBef>
              <a:spcAft>
                <a:spcPts val="0"/>
              </a:spcAft>
              <a:buSzPts val="2208"/>
              <a:buFont typeface="Noto Sans Symbols"/>
              <a:buChar char="⮚"/>
            </a:pPr>
            <a:r>
              <a:rPr lang="en-US"/>
              <a:t>It defines how these components are connected and interact with each other.</a:t>
            </a:r>
            <a:endParaRPr/>
          </a:p>
          <a:p>
            <a:pPr indent="-306070" lvl="0" marL="306070" rtl="0" algn="l">
              <a:lnSpc>
                <a:spcPct val="110000"/>
              </a:lnSpc>
              <a:spcBef>
                <a:spcPts val="1080"/>
              </a:spcBef>
              <a:spcAft>
                <a:spcPts val="0"/>
              </a:spcAft>
              <a:buSzPts val="2208"/>
              <a:buFont typeface="Noto Sans Symbols"/>
              <a:buChar char="⮚"/>
            </a:pPr>
            <a:r>
              <a:rPr lang="en-US"/>
              <a:t>Understanding various types of network topologies helps in designing efficient and robust networks.</a:t>
            </a:r>
            <a:endParaRPr/>
          </a:p>
          <a:p>
            <a:pPr indent="-306070" lvl="0" marL="306070" rtl="0" algn="l">
              <a:lnSpc>
                <a:spcPct val="110000"/>
              </a:lnSpc>
              <a:spcBef>
                <a:spcPts val="1080"/>
              </a:spcBef>
              <a:spcAft>
                <a:spcPts val="0"/>
              </a:spcAft>
              <a:buSzPts val="2208"/>
              <a:buFont typeface="Noto Sans Symbols"/>
              <a:buChar char="⮚"/>
            </a:pPr>
            <a:r>
              <a:rPr lang="en-US"/>
              <a:t>Common types include </a:t>
            </a:r>
            <a:r>
              <a:rPr i="1" lang="en-US"/>
              <a:t>bus, star, ring, mesh,</a:t>
            </a:r>
            <a:r>
              <a:rPr lang="en-US"/>
              <a:t> and </a:t>
            </a:r>
            <a:r>
              <a:rPr i="1" lang="en-US"/>
              <a:t>tree </a:t>
            </a:r>
            <a:r>
              <a:rPr lang="en-US"/>
              <a:t>topologies, each with its own advantages and disadvantages.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9" name="Shape 2349"/>
        <p:cNvGrpSpPr/>
        <p:nvPr/>
      </p:nvGrpSpPr>
      <p:grpSpPr>
        <a:xfrm>
          <a:off x="0" y="0"/>
          <a:ext cx="0" cy="0"/>
          <a:chOff x="0" y="0"/>
          <a:chExt cx="0" cy="0"/>
        </a:xfrm>
      </p:grpSpPr>
      <p:sp>
        <p:nvSpPr>
          <p:cNvPr id="2350" name="Google Shape;2350;p18"/>
          <p:cNvSpPr txBox="1"/>
          <p:nvPr>
            <p:ph type="title"/>
          </p:nvPr>
        </p:nvSpPr>
        <p:spPr>
          <a:xfrm>
            <a:off x="581025" y="702310"/>
            <a:ext cx="11029315" cy="74168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Types of Network Topology</a:t>
            </a:r>
            <a:endParaRPr/>
          </a:p>
        </p:txBody>
      </p:sp>
      <p:sp>
        <p:nvSpPr>
          <p:cNvPr id="2351" name="Google Shape;2351;p18"/>
          <p:cNvSpPr txBox="1"/>
          <p:nvPr>
            <p:ph idx="1" type="body"/>
          </p:nvPr>
        </p:nvSpPr>
        <p:spPr>
          <a:xfrm>
            <a:off x="581025" y="1786890"/>
            <a:ext cx="5829935" cy="4246245"/>
          </a:xfrm>
          <a:prstGeom prst="rect">
            <a:avLst/>
          </a:prstGeom>
          <a:noFill/>
          <a:ln>
            <a:noFill/>
          </a:ln>
        </p:spPr>
        <p:txBody>
          <a:bodyPr anchorCtr="0" anchor="ctr" bIns="45700" lIns="91425" spcFirstLastPara="1" rIns="91425" wrap="square" tIns="45700">
            <a:normAutofit fontScale="90000"/>
          </a:bodyPr>
          <a:lstStyle/>
          <a:p>
            <a:pPr indent="-306070" lvl="0" marL="306070" rtl="0" algn="l">
              <a:lnSpc>
                <a:spcPct val="110000"/>
              </a:lnSpc>
              <a:spcBef>
                <a:spcPts val="0"/>
              </a:spcBef>
              <a:spcAft>
                <a:spcPts val="0"/>
              </a:spcAft>
              <a:buSzPct val="92000"/>
              <a:buFont typeface="Noto Sans Symbols"/>
              <a:buChar char="⮚"/>
            </a:pPr>
            <a:r>
              <a:rPr b="1" lang="en-US"/>
              <a:t>Bus Topology</a:t>
            </a:r>
            <a:endParaRPr/>
          </a:p>
          <a:p>
            <a:pPr indent="-306069" lvl="1" marL="629920" rtl="0" algn="l">
              <a:spcBef>
                <a:spcPts val="960"/>
              </a:spcBef>
              <a:spcAft>
                <a:spcPts val="0"/>
              </a:spcAft>
              <a:buSzPct val="91999"/>
              <a:buChar char="◼"/>
            </a:pPr>
            <a:r>
              <a:rPr lang="en-US"/>
              <a:t>In case of Bus topology, all devices share single communication line or cable.</a:t>
            </a:r>
            <a:endParaRPr/>
          </a:p>
          <a:p>
            <a:pPr indent="-306069" lvl="1" marL="629920" rtl="0" algn="l">
              <a:spcBef>
                <a:spcPts val="960"/>
              </a:spcBef>
              <a:spcAft>
                <a:spcPts val="0"/>
              </a:spcAft>
              <a:buSzPct val="91999"/>
              <a:buChar char="◼"/>
            </a:pPr>
            <a:r>
              <a:rPr lang="en-US"/>
              <a:t>It is one of the simple forms of networking where a failure of a device does not affect the other devices. But failure of the shared communication line can make all other devices stop functioning.</a:t>
            </a:r>
            <a:endParaRPr/>
          </a:p>
          <a:p>
            <a:pPr indent="-306069" lvl="1" marL="629920" rtl="0" algn="l">
              <a:spcBef>
                <a:spcPts val="960"/>
              </a:spcBef>
              <a:spcAft>
                <a:spcPts val="0"/>
              </a:spcAft>
              <a:buSzPct val="91999"/>
              <a:buChar char="◼"/>
            </a:pPr>
            <a:r>
              <a:rPr lang="en-US"/>
              <a:t>Both ends of the shared channel have line terminator. The data is sent in both directions and as soon as it reaches the extreme ends, the terminator removes the data from the line.</a:t>
            </a:r>
            <a:endParaRPr/>
          </a:p>
        </p:txBody>
      </p:sp>
      <p:pic>
        <p:nvPicPr>
          <p:cNvPr id="2352" name="Google Shape;2352;p18"/>
          <p:cNvPicPr preferRelativeResize="0"/>
          <p:nvPr/>
        </p:nvPicPr>
        <p:blipFill rotWithShape="1">
          <a:blip r:embed="rId3">
            <a:alphaModFix/>
          </a:blip>
          <a:srcRect b="0" l="0" r="0" t="0"/>
          <a:stretch/>
        </p:blipFill>
        <p:spPr>
          <a:xfrm>
            <a:off x="6716395" y="2340610"/>
            <a:ext cx="4895215" cy="291655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6" name="Shape 2356"/>
        <p:cNvGrpSpPr/>
        <p:nvPr/>
      </p:nvGrpSpPr>
      <p:grpSpPr>
        <a:xfrm>
          <a:off x="0" y="0"/>
          <a:ext cx="0" cy="0"/>
          <a:chOff x="0" y="0"/>
          <a:chExt cx="0" cy="0"/>
        </a:xfrm>
      </p:grpSpPr>
      <p:sp>
        <p:nvSpPr>
          <p:cNvPr id="2357" name="Google Shape;2357;p19"/>
          <p:cNvSpPr txBox="1"/>
          <p:nvPr>
            <p:ph type="title"/>
          </p:nvPr>
        </p:nvSpPr>
        <p:spPr>
          <a:xfrm>
            <a:off x="581025" y="702310"/>
            <a:ext cx="11029315" cy="76327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Types of Network Topology</a:t>
            </a:r>
            <a:endParaRPr/>
          </a:p>
        </p:txBody>
      </p:sp>
      <p:sp>
        <p:nvSpPr>
          <p:cNvPr id="2358" name="Google Shape;2358;p19"/>
          <p:cNvSpPr txBox="1"/>
          <p:nvPr>
            <p:ph idx="1" type="body"/>
          </p:nvPr>
        </p:nvSpPr>
        <p:spPr>
          <a:xfrm>
            <a:off x="581025" y="1797685"/>
            <a:ext cx="6911340" cy="4307205"/>
          </a:xfrm>
          <a:prstGeom prst="rect">
            <a:avLst/>
          </a:prstGeom>
          <a:noFill/>
          <a:ln>
            <a:noFill/>
          </a:ln>
        </p:spPr>
        <p:txBody>
          <a:bodyPr anchorCtr="0" anchor="ctr" bIns="45700" lIns="91425" spcFirstLastPara="1" rIns="91425" wrap="square" tIns="45700">
            <a:normAutofit lnSpcReduction="20000"/>
          </a:bodyPr>
          <a:lstStyle/>
          <a:p>
            <a:pPr indent="-306070" lvl="0" marL="306070" rtl="0" algn="l">
              <a:lnSpc>
                <a:spcPct val="110000"/>
              </a:lnSpc>
              <a:spcBef>
                <a:spcPts val="0"/>
              </a:spcBef>
              <a:spcAft>
                <a:spcPts val="0"/>
              </a:spcAft>
              <a:buSzPts val="2208"/>
              <a:buFont typeface="Noto Sans Symbols"/>
              <a:buChar char="⮚"/>
            </a:pPr>
            <a:r>
              <a:rPr b="1" lang="en-US"/>
              <a:t>Star Topology</a:t>
            </a:r>
            <a:r>
              <a:rPr lang="en-US"/>
              <a:t> - </a:t>
            </a:r>
            <a:endParaRPr/>
          </a:p>
          <a:p>
            <a:pPr indent="-306069" lvl="1" marL="629920" rtl="0" algn="l">
              <a:spcBef>
                <a:spcPts val="1000"/>
              </a:spcBef>
              <a:spcAft>
                <a:spcPts val="0"/>
              </a:spcAft>
              <a:buSzPts val="1840"/>
              <a:buChar char="◼"/>
            </a:pPr>
            <a:r>
              <a:rPr lang="en-US"/>
              <a:t>In Star Topology, all the devices are connected to a single hub through a cable.</a:t>
            </a:r>
            <a:endParaRPr/>
          </a:p>
          <a:p>
            <a:pPr indent="-306069" lvl="1" marL="629920" rtl="0" algn="l">
              <a:spcBef>
                <a:spcPts val="1000"/>
              </a:spcBef>
              <a:spcAft>
                <a:spcPts val="0"/>
              </a:spcAft>
              <a:buSzPts val="1840"/>
              <a:buChar char="◼"/>
            </a:pPr>
            <a:r>
              <a:rPr lang="en-US"/>
              <a:t>This hub is the central node and all other nodes are connected to the central node.</a:t>
            </a:r>
            <a:endParaRPr/>
          </a:p>
          <a:p>
            <a:pPr indent="-306069" lvl="1" marL="629920" rtl="0" algn="l">
              <a:spcBef>
                <a:spcPts val="1000"/>
              </a:spcBef>
              <a:spcAft>
                <a:spcPts val="0"/>
              </a:spcAft>
              <a:buSzPts val="1840"/>
              <a:buChar char="◼"/>
            </a:pPr>
            <a:r>
              <a:rPr lang="en-US"/>
              <a:t>If hub fails, connectivity of all hosts to all other hosts fails. Every communication between hosts, takes place through only the hub.</a:t>
            </a:r>
            <a:endParaRPr/>
          </a:p>
          <a:p>
            <a:pPr indent="-306069" lvl="1" marL="629920" rtl="0" algn="l">
              <a:spcBef>
                <a:spcPts val="1000"/>
              </a:spcBef>
              <a:spcAft>
                <a:spcPts val="0"/>
              </a:spcAft>
              <a:buSzPts val="1840"/>
              <a:buChar char="◼"/>
            </a:pPr>
            <a:r>
              <a:rPr lang="en-US"/>
              <a:t>Star topology is not expensive as to connect one more host, only one cable is required and configuration is simple.</a:t>
            </a:r>
            <a:endParaRPr/>
          </a:p>
        </p:txBody>
      </p:sp>
      <p:pic>
        <p:nvPicPr>
          <p:cNvPr id="2359" name="Google Shape;2359;p19"/>
          <p:cNvPicPr preferRelativeResize="0"/>
          <p:nvPr/>
        </p:nvPicPr>
        <p:blipFill rotWithShape="1">
          <a:blip r:embed="rId3">
            <a:alphaModFix/>
          </a:blip>
          <a:srcRect b="0" l="0" r="0" t="0"/>
          <a:stretch/>
        </p:blipFill>
        <p:spPr>
          <a:xfrm>
            <a:off x="8010525" y="2773680"/>
            <a:ext cx="3600450" cy="2768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3" name="Shape 2363"/>
        <p:cNvGrpSpPr/>
        <p:nvPr/>
      </p:nvGrpSpPr>
      <p:grpSpPr>
        <a:xfrm>
          <a:off x="0" y="0"/>
          <a:ext cx="0" cy="0"/>
          <a:chOff x="0" y="0"/>
          <a:chExt cx="0" cy="0"/>
        </a:xfrm>
      </p:grpSpPr>
      <p:sp>
        <p:nvSpPr>
          <p:cNvPr id="2364" name="Google Shape;2364;p20"/>
          <p:cNvSpPr txBox="1"/>
          <p:nvPr>
            <p:ph type="title"/>
          </p:nvPr>
        </p:nvSpPr>
        <p:spPr>
          <a:xfrm>
            <a:off x="581025" y="702310"/>
            <a:ext cx="11029315" cy="73152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Types of Network Topology</a:t>
            </a:r>
            <a:endParaRPr/>
          </a:p>
        </p:txBody>
      </p:sp>
      <p:sp>
        <p:nvSpPr>
          <p:cNvPr id="2365" name="Google Shape;2365;p20"/>
          <p:cNvSpPr txBox="1"/>
          <p:nvPr>
            <p:ph idx="1" type="body"/>
          </p:nvPr>
        </p:nvSpPr>
        <p:spPr>
          <a:xfrm>
            <a:off x="581025" y="1765935"/>
            <a:ext cx="6544310" cy="4411980"/>
          </a:xfrm>
          <a:prstGeom prst="rect">
            <a:avLst/>
          </a:prstGeom>
          <a:noFill/>
          <a:ln>
            <a:noFill/>
          </a:ln>
        </p:spPr>
        <p:txBody>
          <a:bodyPr anchorCtr="0" anchor="ctr" bIns="45700" lIns="91425" spcFirstLastPara="1" rIns="91425" wrap="square" tIns="45700">
            <a:normAutofit fontScale="90000"/>
          </a:bodyPr>
          <a:lstStyle/>
          <a:p>
            <a:pPr indent="-306070" lvl="0" marL="306070" rtl="0" algn="l">
              <a:lnSpc>
                <a:spcPct val="110000"/>
              </a:lnSpc>
              <a:spcBef>
                <a:spcPts val="0"/>
              </a:spcBef>
              <a:spcAft>
                <a:spcPts val="0"/>
              </a:spcAft>
              <a:buSzPct val="92000"/>
              <a:buFont typeface="Noto Sans Symbols"/>
              <a:buChar char="⮚"/>
            </a:pPr>
            <a:r>
              <a:rPr b="1" lang="en-US"/>
              <a:t>Ring Topology</a:t>
            </a:r>
            <a:r>
              <a:rPr lang="en-US"/>
              <a:t> - </a:t>
            </a:r>
            <a:endParaRPr/>
          </a:p>
          <a:p>
            <a:pPr indent="-306069" lvl="1" marL="629920" rtl="0" algn="l">
              <a:spcBef>
                <a:spcPts val="960"/>
              </a:spcBef>
              <a:spcAft>
                <a:spcPts val="0"/>
              </a:spcAft>
              <a:buSzPct val="91999"/>
              <a:buChar char="◼"/>
            </a:pPr>
            <a:r>
              <a:rPr lang="en-US"/>
              <a:t>In ring topology, each host machine connects to exactly two other machines, creating a circular network structure.</a:t>
            </a:r>
            <a:endParaRPr/>
          </a:p>
          <a:p>
            <a:pPr indent="-306069" lvl="1" marL="629920" rtl="0" algn="l">
              <a:spcBef>
                <a:spcPts val="960"/>
              </a:spcBef>
              <a:spcAft>
                <a:spcPts val="0"/>
              </a:spcAft>
              <a:buSzPct val="91999"/>
              <a:buChar char="◼"/>
            </a:pPr>
            <a:r>
              <a:rPr lang="en-US"/>
              <a:t>When one host tries to communicate or send message to a host which is not adjacent to it, the data travels through all intermediate hosts.</a:t>
            </a:r>
            <a:endParaRPr/>
          </a:p>
          <a:p>
            <a:pPr indent="-306069" lvl="1" marL="629920" rtl="0" algn="l">
              <a:spcBef>
                <a:spcPts val="960"/>
              </a:spcBef>
              <a:spcAft>
                <a:spcPts val="0"/>
              </a:spcAft>
              <a:buSzPct val="91999"/>
              <a:buChar char="◼"/>
            </a:pPr>
            <a:r>
              <a:rPr lang="en-US"/>
              <a:t>To connect one more host in the existing structure, the administrator may need only one more extra cable.</a:t>
            </a:r>
            <a:endParaRPr/>
          </a:p>
          <a:p>
            <a:pPr indent="-306069" lvl="1" marL="629920" rtl="0" algn="l">
              <a:spcBef>
                <a:spcPts val="960"/>
              </a:spcBef>
              <a:spcAft>
                <a:spcPts val="0"/>
              </a:spcAft>
              <a:buSzPct val="91999"/>
              <a:buChar char="◼"/>
            </a:pPr>
            <a:r>
              <a:rPr lang="en-US"/>
              <a:t>Failure of any host results in failure of the whole ring as the data travels in only one direction in ring network structure. Thus, every connection in the ring is a point of failure.</a:t>
            </a:r>
            <a:endParaRPr/>
          </a:p>
        </p:txBody>
      </p:sp>
      <p:pic>
        <p:nvPicPr>
          <p:cNvPr id="2366" name="Google Shape;2366;p20"/>
          <p:cNvPicPr preferRelativeResize="0"/>
          <p:nvPr/>
        </p:nvPicPr>
        <p:blipFill rotWithShape="1">
          <a:blip r:embed="rId3">
            <a:alphaModFix/>
          </a:blip>
          <a:srcRect b="0" l="0" r="0" t="0"/>
          <a:stretch/>
        </p:blipFill>
        <p:spPr>
          <a:xfrm>
            <a:off x="7677150" y="2992755"/>
            <a:ext cx="3543300" cy="2330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0" name="Shape 2370"/>
        <p:cNvGrpSpPr/>
        <p:nvPr/>
      </p:nvGrpSpPr>
      <p:grpSpPr>
        <a:xfrm>
          <a:off x="0" y="0"/>
          <a:ext cx="0" cy="0"/>
          <a:chOff x="0" y="0"/>
          <a:chExt cx="0" cy="0"/>
        </a:xfrm>
      </p:grpSpPr>
      <p:sp>
        <p:nvSpPr>
          <p:cNvPr id="2371" name="Google Shape;2371;p21"/>
          <p:cNvSpPr txBox="1"/>
          <p:nvPr>
            <p:ph type="title"/>
          </p:nvPr>
        </p:nvSpPr>
        <p:spPr>
          <a:xfrm>
            <a:off x="581025" y="702310"/>
            <a:ext cx="11029315" cy="70929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Types of Network Topology</a:t>
            </a:r>
            <a:endParaRPr/>
          </a:p>
        </p:txBody>
      </p:sp>
      <p:sp>
        <p:nvSpPr>
          <p:cNvPr id="2372" name="Google Shape;2372;p21"/>
          <p:cNvSpPr txBox="1"/>
          <p:nvPr>
            <p:ph idx="1" type="body"/>
          </p:nvPr>
        </p:nvSpPr>
        <p:spPr>
          <a:xfrm>
            <a:off x="581025" y="1696085"/>
            <a:ext cx="6666230" cy="4818380"/>
          </a:xfrm>
          <a:prstGeom prst="rect">
            <a:avLst/>
          </a:prstGeom>
          <a:noFill/>
          <a:ln>
            <a:noFill/>
          </a:ln>
        </p:spPr>
        <p:txBody>
          <a:bodyPr anchorCtr="0" anchor="ctr" bIns="45700" lIns="91425" spcFirstLastPara="1" rIns="91425" wrap="square" tIns="45700">
            <a:normAutofit fontScale="90000"/>
          </a:bodyPr>
          <a:lstStyle/>
          <a:p>
            <a:pPr indent="-306070" lvl="0" marL="306070" rtl="0" algn="l">
              <a:lnSpc>
                <a:spcPct val="110000"/>
              </a:lnSpc>
              <a:spcBef>
                <a:spcPts val="0"/>
              </a:spcBef>
              <a:spcAft>
                <a:spcPts val="0"/>
              </a:spcAft>
              <a:buSzPct val="92000"/>
              <a:buFont typeface="Noto Sans Symbols"/>
              <a:buChar char="⮚"/>
            </a:pPr>
            <a:r>
              <a:rPr b="1" lang="en-US"/>
              <a:t>Mesh Topology</a:t>
            </a:r>
            <a:r>
              <a:rPr lang="en-US"/>
              <a:t> - </a:t>
            </a:r>
            <a:endParaRPr/>
          </a:p>
          <a:p>
            <a:pPr indent="-306069" lvl="1" marL="629920" rtl="0" algn="l">
              <a:spcBef>
                <a:spcPts val="960"/>
              </a:spcBef>
              <a:spcAft>
                <a:spcPts val="0"/>
              </a:spcAft>
              <a:buSzPct val="91999"/>
              <a:buChar char="◼"/>
            </a:pPr>
            <a:r>
              <a:rPr lang="en-US"/>
              <a:t>In this type of topology, a host is connected to one or multiple hosts.</a:t>
            </a:r>
            <a:endParaRPr/>
          </a:p>
          <a:p>
            <a:pPr indent="-306069" lvl="1" marL="629920" rtl="0" algn="l">
              <a:spcBef>
                <a:spcPts val="960"/>
              </a:spcBef>
              <a:spcAft>
                <a:spcPts val="0"/>
              </a:spcAft>
              <a:buSzPct val="91999"/>
              <a:buChar char="◼"/>
            </a:pPr>
            <a:r>
              <a:rPr lang="en-US"/>
              <a:t>Hosts in Mesh topology also work as relay for other hosts which do not have direct point-to-point links.</a:t>
            </a:r>
            <a:endParaRPr/>
          </a:p>
          <a:p>
            <a:pPr indent="-306069" lvl="1" marL="629920" rtl="0" algn="l">
              <a:spcBef>
                <a:spcPts val="960"/>
              </a:spcBef>
              <a:spcAft>
                <a:spcPts val="0"/>
              </a:spcAft>
              <a:buSzPct val="91999"/>
              <a:buChar char="◼"/>
            </a:pPr>
            <a:r>
              <a:rPr b="1" lang="en-US"/>
              <a:t>Full Mesh</a:t>
            </a:r>
            <a:r>
              <a:rPr lang="en-US"/>
              <a:t> - All hosts have a point-to-point connection to every other host in the network. It provides the most reliable network structure among all network topologies.</a:t>
            </a:r>
            <a:endParaRPr/>
          </a:p>
          <a:p>
            <a:pPr indent="-306069" lvl="1" marL="629920" rtl="0" algn="l">
              <a:spcBef>
                <a:spcPts val="960"/>
              </a:spcBef>
              <a:spcAft>
                <a:spcPts val="0"/>
              </a:spcAft>
              <a:buSzPct val="91999"/>
              <a:buChar char="◼"/>
            </a:pPr>
            <a:r>
              <a:rPr b="1" lang="en-US"/>
              <a:t>Partially Mesh</a:t>
            </a:r>
            <a:r>
              <a:rPr lang="en-US"/>
              <a:t> - Not all hosts have point-to-point connection to every other host. Hosts connect to each other in some arbitrarily fashion. This topology exists where we need to provide reliability to some hosts out of all.</a:t>
            </a:r>
            <a:endParaRPr/>
          </a:p>
        </p:txBody>
      </p:sp>
      <p:pic>
        <p:nvPicPr>
          <p:cNvPr id="2373" name="Google Shape;2373;p21"/>
          <p:cNvPicPr preferRelativeResize="0"/>
          <p:nvPr/>
        </p:nvPicPr>
        <p:blipFill rotWithShape="1">
          <a:blip r:embed="rId3">
            <a:alphaModFix/>
          </a:blip>
          <a:srcRect b="0" l="0" r="0" t="0"/>
          <a:stretch/>
        </p:blipFill>
        <p:spPr>
          <a:xfrm>
            <a:off x="7919720" y="1482090"/>
            <a:ext cx="3556000" cy="2317750"/>
          </a:xfrm>
          <a:prstGeom prst="rect">
            <a:avLst/>
          </a:prstGeom>
          <a:noFill/>
          <a:ln>
            <a:noFill/>
          </a:ln>
        </p:spPr>
      </p:pic>
      <p:pic>
        <p:nvPicPr>
          <p:cNvPr id="2374" name="Google Shape;2374;p21"/>
          <p:cNvPicPr preferRelativeResize="0"/>
          <p:nvPr/>
        </p:nvPicPr>
        <p:blipFill rotWithShape="1">
          <a:blip r:embed="rId4">
            <a:alphaModFix/>
          </a:blip>
          <a:srcRect b="0" l="0" r="0" t="0"/>
          <a:stretch/>
        </p:blipFill>
        <p:spPr>
          <a:xfrm>
            <a:off x="7919720" y="4344035"/>
            <a:ext cx="3556000" cy="2314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8" name="Shape 2378"/>
        <p:cNvGrpSpPr/>
        <p:nvPr/>
      </p:nvGrpSpPr>
      <p:grpSpPr>
        <a:xfrm>
          <a:off x="0" y="0"/>
          <a:ext cx="0" cy="0"/>
          <a:chOff x="0" y="0"/>
          <a:chExt cx="0" cy="0"/>
        </a:xfrm>
      </p:grpSpPr>
      <p:sp>
        <p:nvSpPr>
          <p:cNvPr id="2379" name="Google Shape;2379;p22"/>
          <p:cNvSpPr txBox="1"/>
          <p:nvPr>
            <p:ph type="title"/>
          </p:nvPr>
        </p:nvSpPr>
        <p:spPr>
          <a:xfrm>
            <a:off x="581025" y="702310"/>
            <a:ext cx="11029315" cy="75184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Types of Network Topology</a:t>
            </a:r>
            <a:endParaRPr/>
          </a:p>
        </p:txBody>
      </p:sp>
      <p:sp>
        <p:nvSpPr>
          <p:cNvPr id="2380" name="Google Shape;2380;p22"/>
          <p:cNvSpPr txBox="1"/>
          <p:nvPr>
            <p:ph idx="1" type="body"/>
          </p:nvPr>
        </p:nvSpPr>
        <p:spPr>
          <a:xfrm>
            <a:off x="581025" y="1829435"/>
            <a:ext cx="6218555" cy="4763770"/>
          </a:xfrm>
          <a:prstGeom prst="rect">
            <a:avLst/>
          </a:prstGeom>
          <a:noFill/>
          <a:ln>
            <a:noFill/>
          </a:ln>
        </p:spPr>
        <p:txBody>
          <a:bodyPr anchorCtr="0" anchor="ctr" bIns="45700" lIns="91425" spcFirstLastPara="1" rIns="91425" wrap="square" tIns="45700">
            <a:normAutofit fontScale="80000"/>
          </a:bodyPr>
          <a:lstStyle/>
          <a:p>
            <a:pPr indent="-306069" lvl="0" marL="306070" rtl="0" algn="l">
              <a:lnSpc>
                <a:spcPct val="110000"/>
              </a:lnSpc>
              <a:spcBef>
                <a:spcPts val="0"/>
              </a:spcBef>
              <a:spcAft>
                <a:spcPts val="0"/>
              </a:spcAft>
              <a:buSzPct val="92000"/>
              <a:buFont typeface="Noto Sans Symbols"/>
              <a:buChar char="⮚"/>
            </a:pPr>
            <a:r>
              <a:rPr b="1" lang="en-US"/>
              <a:t>Tree Topology or Hierarchical Topology</a:t>
            </a:r>
            <a:endParaRPr b="1"/>
          </a:p>
          <a:p>
            <a:pPr indent="-306069" lvl="1" marL="629920" rtl="0" algn="l">
              <a:spcBef>
                <a:spcPts val="920"/>
              </a:spcBef>
              <a:spcAft>
                <a:spcPts val="0"/>
              </a:spcAft>
              <a:buSzPct val="91999"/>
              <a:buChar char="◼"/>
            </a:pPr>
            <a:r>
              <a:rPr lang="en-US"/>
              <a:t>This topology divides the network in to multiple levels/layers of network.</a:t>
            </a:r>
            <a:endParaRPr/>
          </a:p>
          <a:p>
            <a:pPr indent="-306069" lvl="1" marL="629920" rtl="0" algn="l">
              <a:spcBef>
                <a:spcPts val="920"/>
              </a:spcBef>
              <a:spcAft>
                <a:spcPts val="0"/>
              </a:spcAft>
              <a:buSzPct val="91999"/>
              <a:buChar char="◼"/>
            </a:pPr>
            <a:r>
              <a:rPr lang="en-US"/>
              <a:t>The lowermost is access-layer where computers are attached. </a:t>
            </a:r>
            <a:endParaRPr/>
          </a:p>
          <a:p>
            <a:pPr indent="-306069" lvl="1" marL="629920" rtl="0" algn="l">
              <a:spcBef>
                <a:spcPts val="920"/>
              </a:spcBef>
              <a:spcAft>
                <a:spcPts val="0"/>
              </a:spcAft>
              <a:buSzPct val="91999"/>
              <a:buChar char="◼"/>
            </a:pPr>
            <a:r>
              <a:rPr lang="en-US"/>
              <a:t>The middle layer is known as distribution layer, which works as mediator between upper layer and lower layer. </a:t>
            </a:r>
            <a:endParaRPr/>
          </a:p>
          <a:p>
            <a:pPr indent="-306069" lvl="1" marL="629920" rtl="0" algn="l">
              <a:spcBef>
                <a:spcPts val="920"/>
              </a:spcBef>
              <a:spcAft>
                <a:spcPts val="0"/>
              </a:spcAft>
              <a:buSzPct val="91999"/>
              <a:buChar char="◼"/>
            </a:pPr>
            <a:r>
              <a:rPr lang="en-US"/>
              <a:t>The highest layer is known as core layer, and is central point of the network, i.e. root of the tree from which all nodes fork.</a:t>
            </a:r>
            <a:endParaRPr/>
          </a:p>
          <a:p>
            <a:pPr indent="-306069" lvl="1" marL="629920" rtl="0" algn="l">
              <a:spcBef>
                <a:spcPts val="920"/>
              </a:spcBef>
              <a:spcAft>
                <a:spcPts val="0"/>
              </a:spcAft>
              <a:buSzPct val="91999"/>
              <a:buChar char="◼"/>
            </a:pPr>
            <a:r>
              <a:rPr lang="en-US"/>
              <a:t>Similar to the Bus topology, if the root goes down, then the entire network suffers even though it is not the single point of failure.</a:t>
            </a:r>
            <a:endParaRPr/>
          </a:p>
          <a:p>
            <a:pPr indent="-306069" lvl="1" marL="629920" rtl="0" algn="l">
              <a:spcBef>
                <a:spcPts val="920"/>
              </a:spcBef>
              <a:spcAft>
                <a:spcPts val="0"/>
              </a:spcAft>
              <a:buSzPct val="91999"/>
              <a:buChar char="◼"/>
            </a:pPr>
            <a:r>
              <a:rPr lang="en-US"/>
              <a:t>Every connection serves as point of failure, failing of which divides the network into unreachable segment.</a:t>
            </a:r>
            <a:endParaRPr/>
          </a:p>
          <a:p>
            <a:pPr indent="-212597" lvl="1" marL="629920" rtl="0" algn="l">
              <a:spcBef>
                <a:spcPts val="920"/>
              </a:spcBef>
              <a:spcAft>
                <a:spcPts val="0"/>
              </a:spcAft>
              <a:buSzPct val="91999"/>
              <a:buNone/>
            </a:pPr>
            <a:r>
              <a:t/>
            </a:r>
            <a:endParaRPr/>
          </a:p>
        </p:txBody>
      </p:sp>
      <p:pic>
        <p:nvPicPr>
          <p:cNvPr id="2381" name="Google Shape;2381;p22"/>
          <p:cNvPicPr preferRelativeResize="0"/>
          <p:nvPr/>
        </p:nvPicPr>
        <p:blipFill rotWithShape="1">
          <a:blip r:embed="rId3">
            <a:alphaModFix/>
          </a:blip>
          <a:srcRect b="0" l="0" r="0" t="0"/>
          <a:stretch/>
        </p:blipFill>
        <p:spPr>
          <a:xfrm>
            <a:off x="7165340" y="2652395"/>
            <a:ext cx="4445000" cy="248729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5" name="Shape 2385"/>
        <p:cNvGrpSpPr/>
        <p:nvPr/>
      </p:nvGrpSpPr>
      <p:grpSpPr>
        <a:xfrm>
          <a:off x="0" y="0"/>
          <a:ext cx="0" cy="0"/>
          <a:chOff x="0" y="0"/>
          <a:chExt cx="0" cy="0"/>
        </a:xfrm>
      </p:grpSpPr>
      <p:sp>
        <p:nvSpPr>
          <p:cNvPr id="2386" name="Google Shape;2386;p23"/>
          <p:cNvSpPr txBox="1"/>
          <p:nvPr>
            <p:ph type="title"/>
          </p:nvPr>
        </p:nvSpPr>
        <p:spPr>
          <a:xfrm>
            <a:off x="581025" y="702310"/>
            <a:ext cx="11029315" cy="6350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Types of Network Topology</a:t>
            </a:r>
            <a:endParaRPr/>
          </a:p>
        </p:txBody>
      </p:sp>
      <p:sp>
        <p:nvSpPr>
          <p:cNvPr id="2387" name="Google Shape;2387;p23"/>
          <p:cNvSpPr txBox="1"/>
          <p:nvPr>
            <p:ph idx="1" type="body"/>
          </p:nvPr>
        </p:nvSpPr>
        <p:spPr>
          <a:xfrm>
            <a:off x="581025" y="1805940"/>
            <a:ext cx="6014720" cy="3634740"/>
          </a:xfrm>
          <a:prstGeom prst="rect">
            <a:avLst/>
          </a:prstGeom>
          <a:noFill/>
          <a:ln>
            <a:noFill/>
          </a:ln>
        </p:spPr>
        <p:txBody>
          <a:bodyPr anchorCtr="0" anchor="ctr" bIns="45700" lIns="91425" spcFirstLastPara="1" rIns="91425" wrap="square" tIns="45700">
            <a:normAutofit lnSpcReduction="10000"/>
          </a:bodyPr>
          <a:lstStyle/>
          <a:p>
            <a:pPr indent="-306070" lvl="0" marL="306070" rtl="0" algn="l">
              <a:lnSpc>
                <a:spcPct val="110000"/>
              </a:lnSpc>
              <a:spcBef>
                <a:spcPts val="0"/>
              </a:spcBef>
              <a:spcAft>
                <a:spcPts val="0"/>
              </a:spcAft>
              <a:buSzPts val="2208"/>
              <a:buFont typeface="Noto Sans Symbols"/>
              <a:buChar char="⮚"/>
            </a:pPr>
            <a:r>
              <a:rPr b="1" lang="en-US"/>
              <a:t>Hybrid Topology</a:t>
            </a:r>
            <a:endParaRPr b="1"/>
          </a:p>
          <a:p>
            <a:pPr indent="-306069" lvl="1" marL="629920" rtl="0" algn="l">
              <a:spcBef>
                <a:spcPts val="1000"/>
              </a:spcBef>
              <a:spcAft>
                <a:spcPts val="0"/>
              </a:spcAft>
              <a:buSzPts val="1840"/>
              <a:buChar char="◼"/>
            </a:pPr>
            <a:r>
              <a:rPr lang="en-US"/>
              <a:t>A network structure whose design contains more than one topology is said to be hybrid topology. Hybrid topology inherits merits and demerits of all the incorporating topologies.</a:t>
            </a:r>
            <a:endParaRPr/>
          </a:p>
          <a:p>
            <a:pPr indent="-306069" lvl="1" marL="629920" rtl="0" algn="l">
              <a:spcBef>
                <a:spcPts val="1000"/>
              </a:spcBef>
              <a:spcAft>
                <a:spcPts val="0"/>
              </a:spcAft>
              <a:buSzPts val="1840"/>
              <a:buChar char="◼"/>
            </a:pPr>
            <a:r>
              <a:rPr lang="en-US"/>
              <a:t>Internet is the best example of largest Hybrid topology.</a:t>
            </a:r>
            <a:endParaRPr/>
          </a:p>
        </p:txBody>
      </p:sp>
      <p:pic>
        <p:nvPicPr>
          <p:cNvPr id="2388" name="Google Shape;2388;p23"/>
          <p:cNvPicPr preferRelativeResize="0"/>
          <p:nvPr/>
        </p:nvPicPr>
        <p:blipFill rotWithShape="1">
          <a:blip r:embed="rId3">
            <a:alphaModFix/>
          </a:blip>
          <a:srcRect b="0" l="0" r="0" t="0"/>
          <a:stretch/>
        </p:blipFill>
        <p:spPr>
          <a:xfrm>
            <a:off x="7512050" y="2340610"/>
            <a:ext cx="4098290" cy="285242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2" name="Shape 2392"/>
        <p:cNvGrpSpPr/>
        <p:nvPr/>
      </p:nvGrpSpPr>
      <p:grpSpPr>
        <a:xfrm>
          <a:off x="0" y="0"/>
          <a:ext cx="0" cy="0"/>
          <a:chOff x="0" y="0"/>
          <a:chExt cx="0" cy="0"/>
        </a:xfrm>
      </p:grpSpPr>
      <p:sp>
        <p:nvSpPr>
          <p:cNvPr id="2393" name="Google Shape;2393;p24"/>
          <p:cNvSpPr txBox="1"/>
          <p:nvPr>
            <p:ph type="title"/>
          </p:nvPr>
        </p:nvSpPr>
        <p:spPr>
          <a:xfrm>
            <a:off x="581025" y="702310"/>
            <a:ext cx="11029315" cy="51816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Comparison of Network Topologies</a:t>
            </a:r>
            <a:endParaRPr/>
          </a:p>
        </p:txBody>
      </p:sp>
      <p:pic>
        <p:nvPicPr>
          <p:cNvPr id="2394" name="Google Shape;2394;p24"/>
          <p:cNvPicPr preferRelativeResize="0"/>
          <p:nvPr>
            <p:ph idx="1" type="body"/>
          </p:nvPr>
        </p:nvPicPr>
        <p:blipFill rotWithShape="1">
          <a:blip r:embed="rId3">
            <a:alphaModFix/>
          </a:blip>
          <a:srcRect b="0" l="0" r="0" t="0"/>
          <a:stretch/>
        </p:blipFill>
        <p:spPr>
          <a:xfrm>
            <a:off x="1540510" y="1458595"/>
            <a:ext cx="8291195" cy="533844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8" name="Shape 2398"/>
        <p:cNvGrpSpPr/>
        <p:nvPr/>
      </p:nvGrpSpPr>
      <p:grpSpPr>
        <a:xfrm>
          <a:off x="0" y="0"/>
          <a:ext cx="0" cy="0"/>
          <a:chOff x="0" y="0"/>
          <a:chExt cx="0" cy="0"/>
        </a:xfrm>
      </p:grpSpPr>
      <p:sp>
        <p:nvSpPr>
          <p:cNvPr id="2399" name="Google Shape;2399;p25"/>
          <p:cNvSpPr txBox="1"/>
          <p:nvPr>
            <p:ph type="title"/>
          </p:nvPr>
        </p:nvSpPr>
        <p:spPr>
          <a:xfrm>
            <a:off x="581025" y="702310"/>
            <a:ext cx="11029315" cy="72009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Types of Computer Networks</a:t>
            </a:r>
            <a:endParaRPr/>
          </a:p>
        </p:txBody>
      </p:sp>
      <p:sp>
        <p:nvSpPr>
          <p:cNvPr id="2400" name="Google Shape;2400;p25"/>
          <p:cNvSpPr txBox="1"/>
          <p:nvPr>
            <p:ph idx="1" type="body"/>
          </p:nvPr>
        </p:nvSpPr>
        <p:spPr>
          <a:xfrm>
            <a:off x="581660" y="1669415"/>
            <a:ext cx="11029315" cy="3862070"/>
          </a:xfrm>
          <a:prstGeom prst="rect">
            <a:avLst/>
          </a:prstGeom>
          <a:noFill/>
          <a:ln>
            <a:noFill/>
          </a:ln>
        </p:spPr>
        <p:txBody>
          <a:bodyPr anchorCtr="0" anchor="ctr" bIns="45700" lIns="91425" spcFirstLastPara="1" rIns="91425" wrap="square" tIns="45700">
            <a:normAutofit/>
          </a:bodyPr>
          <a:lstStyle/>
          <a:p>
            <a:pPr indent="-306070" lvl="0" marL="306070" rtl="0" algn="l">
              <a:lnSpc>
                <a:spcPct val="110000"/>
              </a:lnSpc>
              <a:spcBef>
                <a:spcPts val="0"/>
              </a:spcBef>
              <a:spcAft>
                <a:spcPts val="0"/>
              </a:spcAft>
              <a:buSzPts val="2208"/>
              <a:buFont typeface="Noto Sans Symbols"/>
              <a:buChar char="⮚"/>
            </a:pPr>
            <a:r>
              <a:rPr lang="en-US"/>
              <a:t>Depending upon size and connection range, networks can be </a:t>
            </a:r>
            <a:r>
              <a:rPr lang="en-US"/>
              <a:t>divided</a:t>
            </a:r>
            <a:r>
              <a:rPr lang="en-US"/>
              <a:t> into several categories - </a:t>
            </a:r>
            <a:endParaRPr/>
          </a:p>
          <a:p>
            <a:pPr indent="-306069" lvl="1" marL="629920" rtl="0" algn="l">
              <a:spcBef>
                <a:spcPts val="1000"/>
              </a:spcBef>
              <a:spcAft>
                <a:spcPts val="0"/>
              </a:spcAft>
              <a:buSzPts val="1840"/>
              <a:buChar char="◼"/>
            </a:pPr>
            <a:r>
              <a:rPr lang="en-US"/>
              <a:t>Personal Area Network (PAN)</a:t>
            </a:r>
            <a:endParaRPr/>
          </a:p>
          <a:p>
            <a:pPr indent="-306069" lvl="1" marL="629920" rtl="0" algn="l">
              <a:spcBef>
                <a:spcPts val="1000"/>
              </a:spcBef>
              <a:spcAft>
                <a:spcPts val="0"/>
              </a:spcAft>
              <a:buSzPts val="1840"/>
              <a:buChar char="◼"/>
            </a:pPr>
            <a:r>
              <a:rPr lang="en-US"/>
              <a:t>Local Area Network (LAN)</a:t>
            </a:r>
            <a:endParaRPr/>
          </a:p>
          <a:p>
            <a:pPr indent="-306069" lvl="1" marL="629920" rtl="0" algn="l">
              <a:spcBef>
                <a:spcPts val="1000"/>
              </a:spcBef>
              <a:spcAft>
                <a:spcPts val="0"/>
              </a:spcAft>
              <a:buSzPts val="1840"/>
              <a:buChar char="◼"/>
            </a:pPr>
            <a:r>
              <a:rPr lang="en-US"/>
              <a:t>Campus Area Network (CAN)</a:t>
            </a:r>
            <a:endParaRPr/>
          </a:p>
          <a:p>
            <a:pPr indent="-306069" lvl="1" marL="629920" rtl="0" algn="l">
              <a:spcBef>
                <a:spcPts val="1000"/>
              </a:spcBef>
              <a:spcAft>
                <a:spcPts val="0"/>
              </a:spcAft>
              <a:buSzPts val="1840"/>
              <a:buChar char="◼"/>
            </a:pPr>
            <a:r>
              <a:rPr lang="en-US"/>
              <a:t>Metropolitan Area Network (MAN)</a:t>
            </a:r>
            <a:endParaRPr/>
          </a:p>
          <a:p>
            <a:pPr indent="-306069" lvl="1" marL="629920" rtl="0" algn="l">
              <a:spcBef>
                <a:spcPts val="1000"/>
              </a:spcBef>
              <a:spcAft>
                <a:spcPts val="0"/>
              </a:spcAft>
              <a:buSzPts val="1840"/>
              <a:buChar char="◼"/>
            </a:pPr>
            <a:r>
              <a:rPr lang="en-US"/>
              <a:t>Wide Area Network (WAN)</a:t>
            </a:r>
            <a:endParaRPr/>
          </a:p>
          <a:p>
            <a:pPr indent="-269875" lvl="2" marL="899795" rtl="0" algn="l">
              <a:spcBef>
                <a:spcPts val="960"/>
              </a:spcBef>
              <a:spcAft>
                <a:spcPts val="0"/>
              </a:spcAft>
              <a:buSzPts val="1656"/>
              <a:buChar char="•"/>
            </a:pPr>
            <a:r>
              <a:rPr lang="en-US"/>
              <a:t>Point-to-Point WAN</a:t>
            </a:r>
            <a:endParaRPr/>
          </a:p>
          <a:p>
            <a:pPr indent="-269875" lvl="2" marL="899795" rtl="0" algn="l">
              <a:spcBef>
                <a:spcPts val="960"/>
              </a:spcBef>
              <a:spcAft>
                <a:spcPts val="0"/>
              </a:spcAft>
              <a:buSzPts val="1656"/>
              <a:buChar char="•"/>
            </a:pPr>
            <a:r>
              <a:rPr lang="en-US"/>
              <a:t>Switched WAN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4" name="Shape 2404"/>
        <p:cNvGrpSpPr/>
        <p:nvPr/>
      </p:nvGrpSpPr>
      <p:grpSpPr>
        <a:xfrm>
          <a:off x="0" y="0"/>
          <a:ext cx="0" cy="0"/>
          <a:chOff x="0" y="0"/>
          <a:chExt cx="0" cy="0"/>
        </a:xfrm>
      </p:grpSpPr>
      <p:sp>
        <p:nvSpPr>
          <p:cNvPr id="2405" name="Google Shape;2405;p26"/>
          <p:cNvSpPr txBox="1"/>
          <p:nvPr>
            <p:ph type="title"/>
          </p:nvPr>
        </p:nvSpPr>
        <p:spPr>
          <a:xfrm>
            <a:off x="581025" y="702310"/>
            <a:ext cx="11029315" cy="67881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Types of Computer Networks</a:t>
            </a:r>
            <a:endParaRPr/>
          </a:p>
        </p:txBody>
      </p:sp>
      <p:sp>
        <p:nvSpPr>
          <p:cNvPr id="2406" name="Google Shape;2406;p26"/>
          <p:cNvSpPr txBox="1"/>
          <p:nvPr>
            <p:ph idx="1" type="body"/>
          </p:nvPr>
        </p:nvSpPr>
        <p:spPr>
          <a:xfrm>
            <a:off x="581025" y="1607185"/>
            <a:ext cx="11274425" cy="5121910"/>
          </a:xfrm>
          <a:prstGeom prst="rect">
            <a:avLst/>
          </a:prstGeom>
          <a:noFill/>
          <a:ln>
            <a:noFill/>
          </a:ln>
        </p:spPr>
        <p:txBody>
          <a:bodyPr anchorCtr="0" anchor="ctr" bIns="45700" lIns="91425" spcFirstLastPara="1" rIns="91425" wrap="square" tIns="45700">
            <a:normAutofit lnSpcReduction="10000"/>
          </a:bodyPr>
          <a:lstStyle/>
          <a:p>
            <a:pPr indent="-306070" lvl="0" marL="306070" rtl="0" algn="l">
              <a:lnSpc>
                <a:spcPct val="110000"/>
              </a:lnSpc>
              <a:spcBef>
                <a:spcPts val="0"/>
              </a:spcBef>
              <a:spcAft>
                <a:spcPts val="0"/>
              </a:spcAft>
              <a:buSzPts val="2208"/>
              <a:buFont typeface="Noto Sans Symbols"/>
              <a:buChar char="⮚"/>
            </a:pPr>
            <a:r>
              <a:rPr b="1" lang="en-US"/>
              <a:t>Personal Area Network (PAN)</a:t>
            </a:r>
            <a:endParaRPr/>
          </a:p>
          <a:p>
            <a:pPr indent="-306069" lvl="1" marL="629920" rtl="0" algn="l">
              <a:spcBef>
                <a:spcPts val="1000"/>
              </a:spcBef>
              <a:spcAft>
                <a:spcPts val="0"/>
              </a:spcAft>
              <a:buSzPts val="1840"/>
              <a:buChar char="◼"/>
            </a:pPr>
            <a:r>
              <a:rPr lang="en-US"/>
              <a:t>A PAN is the smallest type of network, covering a very limited area, typically within the range of an individual person.</a:t>
            </a:r>
            <a:endParaRPr/>
          </a:p>
          <a:p>
            <a:pPr indent="-306069" lvl="1" marL="629920" rtl="0" algn="l">
              <a:spcBef>
                <a:spcPts val="1000"/>
              </a:spcBef>
              <a:spcAft>
                <a:spcPts val="0"/>
              </a:spcAft>
              <a:buSzPts val="1840"/>
              <a:buChar char="◼"/>
            </a:pPr>
            <a:r>
              <a:rPr lang="en-US"/>
              <a:t>Range - Up to a few meters</a:t>
            </a:r>
            <a:endParaRPr/>
          </a:p>
          <a:p>
            <a:pPr indent="-306070" lvl="0" marL="306070" rtl="0" algn="l">
              <a:lnSpc>
                <a:spcPct val="110000"/>
              </a:lnSpc>
              <a:spcBef>
                <a:spcPts val="1080"/>
              </a:spcBef>
              <a:spcAft>
                <a:spcPts val="0"/>
              </a:spcAft>
              <a:buSzPts val="2208"/>
              <a:buChar char="⮚"/>
            </a:pPr>
            <a:r>
              <a:rPr b="1" lang="en-US"/>
              <a:t>Local Area Network (LAN)</a:t>
            </a:r>
            <a:endParaRPr b="1"/>
          </a:p>
          <a:p>
            <a:pPr indent="-306069" lvl="1" marL="629920" rtl="0" algn="l">
              <a:spcBef>
                <a:spcPts val="1000"/>
              </a:spcBef>
              <a:spcAft>
                <a:spcPts val="0"/>
              </a:spcAft>
              <a:buSzPts val="1840"/>
              <a:buChar char="◼"/>
            </a:pPr>
            <a:r>
              <a:rPr lang="en-US"/>
              <a:t>A LAN covers a small geographic area such as a single building, office, or home. It is used to connect computers and devices within close proximity.</a:t>
            </a:r>
            <a:endParaRPr/>
          </a:p>
          <a:p>
            <a:pPr indent="-306069" lvl="1" marL="629920" rtl="0" algn="l">
              <a:spcBef>
                <a:spcPts val="1000"/>
              </a:spcBef>
              <a:spcAft>
                <a:spcPts val="0"/>
              </a:spcAft>
              <a:buSzPts val="1840"/>
              <a:buChar char="◼"/>
            </a:pPr>
            <a:r>
              <a:rPr lang="en-US"/>
              <a:t>Range - Up to a few kilometers.</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0" name="Shape 2410"/>
        <p:cNvGrpSpPr/>
        <p:nvPr/>
      </p:nvGrpSpPr>
      <p:grpSpPr>
        <a:xfrm>
          <a:off x="0" y="0"/>
          <a:ext cx="0" cy="0"/>
          <a:chOff x="0" y="0"/>
          <a:chExt cx="0" cy="0"/>
        </a:xfrm>
      </p:grpSpPr>
      <p:pic>
        <p:nvPicPr>
          <p:cNvPr id="2411" name="Google Shape;2411;p27"/>
          <p:cNvPicPr preferRelativeResize="0"/>
          <p:nvPr/>
        </p:nvPicPr>
        <p:blipFill rotWithShape="1">
          <a:blip r:embed="rId3">
            <a:alphaModFix/>
          </a:blip>
          <a:srcRect b="0" l="0" r="0" t="0"/>
          <a:stretch/>
        </p:blipFill>
        <p:spPr>
          <a:xfrm>
            <a:off x="1054735" y="0"/>
            <a:ext cx="10082530" cy="6832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5" name="Shape 2415"/>
        <p:cNvGrpSpPr/>
        <p:nvPr/>
      </p:nvGrpSpPr>
      <p:grpSpPr>
        <a:xfrm>
          <a:off x="0" y="0"/>
          <a:ext cx="0" cy="0"/>
          <a:chOff x="0" y="0"/>
          <a:chExt cx="0" cy="0"/>
        </a:xfrm>
      </p:grpSpPr>
      <p:sp>
        <p:nvSpPr>
          <p:cNvPr id="2416" name="Google Shape;2416;p28"/>
          <p:cNvSpPr txBox="1"/>
          <p:nvPr>
            <p:ph type="title"/>
          </p:nvPr>
        </p:nvSpPr>
        <p:spPr>
          <a:xfrm>
            <a:off x="581025" y="702310"/>
            <a:ext cx="11029315" cy="82232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Types of Computer Networks</a:t>
            </a:r>
            <a:endParaRPr/>
          </a:p>
        </p:txBody>
      </p:sp>
      <p:sp>
        <p:nvSpPr>
          <p:cNvPr id="2417" name="Google Shape;2417;p28"/>
          <p:cNvSpPr txBox="1"/>
          <p:nvPr>
            <p:ph idx="1" type="body"/>
          </p:nvPr>
        </p:nvSpPr>
        <p:spPr>
          <a:xfrm>
            <a:off x="581025" y="1770380"/>
            <a:ext cx="11029315" cy="4102100"/>
          </a:xfrm>
          <a:prstGeom prst="rect">
            <a:avLst/>
          </a:prstGeom>
          <a:noFill/>
          <a:ln>
            <a:noFill/>
          </a:ln>
        </p:spPr>
        <p:txBody>
          <a:bodyPr anchorCtr="0" anchor="ctr" bIns="45700" lIns="91425" spcFirstLastPara="1" rIns="91425" wrap="square" tIns="45700">
            <a:normAutofit/>
          </a:bodyPr>
          <a:lstStyle/>
          <a:p>
            <a:pPr indent="-306070" lvl="0" marL="306070" rtl="0" algn="l">
              <a:lnSpc>
                <a:spcPct val="110000"/>
              </a:lnSpc>
              <a:spcBef>
                <a:spcPts val="0"/>
              </a:spcBef>
              <a:spcAft>
                <a:spcPts val="0"/>
              </a:spcAft>
              <a:buSzPts val="2208"/>
              <a:buFont typeface="Noto Sans Symbols"/>
              <a:buChar char="⮚"/>
            </a:pPr>
            <a:r>
              <a:rPr b="1" lang="en-US"/>
              <a:t>Metropolitan Area Network (MAN)</a:t>
            </a:r>
            <a:endParaRPr b="1"/>
          </a:p>
          <a:p>
            <a:pPr indent="-306069" lvl="1" marL="629920" rtl="0" algn="l">
              <a:spcBef>
                <a:spcPts val="1000"/>
              </a:spcBef>
              <a:spcAft>
                <a:spcPts val="0"/>
              </a:spcAft>
              <a:buSzPts val="1840"/>
              <a:buChar char="◼"/>
            </a:pPr>
            <a:r>
              <a:rPr lang="en-US"/>
              <a:t>A MAN covers a large geographic area than a LAN, typically spanning a city or a large campus. It connects multiple LANs within a specific region.</a:t>
            </a:r>
            <a:endParaRPr/>
          </a:p>
          <a:p>
            <a:pPr indent="-306069" lvl="1" marL="629920" rtl="0" algn="l">
              <a:spcBef>
                <a:spcPts val="1000"/>
              </a:spcBef>
              <a:spcAft>
                <a:spcPts val="0"/>
              </a:spcAft>
              <a:buSzPts val="1840"/>
              <a:buChar char="◼"/>
            </a:pPr>
            <a:r>
              <a:rPr lang="en-US"/>
              <a:t>Range - Up to 50 kilometers.</a:t>
            </a:r>
            <a:endParaRPr/>
          </a:p>
          <a:p>
            <a:pPr indent="-306070" lvl="0" marL="306070" rtl="0" algn="l">
              <a:lnSpc>
                <a:spcPct val="110000"/>
              </a:lnSpc>
              <a:spcBef>
                <a:spcPts val="1080"/>
              </a:spcBef>
              <a:spcAft>
                <a:spcPts val="0"/>
              </a:spcAft>
              <a:buSzPts val="2208"/>
              <a:buChar char="⮚"/>
            </a:pPr>
            <a:r>
              <a:rPr b="1" lang="en-US"/>
              <a:t>Wide Area Network (WAN)</a:t>
            </a:r>
            <a:endParaRPr b="1"/>
          </a:p>
          <a:p>
            <a:pPr indent="-306069" lvl="1" marL="629920" rtl="0" algn="l">
              <a:spcBef>
                <a:spcPts val="1000"/>
              </a:spcBef>
              <a:spcAft>
                <a:spcPts val="0"/>
              </a:spcAft>
              <a:buSzPts val="1840"/>
              <a:buChar char="◼"/>
            </a:pPr>
            <a:r>
              <a:rPr lang="en-US"/>
              <a:t>A WAN covers a broad area, often a country or continent. It connects multiple LANs and MANs.</a:t>
            </a:r>
            <a:endParaRPr/>
          </a:p>
          <a:p>
            <a:pPr indent="-306069" lvl="1" marL="629920" rtl="0" algn="l">
              <a:spcBef>
                <a:spcPts val="1000"/>
              </a:spcBef>
              <a:spcAft>
                <a:spcPts val="0"/>
              </a:spcAft>
              <a:buSzPts val="1840"/>
              <a:buChar char="◼"/>
            </a:pPr>
            <a:r>
              <a:rPr lang="en-US"/>
              <a:t>Range - Thousands of kilometers.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1" name="Shape 2421"/>
        <p:cNvGrpSpPr/>
        <p:nvPr/>
      </p:nvGrpSpPr>
      <p:grpSpPr>
        <a:xfrm>
          <a:off x="0" y="0"/>
          <a:ext cx="0" cy="0"/>
          <a:chOff x="0" y="0"/>
          <a:chExt cx="0" cy="0"/>
        </a:xfrm>
      </p:grpSpPr>
      <p:sp>
        <p:nvSpPr>
          <p:cNvPr id="2422" name="Google Shape;2422;p29"/>
          <p:cNvSpPr txBox="1"/>
          <p:nvPr>
            <p:ph type="title"/>
          </p:nvPr>
        </p:nvSpPr>
        <p:spPr>
          <a:xfrm>
            <a:off x="581025" y="702310"/>
            <a:ext cx="11029315" cy="6000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Wide Area Network</a:t>
            </a:r>
            <a:endParaRPr/>
          </a:p>
        </p:txBody>
      </p:sp>
      <p:sp>
        <p:nvSpPr>
          <p:cNvPr id="2423" name="Google Shape;2423;p29"/>
          <p:cNvSpPr txBox="1"/>
          <p:nvPr>
            <p:ph idx="1" type="body"/>
          </p:nvPr>
        </p:nvSpPr>
        <p:spPr>
          <a:xfrm>
            <a:off x="581025" y="1529715"/>
            <a:ext cx="11029315" cy="819150"/>
          </a:xfrm>
          <a:prstGeom prst="rect">
            <a:avLst/>
          </a:prstGeom>
          <a:noFill/>
          <a:ln>
            <a:noFill/>
          </a:ln>
        </p:spPr>
        <p:txBody>
          <a:bodyPr anchorCtr="0" anchor="ctr" bIns="45700" lIns="91425" spcFirstLastPara="1" rIns="91425" wrap="square" tIns="45700">
            <a:normAutofit/>
          </a:bodyPr>
          <a:lstStyle/>
          <a:p>
            <a:pPr indent="-306070" lvl="0" marL="306070" rtl="0" algn="l">
              <a:lnSpc>
                <a:spcPct val="110000"/>
              </a:lnSpc>
              <a:spcBef>
                <a:spcPts val="0"/>
              </a:spcBef>
              <a:spcAft>
                <a:spcPts val="0"/>
              </a:spcAft>
              <a:buSzPts val="2208"/>
              <a:buFont typeface="Noto Sans Symbols"/>
              <a:buChar char="⮚"/>
            </a:pPr>
            <a:r>
              <a:rPr lang="en-US"/>
              <a:t>Point-to-Point WAN: </a:t>
            </a:r>
            <a:endParaRPr/>
          </a:p>
        </p:txBody>
      </p:sp>
      <p:sp>
        <p:nvSpPr>
          <p:cNvPr id="2424" name="Google Shape;2424;p29"/>
          <p:cNvSpPr/>
          <p:nvPr/>
        </p:nvSpPr>
        <p:spPr>
          <a:xfrm>
            <a:off x="581025" y="4130040"/>
            <a:ext cx="11029315" cy="490855"/>
          </a:xfrm>
          <a:prstGeom prst="rect">
            <a:avLst/>
          </a:prstGeom>
          <a:noFill/>
          <a:ln>
            <a:noFill/>
          </a:ln>
        </p:spPr>
        <p:txBody>
          <a:bodyPr anchorCtr="0" anchor="ctr" bIns="45700" lIns="91425" spcFirstLastPara="1" rIns="91425" wrap="square" tIns="45700">
            <a:normAutofit/>
          </a:bodyPr>
          <a:lstStyle/>
          <a:p>
            <a:pPr indent="-306070" lvl="0" marL="306070" marR="0" rtl="0" algn="l">
              <a:lnSpc>
                <a:spcPct val="100000"/>
              </a:lnSpc>
              <a:spcBef>
                <a:spcPts val="0"/>
              </a:spcBef>
              <a:spcAft>
                <a:spcPts val="0"/>
              </a:spcAft>
              <a:buClr>
                <a:schemeClr val="accent1"/>
              </a:buClr>
              <a:buSzPts val="2208"/>
              <a:buFont typeface="Noto Sans Symbols"/>
              <a:buChar char="⮚"/>
            </a:pPr>
            <a:r>
              <a:rPr lang="en-US" sz="2400">
                <a:solidFill>
                  <a:srgbClr val="3F3F3F"/>
                </a:solidFill>
                <a:latin typeface="Georgia"/>
                <a:ea typeface="Georgia"/>
                <a:cs typeface="Georgia"/>
                <a:sym typeface="Georgia"/>
              </a:rPr>
              <a:t>Switched WAN:</a:t>
            </a:r>
            <a:endParaRPr sz="2400">
              <a:solidFill>
                <a:srgbClr val="3F3F3F"/>
              </a:solidFill>
              <a:latin typeface="Georgia"/>
              <a:ea typeface="Georgia"/>
              <a:cs typeface="Georgia"/>
              <a:sym typeface="Georgia"/>
            </a:endParaRPr>
          </a:p>
        </p:txBody>
      </p:sp>
      <p:pic>
        <p:nvPicPr>
          <p:cNvPr id="2425" name="Google Shape;2425;p29"/>
          <p:cNvPicPr preferRelativeResize="0"/>
          <p:nvPr/>
        </p:nvPicPr>
        <p:blipFill rotWithShape="1">
          <a:blip r:embed="rId3">
            <a:alphaModFix/>
          </a:blip>
          <a:srcRect b="0" l="0" r="0" t="0"/>
          <a:stretch/>
        </p:blipFill>
        <p:spPr>
          <a:xfrm>
            <a:off x="1632585" y="2190115"/>
            <a:ext cx="7652385" cy="1553210"/>
          </a:xfrm>
          <a:prstGeom prst="rect">
            <a:avLst/>
          </a:prstGeom>
          <a:noFill/>
          <a:ln>
            <a:noFill/>
          </a:ln>
        </p:spPr>
      </p:pic>
      <p:pic>
        <p:nvPicPr>
          <p:cNvPr id="2426" name="Google Shape;2426;p29"/>
          <p:cNvPicPr preferRelativeResize="0"/>
          <p:nvPr/>
        </p:nvPicPr>
        <p:blipFill rotWithShape="1">
          <a:blip r:embed="rId4">
            <a:alphaModFix/>
          </a:blip>
          <a:srcRect b="0" l="0" r="0" t="0"/>
          <a:stretch/>
        </p:blipFill>
        <p:spPr>
          <a:xfrm>
            <a:off x="2425700" y="4630420"/>
            <a:ext cx="5754370" cy="207899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0" name="Shape 2430"/>
        <p:cNvGrpSpPr/>
        <p:nvPr/>
      </p:nvGrpSpPr>
      <p:grpSpPr>
        <a:xfrm>
          <a:off x="0" y="0"/>
          <a:ext cx="0" cy="0"/>
          <a:chOff x="0" y="0"/>
          <a:chExt cx="0" cy="0"/>
        </a:xfrm>
      </p:grpSpPr>
      <p:pic>
        <p:nvPicPr>
          <p:cNvPr id="2431" name="Google Shape;2431;p30"/>
          <p:cNvPicPr preferRelativeResize="0"/>
          <p:nvPr/>
        </p:nvPicPr>
        <p:blipFill rotWithShape="1">
          <a:blip r:embed="rId3">
            <a:alphaModFix/>
          </a:blip>
          <a:srcRect b="0" l="0" r="0" t="0"/>
          <a:stretch/>
        </p:blipFill>
        <p:spPr>
          <a:xfrm>
            <a:off x="0" y="0"/>
            <a:ext cx="12192635" cy="685736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5" name="Shape 2435"/>
        <p:cNvGrpSpPr/>
        <p:nvPr/>
      </p:nvGrpSpPr>
      <p:grpSpPr>
        <a:xfrm>
          <a:off x="0" y="0"/>
          <a:ext cx="0" cy="0"/>
          <a:chOff x="0" y="0"/>
          <a:chExt cx="0" cy="0"/>
        </a:xfrm>
      </p:grpSpPr>
      <p:sp>
        <p:nvSpPr>
          <p:cNvPr id="2436" name="Google Shape;2436;p31"/>
          <p:cNvSpPr txBox="1"/>
          <p:nvPr>
            <p:ph type="title"/>
          </p:nvPr>
        </p:nvSpPr>
        <p:spPr>
          <a:xfrm>
            <a:off x="581025" y="702310"/>
            <a:ext cx="11029315" cy="61468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Inter-Network</a:t>
            </a:r>
            <a:endParaRPr/>
          </a:p>
        </p:txBody>
      </p:sp>
      <p:sp>
        <p:nvSpPr>
          <p:cNvPr id="2437" name="Google Shape;2437;p31"/>
          <p:cNvSpPr txBox="1"/>
          <p:nvPr>
            <p:ph idx="1" type="body"/>
          </p:nvPr>
        </p:nvSpPr>
        <p:spPr>
          <a:xfrm>
            <a:off x="581025" y="1382395"/>
            <a:ext cx="11274425" cy="2747010"/>
          </a:xfrm>
          <a:prstGeom prst="rect">
            <a:avLst/>
          </a:prstGeom>
          <a:noFill/>
          <a:ln>
            <a:noFill/>
          </a:ln>
        </p:spPr>
        <p:txBody>
          <a:bodyPr anchorCtr="0" anchor="ctr" bIns="45700" lIns="91425" spcFirstLastPara="1" rIns="91425" wrap="square" tIns="45700">
            <a:normAutofit fontScale="70000"/>
          </a:bodyPr>
          <a:lstStyle/>
          <a:p>
            <a:pPr indent="-306070" lvl="0" marL="306070" rtl="0" algn="l">
              <a:lnSpc>
                <a:spcPct val="110000"/>
              </a:lnSpc>
              <a:spcBef>
                <a:spcPts val="0"/>
              </a:spcBef>
              <a:spcAft>
                <a:spcPts val="0"/>
              </a:spcAft>
              <a:buSzPct val="92000"/>
              <a:buFont typeface="Noto Sans Symbols"/>
              <a:buChar char="⮚"/>
            </a:pPr>
            <a:r>
              <a:rPr lang="en-US"/>
              <a:t>Today, it is very rare to see a LAN or a WAN in isolation; they are connected to one another. When two or more networks are connected, they make an </a:t>
            </a:r>
            <a:r>
              <a:rPr i="1" lang="en-US"/>
              <a:t>internetwork, </a:t>
            </a:r>
            <a:r>
              <a:rPr lang="en-US"/>
              <a:t>or an </a:t>
            </a:r>
            <a:r>
              <a:rPr b="1" lang="en-US"/>
              <a:t>internet.</a:t>
            </a:r>
            <a:endParaRPr b="1"/>
          </a:p>
          <a:p>
            <a:pPr indent="-306070" lvl="0" marL="306070" rtl="0" algn="l">
              <a:lnSpc>
                <a:spcPct val="110000"/>
              </a:lnSpc>
              <a:spcBef>
                <a:spcPts val="936"/>
              </a:spcBef>
              <a:spcAft>
                <a:spcPts val="0"/>
              </a:spcAft>
              <a:buSzPct val="92000"/>
              <a:buFont typeface="Noto Sans Symbols"/>
              <a:buChar char="⮚"/>
            </a:pPr>
            <a:r>
              <a:rPr lang="en-US"/>
              <a:t>As an example, assume that an organization has two offices, one on the east coast and the other on the west coast. Each office has a LAN that allows all employees in the office to communicate with each other. To make the communication between employees at different offices possible, the management leases a point-to-point dedicated WAN from a service provider, such as a telephone company, and connects the two LANs. Now the company has an internetwork, or a private internet (with lowercase i).</a:t>
            </a:r>
            <a:endParaRPr/>
          </a:p>
        </p:txBody>
      </p:sp>
      <p:pic>
        <p:nvPicPr>
          <p:cNvPr id="2438" name="Google Shape;2438;p31"/>
          <p:cNvPicPr preferRelativeResize="0"/>
          <p:nvPr/>
        </p:nvPicPr>
        <p:blipFill rotWithShape="1">
          <a:blip r:embed="rId3">
            <a:alphaModFix/>
          </a:blip>
          <a:srcRect b="0" l="0" r="0" t="0"/>
          <a:stretch/>
        </p:blipFill>
        <p:spPr>
          <a:xfrm>
            <a:off x="1570355" y="4556760"/>
            <a:ext cx="8245475" cy="163766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2" name="Shape 2442"/>
        <p:cNvGrpSpPr/>
        <p:nvPr/>
      </p:nvGrpSpPr>
      <p:grpSpPr>
        <a:xfrm>
          <a:off x="0" y="0"/>
          <a:ext cx="0" cy="0"/>
          <a:chOff x="0" y="0"/>
          <a:chExt cx="0" cy="0"/>
        </a:xfrm>
      </p:grpSpPr>
      <p:sp>
        <p:nvSpPr>
          <p:cNvPr id="2443" name="Google Shape;2443;p32"/>
          <p:cNvSpPr txBox="1"/>
          <p:nvPr>
            <p:ph type="title"/>
          </p:nvPr>
        </p:nvSpPr>
        <p:spPr>
          <a:xfrm>
            <a:off x="581025" y="702310"/>
            <a:ext cx="11029315" cy="79565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Inter-Network</a:t>
            </a:r>
            <a:endParaRPr/>
          </a:p>
        </p:txBody>
      </p:sp>
      <p:pic>
        <p:nvPicPr>
          <p:cNvPr id="2444" name="Google Shape;2444;p32"/>
          <p:cNvPicPr preferRelativeResize="0"/>
          <p:nvPr/>
        </p:nvPicPr>
        <p:blipFill rotWithShape="1">
          <a:blip r:embed="rId3">
            <a:alphaModFix/>
          </a:blip>
          <a:srcRect b="0" l="0" r="0" t="0"/>
          <a:stretch/>
        </p:blipFill>
        <p:spPr>
          <a:xfrm>
            <a:off x="3545205" y="702310"/>
            <a:ext cx="8340090" cy="566991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9" name="Shape 2449"/>
        <p:cNvGrpSpPr/>
        <p:nvPr/>
      </p:nvGrpSpPr>
      <p:grpSpPr>
        <a:xfrm>
          <a:off x="0" y="0"/>
          <a:ext cx="0" cy="0"/>
          <a:chOff x="0" y="0"/>
          <a:chExt cx="0" cy="0"/>
        </a:xfrm>
      </p:grpSpPr>
      <p:sp>
        <p:nvSpPr>
          <p:cNvPr id="2450" name="Google Shape;2450;p33"/>
          <p:cNvSpPr txBox="1"/>
          <p:nvPr/>
        </p:nvSpPr>
        <p:spPr>
          <a:xfrm>
            <a:off x="9190439" y="3479610"/>
            <a:ext cx="13649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Internet</a:t>
            </a:r>
            <a:endParaRPr sz="2800">
              <a:solidFill>
                <a:schemeClr val="dk1"/>
              </a:solidFill>
              <a:latin typeface="Calibri"/>
              <a:ea typeface="Calibri"/>
              <a:cs typeface="Calibri"/>
              <a:sym typeface="Calibri"/>
            </a:endParaRPr>
          </a:p>
        </p:txBody>
      </p:sp>
      <p:sp>
        <p:nvSpPr>
          <p:cNvPr id="2451" name="Google Shape;2451;p33"/>
          <p:cNvSpPr/>
          <p:nvPr/>
        </p:nvSpPr>
        <p:spPr>
          <a:xfrm>
            <a:off x="9250302" y="3526527"/>
            <a:ext cx="1558255" cy="53898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52" name="Google Shape;2452;p33"/>
          <p:cNvSpPr txBox="1"/>
          <p:nvPr>
            <p:ph type="title"/>
          </p:nvPr>
        </p:nvSpPr>
        <p:spPr>
          <a:xfrm>
            <a:off x="798691" y="22903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Internet: a “nuts and bolts” view</a:t>
            </a:r>
            <a:endParaRPr/>
          </a:p>
        </p:txBody>
      </p:sp>
      <p:grpSp>
        <p:nvGrpSpPr>
          <p:cNvPr id="2453" name="Google Shape;2453;p33"/>
          <p:cNvGrpSpPr/>
          <p:nvPr/>
        </p:nvGrpSpPr>
        <p:grpSpPr>
          <a:xfrm>
            <a:off x="7205350" y="1488461"/>
            <a:ext cx="4525460" cy="4859961"/>
            <a:chOff x="7268561" y="1458365"/>
            <a:chExt cx="4525460" cy="4859961"/>
          </a:xfrm>
        </p:grpSpPr>
        <p:sp>
          <p:nvSpPr>
            <p:cNvPr id="2454" name="Google Shape;2454;p33"/>
            <p:cNvSpPr/>
            <p:nvPr/>
          </p:nvSpPr>
          <p:spPr>
            <a:xfrm>
              <a:off x="9048399" y="3035682"/>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55" name="Google Shape;2455;p33"/>
            <p:cNvSpPr/>
            <p:nvPr/>
          </p:nvSpPr>
          <p:spPr>
            <a:xfrm>
              <a:off x="7337287" y="1795939"/>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56" name="Google Shape;2456;p33"/>
            <p:cNvGrpSpPr/>
            <p:nvPr/>
          </p:nvGrpSpPr>
          <p:grpSpPr>
            <a:xfrm>
              <a:off x="7268561" y="3259155"/>
              <a:ext cx="1458912" cy="933450"/>
              <a:chOff x="2889" y="1631"/>
              <a:chExt cx="980" cy="743"/>
            </a:xfrm>
          </p:grpSpPr>
          <p:sp>
            <p:nvSpPr>
              <p:cNvPr id="2457" name="Google Shape;2457;p33"/>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58" name="Google Shape;2458;p33"/>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grpSp>
        <p:sp>
          <p:nvSpPr>
            <p:cNvPr id="2459" name="Google Shape;2459;p33"/>
            <p:cNvSpPr/>
            <p:nvPr/>
          </p:nvSpPr>
          <p:spPr>
            <a:xfrm>
              <a:off x="7775612" y="4653038"/>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0" name="Google Shape;2460;p33"/>
            <p:cNvSpPr txBox="1"/>
            <p:nvPr/>
          </p:nvSpPr>
          <p:spPr>
            <a:xfrm>
              <a:off x="7742485" y="1458365"/>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sz="1400">
                <a:solidFill>
                  <a:schemeClr val="dk1"/>
                </a:solidFill>
                <a:latin typeface="Calibri"/>
                <a:ea typeface="Calibri"/>
                <a:cs typeface="Calibri"/>
                <a:sym typeface="Calibri"/>
              </a:endParaRPr>
            </a:p>
          </p:txBody>
        </p:sp>
        <p:sp>
          <p:nvSpPr>
            <p:cNvPr id="2461" name="Google Shape;2461;p33"/>
            <p:cNvSpPr txBox="1"/>
            <p:nvPr/>
          </p:nvSpPr>
          <p:spPr>
            <a:xfrm>
              <a:off x="7394046" y="4161826"/>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sz="1400">
                <a:solidFill>
                  <a:schemeClr val="dk1"/>
                </a:solidFill>
                <a:latin typeface="Calibri"/>
                <a:ea typeface="Calibri"/>
                <a:cs typeface="Calibri"/>
                <a:sym typeface="Calibri"/>
              </a:endParaRPr>
            </a:p>
          </p:txBody>
        </p:sp>
        <p:sp>
          <p:nvSpPr>
            <p:cNvPr id="2462" name="Google Shape;2462;p33"/>
            <p:cNvSpPr txBox="1"/>
            <p:nvPr/>
          </p:nvSpPr>
          <p:spPr>
            <a:xfrm>
              <a:off x="7370119" y="5749679"/>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sz="1400">
                <a:solidFill>
                  <a:schemeClr val="dk1"/>
                </a:solidFill>
                <a:latin typeface="Calibri"/>
                <a:ea typeface="Calibri"/>
                <a:cs typeface="Calibri"/>
                <a:sym typeface="Calibri"/>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sz="1400">
                <a:solidFill>
                  <a:schemeClr val="dk1"/>
                </a:solidFill>
                <a:latin typeface="Calibri"/>
                <a:ea typeface="Calibri"/>
                <a:cs typeface="Calibri"/>
                <a:sym typeface="Calibri"/>
              </a:endParaRPr>
            </a:p>
          </p:txBody>
        </p:sp>
        <p:sp>
          <p:nvSpPr>
            <p:cNvPr id="2463" name="Google Shape;2463;p33"/>
            <p:cNvSpPr/>
            <p:nvPr/>
          </p:nvSpPr>
          <p:spPr>
            <a:xfrm>
              <a:off x="10285357" y="3149444"/>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464" name="Google Shape;2464;p33"/>
            <p:cNvGrpSpPr/>
            <p:nvPr/>
          </p:nvGrpSpPr>
          <p:grpSpPr>
            <a:xfrm>
              <a:off x="10900911" y="3897954"/>
              <a:ext cx="687393" cy="721548"/>
              <a:chOff x="5203089" y="1751190"/>
              <a:chExt cx="858331" cy="662414"/>
            </a:xfrm>
          </p:grpSpPr>
          <p:sp>
            <p:nvSpPr>
              <p:cNvPr id="2465" name="Google Shape;2465;p3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6" name="Google Shape;2466;p3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467" name="Google Shape;2467;p3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2468" name="Google Shape;2468;p3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2469" name="Google Shape;2469;p3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2470" name="Google Shape;2470;p3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2471" name="Google Shape;2471;p3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2472" name="Google Shape;2472;p3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2473" name="Google Shape;2473;p33"/>
            <p:cNvGrpSpPr/>
            <p:nvPr/>
          </p:nvGrpSpPr>
          <p:grpSpPr>
            <a:xfrm>
              <a:off x="10834382" y="3164075"/>
              <a:ext cx="594613" cy="648336"/>
              <a:chOff x="5203089" y="1751190"/>
              <a:chExt cx="858331" cy="662414"/>
            </a:xfrm>
          </p:grpSpPr>
          <p:sp>
            <p:nvSpPr>
              <p:cNvPr id="2474" name="Google Shape;2474;p3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5" name="Google Shape;2475;p3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476" name="Google Shape;2476;p3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2477" name="Google Shape;2477;p3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2478" name="Google Shape;2478;p3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2479" name="Google Shape;2479;p3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2480" name="Google Shape;2480;p3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2481" name="Google Shape;2481;p3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2482" name="Google Shape;2482;p33"/>
            <p:cNvSpPr/>
            <p:nvPr/>
          </p:nvSpPr>
          <p:spPr>
            <a:xfrm>
              <a:off x="9604024" y="1751946"/>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83" name="Google Shape;2483;p33"/>
            <p:cNvSpPr txBox="1"/>
            <p:nvPr/>
          </p:nvSpPr>
          <p:spPr>
            <a:xfrm>
              <a:off x="9490412" y="1821099"/>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sz="1400">
                <a:solidFill>
                  <a:schemeClr val="dk1"/>
                </a:solidFill>
                <a:latin typeface="Calibri"/>
                <a:ea typeface="Calibri"/>
                <a:cs typeface="Calibri"/>
                <a:sym typeface="Calibri"/>
              </a:endParaRPr>
            </a:p>
          </p:txBody>
        </p:sp>
        <p:sp>
          <p:nvSpPr>
            <p:cNvPr id="2484" name="Google Shape;2484;p33"/>
            <p:cNvSpPr/>
            <p:nvPr/>
          </p:nvSpPr>
          <p:spPr>
            <a:xfrm>
              <a:off x="9342279" y="3647812"/>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85" name="Google Shape;2485;p33"/>
            <p:cNvSpPr txBox="1"/>
            <p:nvPr/>
          </p:nvSpPr>
          <p:spPr>
            <a:xfrm>
              <a:off x="8829373" y="3417823"/>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sz="1400">
                <a:solidFill>
                  <a:schemeClr val="dk1"/>
                </a:solidFill>
                <a:latin typeface="Calibri"/>
                <a:ea typeface="Calibri"/>
                <a:cs typeface="Calibri"/>
                <a:sym typeface="Calibri"/>
              </a:endParaRPr>
            </a:p>
          </p:txBody>
        </p:sp>
        <p:sp>
          <p:nvSpPr>
            <p:cNvPr id="2486" name="Google Shape;2486;p33"/>
            <p:cNvSpPr txBox="1"/>
            <p:nvPr/>
          </p:nvSpPr>
          <p:spPr>
            <a:xfrm>
              <a:off x="10980978" y="4647841"/>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sz="105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sz="1050">
                <a:solidFill>
                  <a:schemeClr val="dk1"/>
                </a:solidFill>
                <a:latin typeface="Calibri"/>
                <a:ea typeface="Calibri"/>
                <a:cs typeface="Calibri"/>
                <a:sym typeface="Calibri"/>
              </a:endParaRPr>
            </a:p>
          </p:txBody>
        </p:sp>
        <p:sp>
          <p:nvSpPr>
            <p:cNvPr id="2487" name="Google Shape;2487;p33"/>
            <p:cNvSpPr txBox="1"/>
            <p:nvPr/>
          </p:nvSpPr>
          <p:spPr>
            <a:xfrm>
              <a:off x="10126229" y="4198152"/>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sz="140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sz="1400">
                <a:solidFill>
                  <a:schemeClr val="dk1"/>
                </a:solidFill>
                <a:latin typeface="Calibri"/>
                <a:ea typeface="Calibri"/>
                <a:cs typeface="Calibri"/>
                <a:sym typeface="Calibri"/>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grpSp>
      <p:grpSp>
        <p:nvGrpSpPr>
          <p:cNvPr id="2488" name="Google Shape;2488;p33"/>
          <p:cNvGrpSpPr/>
          <p:nvPr/>
        </p:nvGrpSpPr>
        <p:grpSpPr>
          <a:xfrm>
            <a:off x="1297913" y="3134990"/>
            <a:ext cx="5623201" cy="1305077"/>
            <a:chOff x="1297913" y="3209940"/>
            <a:chExt cx="5623201" cy="1305077"/>
          </a:xfrm>
        </p:grpSpPr>
        <p:sp>
          <p:nvSpPr>
            <p:cNvPr id="2489" name="Google Shape;2489;p33"/>
            <p:cNvSpPr txBox="1"/>
            <p:nvPr/>
          </p:nvSpPr>
          <p:spPr>
            <a:xfrm>
              <a:off x="3142962" y="3209940"/>
              <a:ext cx="3778152" cy="1305077"/>
            </a:xfrm>
            <a:prstGeom prst="rect">
              <a:avLst/>
            </a:prstGeom>
            <a:noFill/>
            <a:ln>
              <a:noFill/>
            </a:ln>
          </p:spPr>
          <p:txBody>
            <a:bodyPr anchorCtr="0" anchor="t" bIns="45700" lIns="91425" spcFirstLastPara="1" rIns="91425" wrap="square" tIns="45700">
              <a:normAutofit/>
            </a:bodyPr>
            <a:lstStyle/>
            <a:p>
              <a:pPr indent="0" lvl="0" marL="6985" marR="0" rtl="0" algn="l">
                <a:lnSpc>
                  <a:spcPct val="90000"/>
                </a:lnSpc>
                <a:spcBef>
                  <a:spcPts val="0"/>
                </a:spcBef>
                <a:spcAft>
                  <a:spcPts val="0"/>
                </a:spcAft>
                <a:buClr>
                  <a:srgbClr val="002E8A"/>
                </a:buClr>
                <a:buSzPts val="2400"/>
                <a:buFont typeface="Noto Sans Symbols"/>
                <a:buNone/>
              </a:pPr>
              <a:r>
                <a:rPr i="1" lang="en-US" sz="2400">
                  <a:solidFill>
                    <a:srgbClr val="C00000"/>
                  </a:solidFill>
                  <a:latin typeface="Calibri"/>
                  <a:ea typeface="Calibri"/>
                  <a:cs typeface="Calibri"/>
                  <a:sym typeface="Calibri"/>
                </a:rPr>
                <a:t>Packet switches</a:t>
              </a:r>
              <a:r>
                <a:rPr lang="en-US" sz="2400">
                  <a:solidFill>
                    <a:schemeClr val="dk1"/>
                  </a:solidFill>
                  <a:latin typeface="Calibri"/>
                  <a:ea typeface="Calibri"/>
                  <a:cs typeface="Calibri"/>
                  <a:sym typeface="Calibri"/>
                </a:rPr>
                <a:t>: forward packets (chunks of data)</a:t>
              </a:r>
              <a:endParaRPr sz="2400">
                <a:solidFill>
                  <a:schemeClr val="dk1"/>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8"/>
                </a:buClr>
                <a:buSzPts val="2000"/>
                <a:buFont typeface="Noto Sans Symbols"/>
                <a:buChar char="▪"/>
              </a:pPr>
              <a:r>
                <a:rPr b="0" i="1" lang="en-US" sz="2000" u="none" cap="none" strike="noStrike">
                  <a:solidFill>
                    <a:schemeClr val="dk1"/>
                  </a:solidFill>
                  <a:latin typeface="Calibri"/>
                  <a:ea typeface="Calibri"/>
                  <a:cs typeface="Calibri"/>
                  <a:sym typeface="Calibri"/>
                </a:rPr>
                <a:t>routers</a:t>
              </a:r>
              <a:r>
                <a:rPr b="0" i="0" lang="en-US" sz="2000" u="none" cap="none" strike="noStrike">
                  <a:solidFill>
                    <a:schemeClr val="dk1"/>
                  </a:solidFill>
                  <a:latin typeface="Calibri"/>
                  <a:ea typeface="Calibri"/>
                  <a:cs typeface="Calibri"/>
                  <a:sym typeface="Calibri"/>
                </a:rPr>
                <a:t>, </a:t>
              </a:r>
              <a:r>
                <a:rPr b="0" i="1" lang="en-US" sz="2000" u="none" cap="none" strike="noStrike">
                  <a:solidFill>
                    <a:schemeClr val="dk1"/>
                  </a:solidFill>
                  <a:latin typeface="Calibri"/>
                  <a:ea typeface="Calibri"/>
                  <a:cs typeface="Calibri"/>
                  <a:sym typeface="Calibri"/>
                </a:rPr>
                <a:t>switches</a:t>
              </a:r>
              <a:endParaRPr b="0" i="0" sz="2400" u="none" cap="none" strike="noStrike">
                <a:solidFill>
                  <a:schemeClr val="dk1"/>
                </a:solidFill>
                <a:latin typeface="Calibri"/>
                <a:ea typeface="Calibri"/>
                <a:cs typeface="Calibri"/>
                <a:sym typeface="Calibri"/>
              </a:endParaRPr>
            </a:p>
          </p:txBody>
        </p:sp>
        <p:grpSp>
          <p:nvGrpSpPr>
            <p:cNvPr id="2490" name="Google Shape;2490;p33"/>
            <p:cNvGrpSpPr/>
            <p:nvPr/>
          </p:nvGrpSpPr>
          <p:grpSpPr>
            <a:xfrm>
              <a:off x="1297913" y="3389820"/>
              <a:ext cx="1370315" cy="390629"/>
              <a:chOff x="1220207" y="3379800"/>
              <a:chExt cx="1448022" cy="400649"/>
            </a:xfrm>
          </p:grpSpPr>
          <p:grpSp>
            <p:nvGrpSpPr>
              <p:cNvPr id="2491" name="Google Shape;2491;p33"/>
              <p:cNvGrpSpPr/>
              <p:nvPr/>
            </p:nvGrpSpPr>
            <p:grpSpPr>
              <a:xfrm>
                <a:off x="1220207" y="3403733"/>
                <a:ext cx="608897" cy="339238"/>
                <a:chOff x="7493876" y="2774731"/>
                <a:chExt cx="1481958" cy="894622"/>
              </a:xfrm>
            </p:grpSpPr>
            <p:sp>
              <p:nvSpPr>
                <p:cNvPr id="2492" name="Google Shape;2492;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493" name="Google Shape;2493;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494" name="Google Shape;2494;p33"/>
                <p:cNvGrpSpPr/>
                <p:nvPr/>
              </p:nvGrpSpPr>
              <p:grpSpPr>
                <a:xfrm>
                  <a:off x="7713663" y="2848339"/>
                  <a:ext cx="1042107" cy="425543"/>
                  <a:chOff x="7786941" y="2884917"/>
                  <a:chExt cx="897649" cy="353919"/>
                </a:xfrm>
              </p:grpSpPr>
              <p:sp>
                <p:nvSpPr>
                  <p:cNvPr id="2495" name="Google Shape;2495;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6" name="Google Shape;2496;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7" name="Google Shape;2497;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8" name="Google Shape;2498;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499" name="Google Shape;2499;p33"/>
              <p:cNvGrpSpPr/>
              <p:nvPr/>
            </p:nvGrpSpPr>
            <p:grpSpPr>
              <a:xfrm>
                <a:off x="2172962" y="3379800"/>
                <a:ext cx="495267" cy="400649"/>
                <a:chOff x="3668110" y="2448910"/>
                <a:chExt cx="3794234" cy="2165130"/>
              </a:xfrm>
            </p:grpSpPr>
            <p:sp>
              <p:nvSpPr>
                <p:cNvPr id="2500" name="Google Shape;2500;p3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1" name="Google Shape;2501;p3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502" name="Google Shape;2502;p33"/>
                <p:cNvGrpSpPr/>
                <p:nvPr/>
              </p:nvGrpSpPr>
              <p:grpSpPr>
                <a:xfrm>
                  <a:off x="3941378" y="2603243"/>
                  <a:ext cx="3202061" cy="1066110"/>
                  <a:chOff x="7939341" y="3037317"/>
                  <a:chExt cx="897649" cy="353919"/>
                </a:xfrm>
              </p:grpSpPr>
              <p:sp>
                <p:nvSpPr>
                  <p:cNvPr id="2503" name="Google Shape;2503;p3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4" name="Google Shape;2504;p3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5" name="Google Shape;2505;p3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6" name="Google Shape;2506;p3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grpSp>
        <p:nvGrpSpPr>
          <p:cNvPr id="2507" name="Google Shape;2507;p33"/>
          <p:cNvGrpSpPr/>
          <p:nvPr/>
        </p:nvGrpSpPr>
        <p:grpSpPr>
          <a:xfrm>
            <a:off x="972848" y="3887572"/>
            <a:ext cx="5946258" cy="1994414"/>
            <a:chOff x="972848" y="3947532"/>
            <a:chExt cx="5946258" cy="1994414"/>
          </a:xfrm>
        </p:grpSpPr>
        <p:sp>
          <p:nvSpPr>
            <p:cNvPr id="2508" name="Google Shape;2508;p33"/>
            <p:cNvSpPr txBox="1"/>
            <p:nvPr/>
          </p:nvSpPr>
          <p:spPr>
            <a:xfrm>
              <a:off x="3140954" y="3947532"/>
              <a:ext cx="3778152" cy="1994414"/>
            </a:xfrm>
            <a:prstGeom prst="rect">
              <a:avLst/>
            </a:prstGeom>
            <a:noFill/>
            <a:ln>
              <a:noFill/>
            </a:ln>
          </p:spPr>
          <p:txBody>
            <a:bodyPr anchorCtr="0" anchor="t" bIns="45700" lIns="91425" spcFirstLastPara="1" rIns="91425" wrap="square" tIns="45700">
              <a:normAutofit/>
            </a:bodyPr>
            <a:lstStyle/>
            <a:p>
              <a:pPr indent="0" lvl="0" marL="6985" marR="0" rtl="0" algn="l">
                <a:lnSpc>
                  <a:spcPct val="90000"/>
                </a:lnSpc>
                <a:spcBef>
                  <a:spcPts val="0"/>
                </a:spcBef>
                <a:spcAft>
                  <a:spcPts val="0"/>
                </a:spcAft>
                <a:buClr>
                  <a:srgbClr val="002E8A"/>
                </a:buClr>
                <a:buSzPts val="2800"/>
                <a:buFont typeface="Noto Sans Symbols"/>
                <a:buNone/>
              </a:pPr>
              <a:r>
                <a:t/>
              </a:r>
              <a:endParaRPr sz="2800">
                <a:solidFill>
                  <a:schemeClr val="dk1"/>
                </a:solidFill>
                <a:latin typeface="Calibri"/>
                <a:ea typeface="Calibri"/>
                <a:cs typeface="Calibri"/>
                <a:sym typeface="Calibri"/>
              </a:endParaRPr>
            </a:p>
            <a:p>
              <a:pPr indent="0" lvl="0" marL="6985" marR="0" rtl="0" algn="l">
                <a:lnSpc>
                  <a:spcPct val="90000"/>
                </a:lnSpc>
                <a:spcBef>
                  <a:spcPts val="670"/>
                </a:spcBef>
                <a:spcAft>
                  <a:spcPts val="0"/>
                </a:spcAft>
                <a:buClr>
                  <a:srgbClr val="0000A8"/>
                </a:buClr>
                <a:buSzPts val="2400"/>
                <a:buFont typeface="Noto Sans Symbols"/>
                <a:buNone/>
              </a:pPr>
              <a:r>
                <a:rPr i="1" lang="en-US" sz="2400">
                  <a:solidFill>
                    <a:srgbClr val="C00000"/>
                  </a:solidFill>
                  <a:latin typeface="Calibri"/>
                  <a:ea typeface="Calibri"/>
                  <a:cs typeface="Calibri"/>
                  <a:sym typeface="Calibri"/>
                </a:rPr>
                <a:t>Communication links</a:t>
              </a:r>
              <a:endParaRPr i="1" sz="2400">
                <a:solidFill>
                  <a:srgbClr val="C00000"/>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fiber, copper, radio, satellite</a:t>
              </a:r>
              <a:endParaRPr b="0" i="0" sz="2000" u="none" cap="none" strike="noStrike">
                <a:solidFill>
                  <a:schemeClr val="dk1"/>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transmission rate: </a:t>
              </a:r>
              <a:r>
                <a:rPr b="0" i="1" lang="en-US" sz="2000" u="none" cap="none" strike="noStrike">
                  <a:solidFill>
                    <a:schemeClr val="dk1"/>
                  </a:solidFill>
                  <a:latin typeface="Calibri"/>
                  <a:ea typeface="Calibri"/>
                  <a:cs typeface="Calibri"/>
                  <a:sym typeface="Calibri"/>
                </a:rPr>
                <a:t>bandwidth</a:t>
              </a:r>
              <a:br>
                <a:rPr b="0" i="1" lang="en-US" sz="2000" u="none" cap="none" strike="noStrike">
                  <a:solidFill>
                    <a:srgbClr val="C00000"/>
                  </a:solidFill>
                  <a:latin typeface="Calibri"/>
                  <a:ea typeface="Calibri"/>
                  <a:cs typeface="Calibri"/>
                  <a:sym typeface="Calibri"/>
                </a:rPr>
              </a:br>
              <a:endParaRPr b="0" i="0" sz="2400" u="none" cap="none" strike="noStrike">
                <a:solidFill>
                  <a:schemeClr val="dk1"/>
                </a:solidFill>
                <a:latin typeface="Calibri"/>
                <a:ea typeface="Calibri"/>
                <a:cs typeface="Calibri"/>
                <a:sym typeface="Calibri"/>
              </a:endParaRPr>
            </a:p>
          </p:txBody>
        </p:sp>
        <p:grpSp>
          <p:nvGrpSpPr>
            <p:cNvPr id="2509" name="Google Shape;2509;p33"/>
            <p:cNvGrpSpPr/>
            <p:nvPr/>
          </p:nvGrpSpPr>
          <p:grpSpPr>
            <a:xfrm>
              <a:off x="2428229" y="4382136"/>
              <a:ext cx="457200" cy="733152"/>
              <a:chOff x="6061075" y="1844675"/>
              <a:chExt cx="457200" cy="733152"/>
            </a:xfrm>
          </p:grpSpPr>
          <p:cxnSp>
            <p:nvCxnSpPr>
              <p:cNvPr id="2510" name="Google Shape;2510;p33"/>
              <p:cNvCxnSpPr/>
              <p:nvPr/>
            </p:nvCxnSpPr>
            <p:spPr>
              <a:xfrm>
                <a:off x="6289675" y="2403475"/>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2511" name="Google Shape;2511;p33"/>
              <p:cNvGrpSpPr/>
              <p:nvPr/>
            </p:nvGrpSpPr>
            <p:grpSpPr>
              <a:xfrm>
                <a:off x="6061075" y="1844675"/>
                <a:ext cx="457200" cy="631825"/>
                <a:chOff x="742" y="2409"/>
                <a:chExt cx="576" cy="881"/>
              </a:xfrm>
            </p:grpSpPr>
            <p:grpSp>
              <p:nvGrpSpPr>
                <p:cNvPr id="2512" name="Google Shape;2512;p33"/>
                <p:cNvGrpSpPr/>
                <p:nvPr/>
              </p:nvGrpSpPr>
              <p:grpSpPr>
                <a:xfrm>
                  <a:off x="832" y="2643"/>
                  <a:ext cx="376" cy="647"/>
                  <a:chOff x="3130" y="3288"/>
                  <a:chExt cx="410" cy="742"/>
                </a:xfrm>
              </p:grpSpPr>
              <p:cxnSp>
                <p:nvCxnSpPr>
                  <p:cNvPr id="2513" name="Google Shape;2513;p33"/>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2514" name="Google Shape;2514;p33"/>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2515" name="Google Shape;2515;p33"/>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2516" name="Google Shape;2516;p33"/>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2517" name="Google Shape;2517;p33"/>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2518" name="Google Shape;2518;p33"/>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2519" name="Google Shape;2519;p33"/>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2520" name="Google Shape;2520;p33"/>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2521" name="Google Shape;2521;p33"/>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2522" name="Google Shape;2522;p33"/>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2523" name="Google Shape;2523;p33"/>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2524" name="Google Shape;2524;p33"/>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2525" name="Google Shape;2525;p33"/>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2526" name="Google Shape;2526;p33"/>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2527" name="Google Shape;2527;p33"/>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pic>
              <p:nvPicPr>
                <p:cNvPr descr="cell_tower_radiation copy" id="2528" name="Google Shape;2528;p33"/>
                <p:cNvPicPr preferRelativeResize="0"/>
                <p:nvPr/>
              </p:nvPicPr>
              <p:blipFill rotWithShape="1">
                <a:blip r:embed="rId3">
                  <a:alphaModFix/>
                </a:blip>
                <a:srcRect b="0" l="0" r="0" t="0"/>
                <a:stretch/>
              </p:blipFill>
              <p:spPr>
                <a:xfrm>
                  <a:off x="742" y="2409"/>
                  <a:ext cx="576" cy="464"/>
                </a:xfrm>
                <a:prstGeom prst="rect">
                  <a:avLst/>
                </a:prstGeom>
                <a:noFill/>
                <a:ln>
                  <a:noFill/>
                </a:ln>
              </p:spPr>
            </p:pic>
            <p:sp>
              <p:nvSpPr>
                <p:cNvPr id="2529" name="Google Shape;2529;p33"/>
                <p:cNvSpPr/>
                <p:nvPr/>
              </p:nvSpPr>
              <p:spPr>
                <a:xfrm>
                  <a:off x="986" y="2597"/>
                  <a:ext cx="66" cy="69"/>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nvGrpSpPr>
            <p:cNvPr id="2530" name="Google Shape;2530;p33"/>
            <p:cNvGrpSpPr/>
            <p:nvPr/>
          </p:nvGrpSpPr>
          <p:grpSpPr>
            <a:xfrm>
              <a:off x="972848" y="4585926"/>
              <a:ext cx="452014" cy="316353"/>
              <a:chOff x="2967" y="478"/>
              <a:chExt cx="788" cy="625"/>
            </a:xfrm>
          </p:grpSpPr>
          <p:pic>
            <p:nvPicPr>
              <p:cNvPr descr="access_point_stylized_small" id="2531" name="Google Shape;2531;p33"/>
              <p:cNvPicPr preferRelativeResize="0"/>
              <p:nvPr/>
            </p:nvPicPr>
            <p:blipFill rotWithShape="1">
              <a:blip r:embed="rId4">
                <a:alphaModFix/>
              </a:blip>
              <a:srcRect b="0" l="0" r="0" t="0"/>
              <a:stretch/>
            </p:blipFill>
            <p:spPr>
              <a:xfrm>
                <a:off x="3012" y="559"/>
                <a:ext cx="576" cy="544"/>
              </a:xfrm>
              <a:prstGeom prst="rect">
                <a:avLst/>
              </a:prstGeom>
              <a:noFill/>
              <a:ln>
                <a:noFill/>
              </a:ln>
            </p:spPr>
          </p:pic>
          <p:pic>
            <p:nvPicPr>
              <p:cNvPr descr="antenna_radiation_stylized" id="2532" name="Google Shape;2532;p33"/>
              <p:cNvPicPr preferRelativeResize="0"/>
              <p:nvPr/>
            </p:nvPicPr>
            <p:blipFill rotWithShape="1">
              <a:blip r:embed="rId5">
                <a:alphaModFix/>
              </a:blip>
              <a:srcRect b="0" l="0" r="0" t="0"/>
              <a:stretch/>
            </p:blipFill>
            <p:spPr>
              <a:xfrm>
                <a:off x="2967" y="478"/>
                <a:ext cx="788" cy="188"/>
              </a:xfrm>
              <a:prstGeom prst="rect">
                <a:avLst/>
              </a:prstGeom>
              <a:noFill/>
              <a:ln>
                <a:noFill/>
              </a:ln>
            </p:spPr>
          </p:pic>
        </p:grpSp>
        <p:pic>
          <p:nvPicPr>
            <p:cNvPr descr="Image result for Ethernet cable" id="2533" name="Google Shape;2533;p33"/>
            <p:cNvPicPr preferRelativeResize="0"/>
            <p:nvPr/>
          </p:nvPicPr>
          <p:blipFill rotWithShape="1">
            <a:blip r:embed="rId6">
              <a:alphaModFix/>
            </a:blip>
            <a:srcRect b="0" l="0" r="0" t="0"/>
            <a:stretch/>
          </p:blipFill>
          <p:spPr>
            <a:xfrm>
              <a:off x="1456310" y="4560750"/>
              <a:ext cx="874495" cy="513355"/>
            </a:xfrm>
            <a:prstGeom prst="rect">
              <a:avLst/>
            </a:prstGeom>
            <a:noFill/>
            <a:ln>
              <a:noFill/>
            </a:ln>
          </p:spPr>
        </p:pic>
      </p:grpSp>
      <p:grpSp>
        <p:nvGrpSpPr>
          <p:cNvPr id="2534" name="Google Shape;2534;p33"/>
          <p:cNvGrpSpPr/>
          <p:nvPr/>
        </p:nvGrpSpPr>
        <p:grpSpPr>
          <a:xfrm>
            <a:off x="413554" y="1318241"/>
            <a:ext cx="6618129" cy="1705461"/>
            <a:chOff x="413554" y="1318241"/>
            <a:chExt cx="6618129" cy="1705461"/>
          </a:xfrm>
        </p:grpSpPr>
        <p:sp>
          <p:nvSpPr>
            <p:cNvPr id="2535" name="Google Shape;2535;p33"/>
            <p:cNvSpPr txBox="1"/>
            <p:nvPr/>
          </p:nvSpPr>
          <p:spPr>
            <a:xfrm>
              <a:off x="3142484" y="1318241"/>
              <a:ext cx="3889199" cy="1705461"/>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8"/>
                </a:buClr>
                <a:buSzPts val="2400"/>
                <a:buFont typeface="Noto Sans Symbols"/>
                <a:buNone/>
              </a:pPr>
              <a:r>
                <a:rPr lang="en-US" sz="2400">
                  <a:solidFill>
                    <a:schemeClr val="dk1"/>
                  </a:solidFill>
                  <a:latin typeface="Calibri"/>
                  <a:ea typeface="Calibri"/>
                  <a:cs typeface="Calibri"/>
                  <a:sym typeface="Calibri"/>
                </a:rPr>
                <a:t>Billions of connected computing </a:t>
              </a:r>
              <a:r>
                <a:rPr i="1" lang="en-US" sz="2400">
                  <a:solidFill>
                    <a:srgbClr val="C00000"/>
                  </a:solidFill>
                  <a:latin typeface="Calibri"/>
                  <a:ea typeface="Calibri"/>
                  <a:cs typeface="Calibri"/>
                  <a:sym typeface="Calibri"/>
                </a:rPr>
                <a:t>devices</a:t>
              </a:r>
              <a:r>
                <a:rPr lang="en-U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231775" lvl="1" marL="346075" marR="0" rtl="0" algn="l">
                <a:lnSpc>
                  <a:spcPct val="90000"/>
                </a:lnSpc>
                <a:spcBef>
                  <a:spcPts val="300"/>
                </a:spcBef>
                <a:spcAft>
                  <a:spcPts val="0"/>
                </a:spcAft>
                <a:buClr>
                  <a:srgbClr val="0000A3"/>
                </a:buClr>
                <a:buSzPts val="2000"/>
                <a:buFont typeface="Noto Sans Symbols"/>
                <a:buChar char="▪"/>
              </a:pPr>
              <a:r>
                <a:rPr b="0" i="1" lang="en-US" sz="2000" u="none" cap="none" strike="noStrike">
                  <a:solidFill>
                    <a:srgbClr val="C00000"/>
                  </a:solidFill>
                  <a:latin typeface="Calibri"/>
                  <a:ea typeface="Calibri"/>
                  <a:cs typeface="Calibri"/>
                  <a:sym typeface="Calibri"/>
                </a:rPr>
                <a:t>hosts</a:t>
              </a:r>
              <a:r>
                <a:rPr b="0" i="1" lang="en-US" sz="2000" u="none" cap="none" strike="noStrike">
                  <a:solidFill>
                    <a:srgbClr val="CC0000"/>
                  </a:solidFill>
                  <a:latin typeface="Calibri"/>
                  <a:ea typeface="Calibri"/>
                  <a:cs typeface="Calibri"/>
                  <a:sym typeface="Calibri"/>
                </a:rPr>
                <a:t> </a:t>
              </a:r>
              <a:r>
                <a:rPr b="0" i="1" lang="en-US" sz="2000" u="none" cap="none" strike="noStrike">
                  <a:solidFill>
                    <a:schemeClr val="dk1"/>
                  </a:solidFill>
                  <a:latin typeface="Calibri"/>
                  <a:ea typeface="Calibri"/>
                  <a:cs typeface="Calibri"/>
                  <a:sym typeface="Calibri"/>
                </a:rPr>
                <a:t>= end systems </a:t>
              </a:r>
              <a:endParaRPr b="0" i="1" sz="2000" u="none" cap="none" strike="noStrike">
                <a:solidFill>
                  <a:schemeClr val="dk1"/>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running </a:t>
              </a:r>
              <a:r>
                <a:rPr b="0" i="1" lang="en-US" sz="2000" u="none" cap="none" strike="noStrike">
                  <a:solidFill>
                    <a:schemeClr val="dk1"/>
                  </a:solidFill>
                  <a:latin typeface="Calibri"/>
                  <a:ea typeface="Calibri"/>
                  <a:cs typeface="Calibri"/>
                  <a:sym typeface="Calibri"/>
                </a:rPr>
                <a:t>network </a:t>
              </a:r>
              <a:r>
                <a:rPr b="0" i="1" lang="en-US" sz="2000" u="none" cap="none" strike="noStrike">
                  <a:solidFill>
                    <a:srgbClr val="C00000"/>
                  </a:solidFill>
                  <a:latin typeface="Calibri"/>
                  <a:ea typeface="Calibri"/>
                  <a:cs typeface="Calibri"/>
                  <a:sym typeface="Calibri"/>
                </a:rPr>
                <a:t>apps </a:t>
              </a:r>
              <a:r>
                <a:rPr b="0" i="0" lang="en-US" sz="2000" u="none" cap="none" strike="noStrike">
                  <a:solidFill>
                    <a:schemeClr val="dk1"/>
                  </a:solidFill>
                  <a:latin typeface="Calibri"/>
                  <a:ea typeface="Calibri"/>
                  <a:cs typeface="Calibri"/>
                  <a:sym typeface="Calibri"/>
                </a:rPr>
                <a:t>at Internet’s “edge”</a:t>
              </a:r>
              <a:endParaRPr b="0" i="0" sz="2000" u="none" cap="none" strike="noStrike">
                <a:solidFill>
                  <a:schemeClr val="dk1"/>
                </a:solidFill>
                <a:latin typeface="Calibri"/>
                <a:ea typeface="Calibri"/>
                <a:cs typeface="Calibri"/>
                <a:sym typeface="Calibri"/>
              </a:endParaRPr>
            </a:p>
          </p:txBody>
        </p:sp>
        <p:grpSp>
          <p:nvGrpSpPr>
            <p:cNvPr id="2536" name="Google Shape;2536;p33"/>
            <p:cNvGrpSpPr/>
            <p:nvPr/>
          </p:nvGrpSpPr>
          <p:grpSpPr>
            <a:xfrm>
              <a:off x="413554" y="1342201"/>
              <a:ext cx="2520730" cy="1345159"/>
              <a:chOff x="177500" y="1428021"/>
              <a:chExt cx="2679234" cy="1453172"/>
            </a:xfrm>
          </p:grpSpPr>
          <p:grpSp>
            <p:nvGrpSpPr>
              <p:cNvPr id="2537" name="Google Shape;2537;p33"/>
              <p:cNvGrpSpPr/>
              <p:nvPr/>
            </p:nvGrpSpPr>
            <p:grpSpPr>
              <a:xfrm>
                <a:off x="2228805" y="1490654"/>
                <a:ext cx="627929" cy="619360"/>
                <a:chOff x="877" y="1008"/>
                <a:chExt cx="2747" cy="2626"/>
              </a:xfrm>
            </p:grpSpPr>
            <p:pic>
              <p:nvPicPr>
                <p:cNvPr descr="antenna_stylized" id="2538" name="Google Shape;2538;p33"/>
                <p:cNvPicPr preferRelativeResize="0"/>
                <p:nvPr/>
              </p:nvPicPr>
              <p:blipFill rotWithShape="1">
                <a:blip r:embed="rId7">
                  <a:alphaModFix/>
                </a:blip>
                <a:srcRect b="0" l="0" r="0" t="0"/>
                <a:stretch/>
              </p:blipFill>
              <p:spPr>
                <a:xfrm>
                  <a:off x="877" y="1008"/>
                  <a:ext cx="2725" cy="1421"/>
                </a:xfrm>
                <a:prstGeom prst="rect">
                  <a:avLst/>
                </a:prstGeom>
                <a:noFill/>
                <a:ln>
                  <a:noFill/>
                </a:ln>
              </p:spPr>
            </p:pic>
            <p:pic>
              <p:nvPicPr>
                <p:cNvPr descr="laptop_keyboard" id="2539" name="Google Shape;2539;p33"/>
                <p:cNvPicPr preferRelativeResize="0"/>
                <p:nvPr/>
              </p:nvPicPr>
              <p:blipFill rotWithShape="1">
                <a:blip r:embed="rId8">
                  <a:alphaModFix/>
                </a:blip>
                <a:srcRect b="0" l="0" r="0" t="0"/>
                <a:stretch/>
              </p:blipFill>
              <p:spPr>
                <a:xfrm flipH="1" rot="109064">
                  <a:off x="1009" y="2586"/>
                  <a:ext cx="2245" cy="1013"/>
                </a:xfrm>
                <a:prstGeom prst="rect">
                  <a:avLst/>
                </a:prstGeom>
                <a:noFill/>
                <a:ln>
                  <a:noFill/>
                </a:ln>
              </p:spPr>
            </p:pic>
            <p:sp>
              <p:nvSpPr>
                <p:cNvPr id="2540" name="Google Shape;2540;p3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541" name="Google Shape;2541;p33"/>
                <p:cNvPicPr preferRelativeResize="0"/>
                <p:nvPr/>
              </p:nvPicPr>
              <p:blipFill rotWithShape="1">
                <a:blip r:embed="rId9">
                  <a:alphaModFix/>
                </a:blip>
                <a:srcRect b="0" l="0" r="0" t="0"/>
                <a:stretch/>
              </p:blipFill>
              <p:spPr>
                <a:xfrm>
                  <a:off x="1842" y="1637"/>
                  <a:ext cx="1642" cy="1203"/>
                </a:xfrm>
                <a:prstGeom prst="rect">
                  <a:avLst/>
                </a:prstGeom>
                <a:noFill/>
                <a:ln>
                  <a:noFill/>
                </a:ln>
              </p:spPr>
            </p:pic>
            <p:sp>
              <p:nvSpPr>
                <p:cNvPr id="2542" name="Google Shape;2542;p3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3" name="Google Shape;2543;p3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4" name="Google Shape;2544;p3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5" name="Google Shape;2545;p3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6" name="Google Shape;2546;p3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7" name="Google Shape;2547;p3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548" name="Google Shape;2548;p33"/>
                <p:cNvGrpSpPr/>
                <p:nvPr/>
              </p:nvGrpSpPr>
              <p:grpSpPr>
                <a:xfrm>
                  <a:off x="1709" y="3008"/>
                  <a:ext cx="507" cy="234"/>
                  <a:chOff x="1740" y="2642"/>
                  <a:chExt cx="752" cy="327"/>
                </a:xfrm>
              </p:grpSpPr>
              <p:sp>
                <p:nvSpPr>
                  <p:cNvPr id="2549" name="Google Shape;2549;p3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0" name="Google Shape;2550;p3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1" name="Google Shape;2551;p3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2" name="Google Shape;2552;p3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3" name="Google Shape;2553;p3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4" name="Google Shape;2554;p3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55" name="Google Shape;2555;p3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6" name="Google Shape;2556;p3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7" name="Google Shape;2557;p3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8" name="Google Shape;2558;p3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9" name="Google Shape;2559;p3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0" name="Google Shape;2560;p3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61" name="Google Shape;2561;p33"/>
              <p:cNvGrpSpPr/>
              <p:nvPr/>
            </p:nvGrpSpPr>
            <p:grpSpPr>
              <a:xfrm>
                <a:off x="1187669" y="1611378"/>
                <a:ext cx="511595" cy="419441"/>
                <a:chOff x="2751" y="1851"/>
                <a:chExt cx="462" cy="478"/>
              </a:xfrm>
            </p:grpSpPr>
            <p:pic>
              <p:nvPicPr>
                <p:cNvPr descr="iphone_stylized_small" id="2562" name="Google Shape;2562;p33"/>
                <p:cNvPicPr preferRelativeResize="0"/>
                <p:nvPr/>
              </p:nvPicPr>
              <p:blipFill rotWithShape="1">
                <a:blip r:embed="rId10">
                  <a:alphaModFix/>
                </a:blip>
                <a:srcRect b="0" l="0" r="0" t="0"/>
                <a:stretch/>
              </p:blipFill>
              <p:spPr>
                <a:xfrm>
                  <a:off x="2928" y="1922"/>
                  <a:ext cx="152" cy="407"/>
                </a:xfrm>
                <a:prstGeom prst="rect">
                  <a:avLst/>
                </a:prstGeom>
                <a:noFill/>
                <a:ln>
                  <a:noFill/>
                </a:ln>
              </p:spPr>
            </p:pic>
            <p:pic>
              <p:nvPicPr>
                <p:cNvPr descr="antenna_radiation_stylized" id="2563" name="Google Shape;2563;p33"/>
                <p:cNvPicPr preferRelativeResize="0"/>
                <p:nvPr/>
              </p:nvPicPr>
              <p:blipFill rotWithShape="1">
                <a:blip r:embed="rId11">
                  <a:alphaModFix/>
                </a:blip>
                <a:srcRect b="0" l="0" r="0" t="0"/>
                <a:stretch/>
              </p:blipFill>
              <p:spPr>
                <a:xfrm>
                  <a:off x="2751" y="1851"/>
                  <a:ext cx="462" cy="110"/>
                </a:xfrm>
                <a:prstGeom prst="rect">
                  <a:avLst/>
                </a:prstGeom>
                <a:noFill/>
                <a:ln>
                  <a:noFill/>
                </a:ln>
              </p:spPr>
            </p:pic>
          </p:grpSp>
          <p:grpSp>
            <p:nvGrpSpPr>
              <p:cNvPr id="2564" name="Google Shape;2564;p33"/>
              <p:cNvGrpSpPr/>
              <p:nvPr/>
            </p:nvGrpSpPr>
            <p:grpSpPr>
              <a:xfrm>
                <a:off x="1346422" y="2111586"/>
                <a:ext cx="580012" cy="769607"/>
                <a:chOff x="7797061" y="3296104"/>
                <a:chExt cx="347997" cy="396620"/>
              </a:xfrm>
            </p:grpSpPr>
            <p:pic>
              <p:nvPicPr>
                <p:cNvPr descr="fridge2.png" id="2565" name="Google Shape;2565;p33"/>
                <p:cNvPicPr preferRelativeResize="0"/>
                <p:nvPr/>
              </p:nvPicPr>
              <p:blipFill rotWithShape="1">
                <a:blip r:embed="rId12">
                  <a:alphaModFix/>
                </a:blip>
                <a:srcRect b="0" l="0" r="0" t="0"/>
                <a:stretch/>
              </p:blipFill>
              <p:spPr>
                <a:xfrm>
                  <a:off x="7896825" y="3355697"/>
                  <a:ext cx="189578" cy="337027"/>
                </a:xfrm>
                <a:prstGeom prst="rect">
                  <a:avLst/>
                </a:prstGeom>
                <a:noFill/>
                <a:ln>
                  <a:noFill/>
                </a:ln>
              </p:spPr>
            </p:pic>
            <p:pic>
              <p:nvPicPr>
                <p:cNvPr descr="antenna_stylized" id="2566" name="Google Shape;2566;p33"/>
                <p:cNvPicPr preferRelativeResize="0"/>
                <p:nvPr/>
              </p:nvPicPr>
              <p:blipFill rotWithShape="1">
                <a:blip r:embed="rId13">
                  <a:alphaModFix/>
                </a:blip>
                <a:srcRect b="0" l="0" r="0" t="0"/>
                <a:stretch/>
              </p:blipFill>
              <p:spPr>
                <a:xfrm>
                  <a:off x="7797061" y="3296104"/>
                  <a:ext cx="347997" cy="167557"/>
                </a:xfrm>
                <a:prstGeom prst="rect">
                  <a:avLst/>
                </a:prstGeom>
                <a:noFill/>
                <a:ln>
                  <a:noFill/>
                </a:ln>
              </p:spPr>
            </p:pic>
          </p:grpSp>
          <p:grpSp>
            <p:nvGrpSpPr>
              <p:cNvPr id="2567" name="Google Shape;2567;p33"/>
              <p:cNvGrpSpPr/>
              <p:nvPr/>
            </p:nvGrpSpPr>
            <p:grpSpPr>
              <a:xfrm>
                <a:off x="1018136" y="2414197"/>
                <a:ext cx="228492" cy="436354"/>
                <a:chOff x="4140" y="429"/>
                <a:chExt cx="1425" cy="2396"/>
              </a:xfrm>
            </p:grpSpPr>
            <p:sp>
              <p:nvSpPr>
                <p:cNvPr id="2568" name="Google Shape;2568;p3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9" name="Google Shape;2569;p3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70" name="Google Shape;2570;p3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1" name="Google Shape;2571;p3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2" name="Google Shape;2572;p3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573" name="Google Shape;2573;p33"/>
                <p:cNvGrpSpPr/>
                <p:nvPr/>
              </p:nvGrpSpPr>
              <p:grpSpPr>
                <a:xfrm>
                  <a:off x="4748" y="666"/>
                  <a:ext cx="578" cy="150"/>
                  <a:chOff x="613" y="2566"/>
                  <a:chExt cx="721" cy="144"/>
                </a:xfrm>
              </p:grpSpPr>
              <p:sp>
                <p:nvSpPr>
                  <p:cNvPr id="2574" name="Google Shape;2574;p3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75" name="Google Shape;2575;p3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576" name="Google Shape;2576;p3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577" name="Google Shape;2577;p33"/>
                <p:cNvGrpSpPr/>
                <p:nvPr/>
              </p:nvGrpSpPr>
              <p:grpSpPr>
                <a:xfrm>
                  <a:off x="4748" y="990"/>
                  <a:ext cx="578" cy="134"/>
                  <a:chOff x="615" y="2564"/>
                  <a:chExt cx="721" cy="139"/>
                </a:xfrm>
              </p:grpSpPr>
              <p:sp>
                <p:nvSpPr>
                  <p:cNvPr id="2578" name="Google Shape;2578;p3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79" name="Google Shape;2579;p3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580" name="Google Shape;2580;p3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81" name="Google Shape;2581;p3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582" name="Google Shape;2582;p33"/>
                <p:cNvGrpSpPr/>
                <p:nvPr/>
              </p:nvGrpSpPr>
              <p:grpSpPr>
                <a:xfrm>
                  <a:off x="4738" y="1647"/>
                  <a:ext cx="578" cy="135"/>
                  <a:chOff x="618" y="2586"/>
                  <a:chExt cx="720" cy="124"/>
                </a:xfrm>
              </p:grpSpPr>
              <p:sp>
                <p:nvSpPr>
                  <p:cNvPr id="2583" name="Google Shape;2583;p3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84" name="Google Shape;2584;p3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585" name="Google Shape;2585;p3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586" name="Google Shape;2586;p33"/>
                <p:cNvGrpSpPr/>
                <p:nvPr/>
              </p:nvGrpSpPr>
              <p:grpSpPr>
                <a:xfrm>
                  <a:off x="4738" y="1330"/>
                  <a:ext cx="588" cy="134"/>
                  <a:chOff x="613" y="2571"/>
                  <a:chExt cx="732" cy="134"/>
                </a:xfrm>
              </p:grpSpPr>
              <p:sp>
                <p:nvSpPr>
                  <p:cNvPr id="2587" name="Google Shape;2587;p3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88" name="Google Shape;2588;p3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589" name="Google Shape;2589;p3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90" name="Google Shape;2590;p3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1" name="Google Shape;2591;p3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2" name="Google Shape;2592;p3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93" name="Google Shape;2593;p3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4" name="Google Shape;2594;p3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95" name="Google Shape;2595;p3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96" name="Google Shape;2596;p3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97" name="Google Shape;2597;p3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598" name="Google Shape;2598;p3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99" name="Google Shape;2599;p3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2600" name="Google Shape;2600;p33"/>
              <p:cNvGrpSpPr/>
              <p:nvPr/>
            </p:nvGrpSpPr>
            <p:grpSpPr>
              <a:xfrm>
                <a:off x="2053502" y="2245186"/>
                <a:ext cx="672582" cy="617342"/>
                <a:chOff x="5275406" y="2711455"/>
                <a:chExt cx="452949" cy="405518"/>
              </a:xfrm>
            </p:grpSpPr>
            <p:pic>
              <p:nvPicPr>
                <p:cNvPr descr="server_rack.png" id="2601" name="Google Shape;2601;p33"/>
                <p:cNvPicPr preferRelativeResize="0"/>
                <p:nvPr/>
              </p:nvPicPr>
              <p:blipFill rotWithShape="1">
                <a:blip r:embed="rId14">
                  <a:alphaModFix/>
                </a:blip>
                <a:srcRect b="0" l="0" r="0" t="0"/>
                <a:stretch/>
              </p:blipFill>
              <p:spPr>
                <a:xfrm>
                  <a:off x="5537367" y="2770786"/>
                  <a:ext cx="190988" cy="313366"/>
                </a:xfrm>
                <a:prstGeom prst="rect">
                  <a:avLst/>
                </a:prstGeom>
                <a:noFill/>
                <a:ln>
                  <a:noFill/>
                </a:ln>
              </p:spPr>
            </p:pic>
            <p:pic>
              <p:nvPicPr>
                <p:cNvPr descr="server_rack.png" id="2602" name="Google Shape;2602;p33"/>
                <p:cNvPicPr preferRelativeResize="0"/>
                <p:nvPr/>
              </p:nvPicPr>
              <p:blipFill rotWithShape="1">
                <a:blip r:embed="rId14">
                  <a:alphaModFix/>
                </a:blip>
                <a:srcRect b="0" l="0" r="0" t="0"/>
                <a:stretch/>
              </p:blipFill>
              <p:spPr>
                <a:xfrm>
                  <a:off x="5275406" y="2764002"/>
                  <a:ext cx="190988" cy="313366"/>
                </a:xfrm>
                <a:prstGeom prst="rect">
                  <a:avLst/>
                </a:prstGeom>
                <a:noFill/>
                <a:ln>
                  <a:noFill/>
                </a:ln>
              </p:spPr>
            </p:pic>
            <p:pic>
              <p:nvPicPr>
                <p:cNvPr descr="server_rack.png" id="2603" name="Google Shape;2603;p33"/>
                <p:cNvPicPr preferRelativeResize="0"/>
                <p:nvPr/>
              </p:nvPicPr>
              <p:blipFill rotWithShape="1">
                <a:blip r:embed="rId14">
                  <a:alphaModFix/>
                </a:blip>
                <a:srcRect b="0" l="0" r="0" t="0"/>
                <a:stretch/>
              </p:blipFill>
              <p:spPr>
                <a:xfrm>
                  <a:off x="5385676" y="2711455"/>
                  <a:ext cx="247152" cy="405518"/>
                </a:xfrm>
                <a:prstGeom prst="rect">
                  <a:avLst/>
                </a:prstGeom>
                <a:noFill/>
                <a:ln>
                  <a:noFill/>
                </a:ln>
              </p:spPr>
            </p:pic>
          </p:grpSp>
          <p:grpSp>
            <p:nvGrpSpPr>
              <p:cNvPr id="2604" name="Google Shape;2604;p33"/>
              <p:cNvGrpSpPr/>
              <p:nvPr/>
            </p:nvGrpSpPr>
            <p:grpSpPr>
              <a:xfrm flipH="1">
                <a:off x="618085" y="1595547"/>
                <a:ext cx="517401" cy="503916"/>
                <a:chOff x="2839" y="3501"/>
                <a:chExt cx="755" cy="803"/>
              </a:xfrm>
            </p:grpSpPr>
            <p:pic>
              <p:nvPicPr>
                <p:cNvPr descr="desktop_computer_stylized_medium" id="2605" name="Google Shape;2605;p33"/>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2606" name="Google Shape;2606;p3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607" name="Google Shape;2607;p33"/>
              <p:cNvGrpSpPr/>
              <p:nvPr/>
            </p:nvGrpSpPr>
            <p:grpSpPr>
              <a:xfrm>
                <a:off x="1609415" y="1428021"/>
                <a:ext cx="748578" cy="712374"/>
                <a:chOff x="8631407" y="2290407"/>
                <a:chExt cx="530702" cy="478009"/>
              </a:xfrm>
            </p:grpSpPr>
            <p:pic>
              <p:nvPicPr>
                <p:cNvPr descr="light2.png" id="2608" name="Google Shape;2608;p33"/>
                <p:cNvPicPr preferRelativeResize="0"/>
                <p:nvPr/>
              </p:nvPicPr>
              <p:blipFill rotWithShape="1">
                <a:blip r:embed="rId16">
                  <a:alphaModFix/>
                </a:blip>
                <a:srcRect b="0" l="0" r="0" t="0"/>
                <a:stretch/>
              </p:blipFill>
              <p:spPr>
                <a:xfrm flipH="1">
                  <a:off x="8825293" y="2362969"/>
                  <a:ext cx="92772" cy="405447"/>
                </a:xfrm>
                <a:prstGeom prst="rect">
                  <a:avLst/>
                </a:prstGeom>
                <a:noFill/>
                <a:ln>
                  <a:noFill/>
                </a:ln>
              </p:spPr>
            </p:pic>
            <p:pic>
              <p:nvPicPr>
                <p:cNvPr descr="antenna_stylized" id="2609" name="Google Shape;2609;p33"/>
                <p:cNvPicPr preferRelativeResize="0"/>
                <p:nvPr/>
              </p:nvPicPr>
              <p:blipFill rotWithShape="1">
                <a:blip r:embed="rId17">
                  <a:alphaModFix/>
                </a:blip>
                <a:srcRect b="0" l="0" r="0" t="0"/>
                <a:stretch/>
              </p:blipFill>
              <p:spPr>
                <a:xfrm>
                  <a:off x="8631407" y="2290407"/>
                  <a:ext cx="530702" cy="223756"/>
                </a:xfrm>
                <a:prstGeom prst="rect">
                  <a:avLst/>
                </a:prstGeom>
                <a:noFill/>
                <a:ln>
                  <a:noFill/>
                </a:ln>
              </p:spPr>
            </p:pic>
          </p:grpSp>
          <p:grpSp>
            <p:nvGrpSpPr>
              <p:cNvPr id="2610" name="Google Shape;2610;p33"/>
              <p:cNvGrpSpPr/>
              <p:nvPr/>
            </p:nvGrpSpPr>
            <p:grpSpPr>
              <a:xfrm>
                <a:off x="177500" y="2082690"/>
                <a:ext cx="849312" cy="226109"/>
                <a:chOff x="8493165" y="2029804"/>
                <a:chExt cx="849312" cy="226109"/>
              </a:xfrm>
            </p:grpSpPr>
            <p:pic>
              <p:nvPicPr>
                <p:cNvPr descr="car_icon_small" id="2611" name="Google Shape;2611;p33"/>
                <p:cNvPicPr preferRelativeResize="0"/>
                <p:nvPr/>
              </p:nvPicPr>
              <p:blipFill rotWithShape="1">
                <a:blip r:embed="rId18">
                  <a:alphaModFix/>
                </a:blip>
                <a:srcRect b="0" l="0" r="0" t="0"/>
                <a:stretch/>
              </p:blipFill>
              <p:spPr>
                <a:xfrm>
                  <a:off x="8493165" y="2087638"/>
                  <a:ext cx="849312" cy="168275"/>
                </a:xfrm>
                <a:prstGeom prst="rect">
                  <a:avLst/>
                </a:prstGeom>
                <a:noFill/>
                <a:ln>
                  <a:noFill/>
                </a:ln>
              </p:spPr>
            </p:pic>
            <p:pic>
              <p:nvPicPr>
                <p:cNvPr descr="antenna_stylized" id="2612" name="Google Shape;2612;p33"/>
                <p:cNvPicPr preferRelativeResize="0"/>
                <p:nvPr/>
              </p:nvPicPr>
              <p:blipFill rotWithShape="1">
                <a:blip r:embed="rId17">
                  <a:alphaModFix/>
                </a:blip>
                <a:srcRect b="0" l="0" r="0" t="0"/>
                <a:stretch/>
              </p:blipFill>
              <p:spPr>
                <a:xfrm>
                  <a:off x="8704645" y="2029804"/>
                  <a:ext cx="530702" cy="223756"/>
                </a:xfrm>
                <a:prstGeom prst="rect">
                  <a:avLst/>
                </a:prstGeom>
                <a:noFill/>
                <a:ln>
                  <a:noFill/>
                </a:ln>
              </p:spPr>
            </p:pic>
          </p:grpSp>
        </p:grpSp>
      </p:grpSp>
      <p:grpSp>
        <p:nvGrpSpPr>
          <p:cNvPr id="2613" name="Google Shape;2613;p33"/>
          <p:cNvGrpSpPr/>
          <p:nvPr/>
        </p:nvGrpSpPr>
        <p:grpSpPr>
          <a:xfrm>
            <a:off x="7562238" y="2127325"/>
            <a:ext cx="3578867" cy="3640284"/>
            <a:chOff x="7562238" y="2127325"/>
            <a:chExt cx="3578867" cy="3640284"/>
          </a:xfrm>
        </p:grpSpPr>
        <p:cxnSp>
          <p:nvCxnSpPr>
            <p:cNvPr id="2614" name="Google Shape;2614;p33"/>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2615" name="Google Shape;2615;p33"/>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2616" name="Google Shape;2616;p33"/>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2617" name="Google Shape;2617;p33"/>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2618" name="Google Shape;2618;p33"/>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2619" name="Google Shape;2619;p33"/>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2620" name="Google Shape;2620;p33"/>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2621" name="Google Shape;2621;p33"/>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2622" name="Google Shape;2622;p33"/>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2623" name="Google Shape;2623;p33"/>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2624" name="Google Shape;2624;p33"/>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2625" name="Google Shape;2625;p33"/>
            <p:cNvGrpSpPr/>
            <p:nvPr/>
          </p:nvGrpSpPr>
          <p:grpSpPr>
            <a:xfrm>
              <a:off x="7562238" y="2127325"/>
              <a:ext cx="3578867" cy="3640284"/>
              <a:chOff x="7562238" y="2127325"/>
              <a:chExt cx="3578867" cy="3640284"/>
            </a:xfrm>
          </p:grpSpPr>
          <p:grpSp>
            <p:nvGrpSpPr>
              <p:cNvPr id="2626" name="Google Shape;2626;p33"/>
              <p:cNvGrpSpPr/>
              <p:nvPr/>
            </p:nvGrpSpPr>
            <p:grpSpPr>
              <a:xfrm>
                <a:off x="7857253" y="2127325"/>
                <a:ext cx="3283852" cy="3640284"/>
                <a:chOff x="7881336" y="2104198"/>
                <a:chExt cx="3283852" cy="3640284"/>
              </a:xfrm>
            </p:grpSpPr>
            <p:cxnSp>
              <p:nvCxnSpPr>
                <p:cNvPr id="2627" name="Google Shape;2627;p33"/>
                <p:cNvCxnSpPr/>
                <p:nvPr/>
              </p:nvCxnSpPr>
              <p:spPr>
                <a:xfrm flipH="1" rot="5400000">
                  <a:off x="9813692" y="5228612"/>
                  <a:ext cx="388062" cy="7560"/>
                </a:xfrm>
                <a:prstGeom prst="straightConnector1">
                  <a:avLst/>
                </a:prstGeom>
                <a:noFill/>
                <a:ln cap="flat" cmpd="sng" w="12700">
                  <a:solidFill>
                    <a:schemeClr val="dk1"/>
                  </a:solidFill>
                  <a:prstDash val="solid"/>
                  <a:round/>
                  <a:headEnd len="sm" w="sm" type="none"/>
                  <a:tailEnd len="sm" w="sm" type="none"/>
                </a:ln>
              </p:spPr>
            </p:cxnSp>
            <p:cxnSp>
              <p:nvCxnSpPr>
                <p:cNvPr id="2628" name="Google Shape;2628;p33"/>
                <p:cNvCxnSpPr/>
                <p:nvPr/>
              </p:nvCxnSpPr>
              <p:spPr>
                <a:xfrm rot="10800000">
                  <a:off x="10234009" y="5382159"/>
                  <a:ext cx="0" cy="114300"/>
                </a:xfrm>
                <a:prstGeom prst="straightConnector1">
                  <a:avLst/>
                </a:prstGeom>
                <a:noFill/>
                <a:ln cap="flat" cmpd="sng" w="12700">
                  <a:solidFill>
                    <a:schemeClr val="dk1"/>
                  </a:solidFill>
                  <a:prstDash val="solid"/>
                  <a:round/>
                  <a:headEnd len="sm" w="sm" type="none"/>
                  <a:tailEnd len="sm" w="sm" type="none"/>
                </a:ln>
              </p:spPr>
            </p:cxnSp>
            <p:cxnSp>
              <p:nvCxnSpPr>
                <p:cNvPr id="2629" name="Google Shape;2629;p33"/>
                <p:cNvCxnSpPr/>
                <p:nvPr/>
              </p:nvCxnSpPr>
              <p:spPr>
                <a:xfrm>
                  <a:off x="9457042" y="4815390"/>
                  <a:ext cx="524483" cy="261537"/>
                </a:xfrm>
                <a:prstGeom prst="straightConnector1">
                  <a:avLst/>
                </a:prstGeom>
                <a:noFill/>
                <a:ln cap="flat" cmpd="sng" w="9525">
                  <a:solidFill>
                    <a:schemeClr val="dk1"/>
                  </a:solidFill>
                  <a:prstDash val="solid"/>
                  <a:round/>
                  <a:headEnd len="sm" w="sm" type="none"/>
                  <a:tailEnd len="sm" w="sm" type="none"/>
                </a:ln>
              </p:spPr>
            </p:cxnSp>
            <p:cxnSp>
              <p:nvCxnSpPr>
                <p:cNvPr id="2630" name="Google Shape;2630;p33"/>
                <p:cNvCxnSpPr/>
                <p:nvPr/>
              </p:nvCxnSpPr>
              <p:spPr>
                <a:xfrm flipH="1" rot="10800000">
                  <a:off x="8874149" y="4815390"/>
                  <a:ext cx="569255" cy="246266"/>
                </a:xfrm>
                <a:prstGeom prst="straightConnector1">
                  <a:avLst/>
                </a:prstGeom>
                <a:noFill/>
                <a:ln cap="flat" cmpd="sng" w="9525">
                  <a:solidFill>
                    <a:schemeClr val="dk1"/>
                  </a:solidFill>
                  <a:prstDash val="solid"/>
                  <a:round/>
                  <a:headEnd len="sm" w="sm" type="none"/>
                  <a:tailEnd len="sm" w="sm" type="none"/>
                </a:ln>
              </p:spPr>
            </p:cxnSp>
            <p:cxnSp>
              <p:nvCxnSpPr>
                <p:cNvPr id="2631" name="Google Shape;2631;p33"/>
                <p:cNvCxnSpPr/>
                <p:nvPr/>
              </p:nvCxnSpPr>
              <p:spPr>
                <a:xfrm>
                  <a:off x="8845827" y="5085749"/>
                  <a:ext cx="1030502" cy="0"/>
                </a:xfrm>
                <a:prstGeom prst="straightConnector1">
                  <a:avLst/>
                </a:prstGeom>
                <a:noFill/>
                <a:ln cap="flat" cmpd="sng" w="9525">
                  <a:solidFill>
                    <a:schemeClr val="dk1"/>
                  </a:solidFill>
                  <a:prstDash val="solid"/>
                  <a:round/>
                  <a:headEnd len="sm" w="sm" type="none"/>
                  <a:tailEnd len="sm" w="sm" type="none"/>
                </a:ln>
              </p:spPr>
            </p:cxnSp>
            <p:cxnSp>
              <p:nvCxnSpPr>
                <p:cNvPr id="2632" name="Google Shape;2632;p33"/>
                <p:cNvCxnSpPr/>
                <p:nvPr/>
              </p:nvCxnSpPr>
              <p:spPr>
                <a:xfrm>
                  <a:off x="8234290" y="5094207"/>
                  <a:ext cx="226800" cy="127000"/>
                </a:xfrm>
                <a:prstGeom prst="straightConnector1">
                  <a:avLst/>
                </a:prstGeom>
                <a:noFill/>
                <a:ln cap="flat" cmpd="sng" w="9525">
                  <a:solidFill>
                    <a:schemeClr val="dk1"/>
                  </a:solidFill>
                  <a:prstDash val="solid"/>
                  <a:round/>
                  <a:headEnd len="sm" w="sm" type="none"/>
                  <a:tailEnd len="sm" w="sm" type="none"/>
                </a:ln>
              </p:spPr>
            </p:cxnSp>
            <p:cxnSp>
              <p:nvCxnSpPr>
                <p:cNvPr id="2633" name="Google Shape;2633;p33"/>
                <p:cNvCxnSpPr/>
                <p:nvPr/>
              </p:nvCxnSpPr>
              <p:spPr>
                <a:xfrm flipH="1" rot="10800000">
                  <a:off x="7972450" y="5267343"/>
                  <a:ext cx="412750" cy="127000"/>
                </a:xfrm>
                <a:prstGeom prst="straightConnector1">
                  <a:avLst/>
                </a:prstGeom>
                <a:noFill/>
                <a:ln cap="flat" cmpd="sng" w="9525">
                  <a:solidFill>
                    <a:schemeClr val="dk1"/>
                  </a:solidFill>
                  <a:prstDash val="solid"/>
                  <a:round/>
                  <a:headEnd len="sm" w="sm" type="none"/>
                  <a:tailEnd len="sm" w="sm" type="none"/>
                </a:ln>
              </p:spPr>
            </p:cxnSp>
            <p:cxnSp>
              <p:nvCxnSpPr>
                <p:cNvPr id="2634" name="Google Shape;2634;p33"/>
                <p:cNvCxnSpPr/>
                <p:nvPr/>
              </p:nvCxnSpPr>
              <p:spPr>
                <a:xfrm flipH="1">
                  <a:off x="8397900" y="5259125"/>
                  <a:ext cx="68080" cy="293968"/>
                </a:xfrm>
                <a:prstGeom prst="straightConnector1">
                  <a:avLst/>
                </a:prstGeom>
                <a:noFill/>
                <a:ln cap="flat" cmpd="sng" w="9525">
                  <a:solidFill>
                    <a:schemeClr val="dk1"/>
                  </a:solidFill>
                  <a:prstDash val="solid"/>
                  <a:round/>
                  <a:headEnd len="sm" w="sm" type="none"/>
                  <a:tailEnd len="sm" w="sm" type="none"/>
                </a:ln>
              </p:spPr>
            </p:cxnSp>
            <p:cxnSp>
              <p:nvCxnSpPr>
                <p:cNvPr id="2635" name="Google Shape;2635;p33"/>
                <p:cNvCxnSpPr/>
                <p:nvPr/>
              </p:nvCxnSpPr>
              <p:spPr>
                <a:xfrm rot="10800000">
                  <a:off x="8512814" y="5284804"/>
                  <a:ext cx="280374" cy="269876"/>
                </a:xfrm>
                <a:prstGeom prst="straightConnector1">
                  <a:avLst/>
                </a:prstGeom>
                <a:noFill/>
                <a:ln cap="flat" cmpd="sng" w="9525">
                  <a:solidFill>
                    <a:schemeClr val="dk1"/>
                  </a:solidFill>
                  <a:prstDash val="solid"/>
                  <a:round/>
                  <a:headEnd len="sm" w="sm" type="none"/>
                  <a:tailEnd len="sm" w="sm" type="none"/>
                </a:ln>
              </p:spPr>
            </p:cxnSp>
            <p:cxnSp>
              <p:nvCxnSpPr>
                <p:cNvPr id="2636" name="Google Shape;2636;p33"/>
                <p:cNvCxnSpPr/>
                <p:nvPr/>
              </p:nvCxnSpPr>
              <p:spPr>
                <a:xfrm>
                  <a:off x="8512814" y="5234921"/>
                  <a:ext cx="914184" cy="468622"/>
                </a:xfrm>
                <a:prstGeom prst="straightConnector1">
                  <a:avLst/>
                </a:prstGeom>
                <a:noFill/>
                <a:ln cap="flat" cmpd="sng" w="9525">
                  <a:solidFill>
                    <a:schemeClr val="dk1"/>
                  </a:solidFill>
                  <a:prstDash val="solid"/>
                  <a:round/>
                  <a:headEnd len="sm" w="sm" type="none"/>
                  <a:tailEnd len="sm" w="sm" type="none"/>
                </a:ln>
              </p:spPr>
            </p:cxnSp>
            <p:cxnSp>
              <p:nvCxnSpPr>
                <p:cNvPr id="2637" name="Google Shape;2637;p33"/>
                <p:cNvCxnSpPr/>
                <p:nvPr/>
              </p:nvCxnSpPr>
              <p:spPr>
                <a:xfrm>
                  <a:off x="8271861" y="3806843"/>
                  <a:ext cx="0" cy="131762"/>
                </a:xfrm>
                <a:prstGeom prst="straightConnector1">
                  <a:avLst/>
                </a:prstGeom>
                <a:noFill/>
                <a:ln cap="flat" cmpd="sng" w="9525">
                  <a:solidFill>
                    <a:schemeClr val="dk1"/>
                  </a:solidFill>
                  <a:prstDash val="solid"/>
                  <a:round/>
                  <a:headEnd len="sm" w="sm" type="none"/>
                  <a:tailEnd len="sm" w="sm" type="none"/>
                </a:ln>
              </p:spPr>
            </p:cxnSp>
            <p:cxnSp>
              <p:nvCxnSpPr>
                <p:cNvPr id="2638" name="Google Shape;2638;p33"/>
                <p:cNvCxnSpPr/>
                <p:nvPr/>
              </p:nvCxnSpPr>
              <p:spPr>
                <a:xfrm flipH="1" rot="10800000">
                  <a:off x="7881336" y="4017980"/>
                  <a:ext cx="168275" cy="3175"/>
                </a:xfrm>
                <a:prstGeom prst="straightConnector1">
                  <a:avLst/>
                </a:prstGeom>
                <a:noFill/>
                <a:ln cap="flat" cmpd="sng" w="9525">
                  <a:solidFill>
                    <a:schemeClr val="dk1"/>
                  </a:solidFill>
                  <a:prstDash val="solid"/>
                  <a:round/>
                  <a:headEnd len="sm" w="sm" type="none"/>
                  <a:tailEnd len="sm" w="sm" type="none"/>
                </a:ln>
              </p:spPr>
            </p:cxnSp>
            <p:cxnSp>
              <p:nvCxnSpPr>
                <p:cNvPr id="2639" name="Google Shape;2639;p33"/>
                <p:cNvCxnSpPr/>
                <p:nvPr/>
              </p:nvCxnSpPr>
              <p:spPr>
                <a:xfrm flipH="1" rot="5400000">
                  <a:off x="9909628" y="5560344"/>
                  <a:ext cx="366793" cy="1482"/>
                </a:xfrm>
                <a:prstGeom prst="straightConnector1">
                  <a:avLst/>
                </a:prstGeom>
                <a:noFill/>
                <a:ln cap="flat" cmpd="sng" w="12700">
                  <a:solidFill>
                    <a:schemeClr val="dk1"/>
                  </a:solidFill>
                  <a:prstDash val="solid"/>
                  <a:round/>
                  <a:headEnd len="sm" w="sm" type="none"/>
                  <a:tailEnd len="sm" w="sm" type="none"/>
                </a:ln>
              </p:spPr>
            </p:cxnSp>
            <p:cxnSp>
              <p:nvCxnSpPr>
                <p:cNvPr id="2640" name="Google Shape;2640;p33"/>
                <p:cNvCxnSpPr/>
                <p:nvPr/>
              </p:nvCxnSpPr>
              <p:spPr>
                <a:xfrm flipH="1" rot="10800000">
                  <a:off x="8483508" y="5013435"/>
                  <a:ext cx="404236" cy="207771"/>
                </a:xfrm>
                <a:prstGeom prst="straightConnector1">
                  <a:avLst/>
                </a:prstGeom>
                <a:noFill/>
                <a:ln cap="flat" cmpd="sng" w="9525">
                  <a:solidFill>
                    <a:schemeClr val="dk1"/>
                  </a:solidFill>
                  <a:prstDash val="solid"/>
                  <a:round/>
                  <a:headEnd len="sm" w="sm" type="none"/>
                  <a:tailEnd len="sm" w="sm" type="none"/>
                </a:ln>
              </p:spPr>
            </p:cxnSp>
            <p:cxnSp>
              <p:nvCxnSpPr>
                <p:cNvPr id="2641" name="Google Shape;2641;p33"/>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2642" name="Google Shape;2642;p33"/>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2643" name="Google Shape;2643;p33"/>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2644" name="Google Shape;2644;p33"/>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2645" name="Google Shape;2645;p33"/>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2646" name="Google Shape;2646;p33"/>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2647" name="Google Shape;2647;p33"/>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2648" name="Google Shape;2648;p33"/>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2649" name="Google Shape;2649;p33"/>
                <p:cNvCxnSpPr/>
                <p:nvPr/>
              </p:nvCxnSpPr>
              <p:spPr>
                <a:xfrm flipH="1" rot="10800000">
                  <a:off x="9402788" y="4090252"/>
                  <a:ext cx="429324" cy="705603"/>
                </a:xfrm>
                <a:prstGeom prst="straightConnector1">
                  <a:avLst/>
                </a:prstGeom>
                <a:noFill/>
                <a:ln cap="flat" cmpd="sng" w="9525">
                  <a:solidFill>
                    <a:schemeClr val="dk1"/>
                  </a:solidFill>
                  <a:prstDash val="solid"/>
                  <a:round/>
                  <a:headEnd len="sm" w="sm" type="none"/>
                  <a:tailEnd len="sm" w="sm" type="none"/>
                </a:ln>
              </p:spPr>
            </p:cxnSp>
            <p:cxnSp>
              <p:nvCxnSpPr>
                <p:cNvPr id="2650" name="Google Shape;2650;p33"/>
                <p:cNvCxnSpPr/>
                <p:nvPr/>
              </p:nvCxnSpPr>
              <p:spPr>
                <a:xfrm flipH="1" rot="10800000">
                  <a:off x="8268637" y="4024329"/>
                  <a:ext cx="969051" cy="3175"/>
                </a:xfrm>
                <a:prstGeom prst="straightConnector1">
                  <a:avLst/>
                </a:prstGeom>
                <a:noFill/>
                <a:ln cap="flat" cmpd="sng" w="9525">
                  <a:solidFill>
                    <a:schemeClr val="dk1"/>
                  </a:solidFill>
                  <a:prstDash val="solid"/>
                  <a:round/>
                  <a:headEnd len="sm" w="sm" type="none"/>
                  <a:tailEnd len="sm" w="sm" type="none"/>
                </a:ln>
              </p:spPr>
            </p:cxnSp>
          </p:grpSp>
          <p:pic>
            <p:nvPicPr>
              <p:cNvPr descr="antenna_radiation_stylized" id="2651" name="Google Shape;2651;p33"/>
              <p:cNvPicPr preferRelativeResize="0"/>
              <p:nvPr/>
            </p:nvPicPr>
            <p:blipFill rotWithShape="1">
              <a:blip r:embed="rId19">
                <a:alphaModFix/>
              </a:blip>
              <a:srcRect b="0" l="0" r="0" t="0"/>
              <a:stretch/>
            </p:blipFill>
            <p:spPr>
              <a:xfrm>
                <a:off x="7562238" y="3813930"/>
                <a:ext cx="506412" cy="106009"/>
              </a:xfrm>
              <a:prstGeom prst="rect">
                <a:avLst/>
              </a:prstGeom>
              <a:noFill/>
              <a:ln>
                <a:noFill/>
              </a:ln>
            </p:spPr>
          </p:pic>
          <p:pic>
            <p:nvPicPr>
              <p:cNvPr descr="antenna_radiation_stylized" id="2652" name="Google Shape;2652;p33"/>
              <p:cNvPicPr preferRelativeResize="0"/>
              <p:nvPr/>
            </p:nvPicPr>
            <p:blipFill rotWithShape="1">
              <a:blip r:embed="rId5">
                <a:alphaModFix/>
              </a:blip>
              <a:srcRect b="0" l="0" r="0" t="0"/>
              <a:stretch/>
            </p:blipFill>
            <p:spPr>
              <a:xfrm>
                <a:off x="9242073" y="5480938"/>
                <a:ext cx="452014" cy="95159"/>
              </a:xfrm>
              <a:prstGeom prst="rect">
                <a:avLst/>
              </a:prstGeom>
              <a:noFill/>
              <a:ln>
                <a:noFill/>
              </a:ln>
            </p:spPr>
          </p:pic>
          <p:pic>
            <p:nvPicPr>
              <p:cNvPr descr="cell_tower_radiation copy" id="2653" name="Google Shape;2653;p33"/>
              <p:cNvPicPr preferRelativeResize="0"/>
              <p:nvPr/>
            </p:nvPicPr>
            <p:blipFill rotWithShape="1">
              <a:blip r:embed="rId3">
                <a:alphaModFix/>
              </a:blip>
              <a:srcRect b="0" l="0" r="0" t="0"/>
              <a:stretch/>
            </p:blipFill>
            <p:spPr>
              <a:xfrm>
                <a:off x="7980866" y="2158167"/>
                <a:ext cx="457200" cy="332766"/>
              </a:xfrm>
              <a:prstGeom prst="rect">
                <a:avLst/>
              </a:prstGeom>
              <a:noFill/>
              <a:ln>
                <a:noFill/>
              </a:ln>
            </p:spPr>
          </p:pic>
          <p:sp>
            <p:nvSpPr>
              <p:cNvPr id="2654" name="Google Shape;2654;p33"/>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nvGrpSpPr>
          <p:cNvPr id="2655" name="Google Shape;2655;p33"/>
          <p:cNvGrpSpPr/>
          <p:nvPr/>
        </p:nvGrpSpPr>
        <p:grpSpPr>
          <a:xfrm>
            <a:off x="7414072" y="1891912"/>
            <a:ext cx="4144321" cy="4305092"/>
            <a:chOff x="7432700" y="1830405"/>
            <a:chExt cx="4144321" cy="4305092"/>
          </a:xfrm>
        </p:grpSpPr>
        <p:grpSp>
          <p:nvGrpSpPr>
            <p:cNvPr id="2656" name="Google Shape;2656;p33"/>
            <p:cNvGrpSpPr/>
            <p:nvPr/>
          </p:nvGrpSpPr>
          <p:grpSpPr>
            <a:xfrm>
              <a:off x="7432700" y="1830405"/>
              <a:ext cx="1909777" cy="938011"/>
              <a:chOff x="7432700" y="1830405"/>
              <a:chExt cx="1909777" cy="938011"/>
            </a:xfrm>
          </p:grpSpPr>
          <p:grpSp>
            <p:nvGrpSpPr>
              <p:cNvPr id="2657" name="Google Shape;2657;p33"/>
              <p:cNvGrpSpPr/>
              <p:nvPr/>
            </p:nvGrpSpPr>
            <p:grpSpPr>
              <a:xfrm>
                <a:off x="7743850" y="1830405"/>
                <a:ext cx="415925" cy="385763"/>
                <a:chOff x="2751" y="1851"/>
                <a:chExt cx="462" cy="478"/>
              </a:xfrm>
            </p:grpSpPr>
            <p:pic>
              <p:nvPicPr>
                <p:cNvPr descr="iphone_stylized_small" id="2658" name="Google Shape;2658;p33"/>
                <p:cNvPicPr preferRelativeResize="0"/>
                <p:nvPr/>
              </p:nvPicPr>
              <p:blipFill rotWithShape="1">
                <a:blip r:embed="rId10">
                  <a:alphaModFix/>
                </a:blip>
                <a:srcRect b="0" l="0" r="0" t="0"/>
                <a:stretch/>
              </p:blipFill>
              <p:spPr>
                <a:xfrm>
                  <a:off x="2928" y="1922"/>
                  <a:ext cx="152" cy="407"/>
                </a:xfrm>
                <a:prstGeom prst="rect">
                  <a:avLst/>
                </a:prstGeom>
                <a:noFill/>
                <a:ln>
                  <a:noFill/>
                </a:ln>
              </p:spPr>
            </p:pic>
            <p:pic>
              <p:nvPicPr>
                <p:cNvPr descr="antenna_radiation_stylized" id="2659" name="Google Shape;2659;p33"/>
                <p:cNvPicPr preferRelativeResize="0"/>
                <p:nvPr/>
              </p:nvPicPr>
              <p:blipFill rotWithShape="1">
                <a:blip r:embed="rId11">
                  <a:alphaModFix/>
                </a:blip>
                <a:srcRect b="0" l="0" r="0" t="0"/>
                <a:stretch/>
              </p:blipFill>
              <p:spPr>
                <a:xfrm>
                  <a:off x="2751" y="1851"/>
                  <a:ext cx="462" cy="110"/>
                </a:xfrm>
                <a:prstGeom prst="rect">
                  <a:avLst/>
                </a:prstGeom>
                <a:noFill/>
                <a:ln>
                  <a:noFill/>
                </a:ln>
              </p:spPr>
            </p:pic>
          </p:grpSp>
          <p:grpSp>
            <p:nvGrpSpPr>
              <p:cNvPr id="2660" name="Google Shape;2660;p33"/>
              <p:cNvGrpSpPr/>
              <p:nvPr/>
            </p:nvGrpSpPr>
            <p:grpSpPr>
              <a:xfrm>
                <a:off x="7432700" y="2327293"/>
                <a:ext cx="534987" cy="414882"/>
                <a:chOff x="7432700" y="2327293"/>
                <a:chExt cx="534987" cy="414882"/>
              </a:xfrm>
            </p:grpSpPr>
            <p:pic>
              <p:nvPicPr>
                <p:cNvPr descr="antenna_stylized" id="2661" name="Google Shape;2661;p33"/>
                <p:cNvPicPr preferRelativeResize="0"/>
                <p:nvPr/>
              </p:nvPicPr>
              <p:blipFill rotWithShape="1">
                <a:blip r:embed="rId17">
                  <a:alphaModFix/>
                </a:blip>
                <a:srcRect b="0" l="0" r="0" t="0"/>
                <a:stretch/>
              </p:blipFill>
              <p:spPr>
                <a:xfrm>
                  <a:off x="7432700" y="2327293"/>
                  <a:ext cx="530702" cy="223756"/>
                </a:xfrm>
                <a:prstGeom prst="rect">
                  <a:avLst/>
                </a:prstGeom>
                <a:noFill/>
                <a:ln>
                  <a:noFill/>
                </a:ln>
              </p:spPr>
            </p:pic>
            <p:pic>
              <p:nvPicPr>
                <p:cNvPr descr="laptop_keyboard" id="2662" name="Google Shape;2662;p33"/>
                <p:cNvPicPr preferRelativeResize="0"/>
                <p:nvPr/>
              </p:nvPicPr>
              <p:blipFill rotWithShape="1">
                <a:blip r:embed="rId20">
                  <a:alphaModFix/>
                </a:blip>
                <a:srcRect b="0" l="0" r="0" t="0"/>
                <a:stretch/>
              </p:blipFill>
              <p:spPr>
                <a:xfrm flipH="1" rot="109064">
                  <a:off x="7458407" y="2575770"/>
                  <a:ext cx="437221" cy="159511"/>
                </a:xfrm>
                <a:prstGeom prst="rect">
                  <a:avLst/>
                </a:prstGeom>
                <a:noFill/>
                <a:ln>
                  <a:noFill/>
                </a:ln>
              </p:spPr>
            </p:pic>
            <p:sp>
              <p:nvSpPr>
                <p:cNvPr id="2663" name="Google Shape;2663;p33"/>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664" name="Google Shape;2664;p33"/>
                <p:cNvPicPr preferRelativeResize="0"/>
                <p:nvPr/>
              </p:nvPicPr>
              <p:blipFill rotWithShape="1">
                <a:blip r:embed="rId21">
                  <a:alphaModFix/>
                </a:blip>
                <a:srcRect b="0" l="0" r="0" t="0"/>
                <a:stretch/>
              </p:blipFill>
              <p:spPr>
                <a:xfrm>
                  <a:off x="7620637" y="2426338"/>
                  <a:ext cx="319785" cy="189429"/>
                </a:xfrm>
                <a:prstGeom prst="rect">
                  <a:avLst/>
                </a:prstGeom>
                <a:noFill/>
                <a:ln>
                  <a:noFill/>
                </a:ln>
              </p:spPr>
            </p:pic>
            <p:sp>
              <p:nvSpPr>
                <p:cNvPr id="2665" name="Google Shape;2665;p33"/>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6" name="Google Shape;2666;p33"/>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7" name="Google Shape;2667;p33"/>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8" name="Google Shape;2668;p33"/>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9" name="Google Shape;2669;p33"/>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0" name="Google Shape;2670;p33"/>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671" name="Google Shape;2671;p33"/>
                <p:cNvGrpSpPr/>
                <p:nvPr/>
              </p:nvGrpSpPr>
              <p:grpSpPr>
                <a:xfrm>
                  <a:off x="7594735" y="2642220"/>
                  <a:ext cx="98740" cy="36846"/>
                  <a:chOff x="1740" y="2642"/>
                  <a:chExt cx="752" cy="327"/>
                </a:xfrm>
              </p:grpSpPr>
              <p:sp>
                <p:nvSpPr>
                  <p:cNvPr id="2672" name="Google Shape;2672;p3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3" name="Google Shape;2673;p3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4" name="Google Shape;2674;p3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5" name="Google Shape;2675;p3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6" name="Google Shape;2676;p3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7" name="Google Shape;2677;p3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78" name="Google Shape;2678;p33"/>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9" name="Google Shape;2679;p33"/>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0" name="Google Shape;2680;p33"/>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1" name="Google Shape;2681;p33"/>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2" name="Google Shape;2682;p33"/>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3" name="Google Shape;2683;p33"/>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684" name="Google Shape;2684;p33"/>
              <p:cNvGrpSpPr/>
              <p:nvPr/>
            </p:nvGrpSpPr>
            <p:grpSpPr>
              <a:xfrm>
                <a:off x="8631407" y="2290407"/>
                <a:ext cx="530702" cy="478009"/>
                <a:chOff x="8631407" y="2290407"/>
                <a:chExt cx="530702" cy="478009"/>
              </a:xfrm>
            </p:grpSpPr>
            <p:pic>
              <p:nvPicPr>
                <p:cNvPr descr="light2.png" id="2685" name="Google Shape;2685;p33"/>
                <p:cNvPicPr preferRelativeResize="0"/>
                <p:nvPr/>
              </p:nvPicPr>
              <p:blipFill rotWithShape="1">
                <a:blip r:embed="rId16">
                  <a:alphaModFix/>
                </a:blip>
                <a:srcRect b="0" l="0" r="0" t="0"/>
                <a:stretch/>
              </p:blipFill>
              <p:spPr>
                <a:xfrm flipH="1">
                  <a:off x="8825293" y="2362969"/>
                  <a:ext cx="92772" cy="405447"/>
                </a:xfrm>
                <a:prstGeom prst="rect">
                  <a:avLst/>
                </a:prstGeom>
                <a:noFill/>
                <a:ln>
                  <a:noFill/>
                </a:ln>
              </p:spPr>
            </p:pic>
            <p:pic>
              <p:nvPicPr>
                <p:cNvPr descr="antenna_stylized" id="2686" name="Google Shape;2686;p33"/>
                <p:cNvPicPr preferRelativeResize="0"/>
                <p:nvPr/>
              </p:nvPicPr>
              <p:blipFill rotWithShape="1">
                <a:blip r:embed="rId17">
                  <a:alphaModFix/>
                </a:blip>
                <a:srcRect b="0" l="0" r="0" t="0"/>
                <a:stretch/>
              </p:blipFill>
              <p:spPr>
                <a:xfrm>
                  <a:off x="8631407" y="2290407"/>
                  <a:ext cx="530702" cy="223756"/>
                </a:xfrm>
                <a:prstGeom prst="rect">
                  <a:avLst/>
                </a:prstGeom>
                <a:noFill/>
                <a:ln>
                  <a:noFill/>
                </a:ln>
              </p:spPr>
            </p:pic>
          </p:grpSp>
          <p:grpSp>
            <p:nvGrpSpPr>
              <p:cNvPr id="2687" name="Google Shape;2687;p33"/>
              <p:cNvGrpSpPr/>
              <p:nvPr/>
            </p:nvGrpSpPr>
            <p:grpSpPr>
              <a:xfrm>
                <a:off x="8493165" y="2029804"/>
                <a:ext cx="849312" cy="226109"/>
                <a:chOff x="8493165" y="2029804"/>
                <a:chExt cx="849312" cy="226109"/>
              </a:xfrm>
            </p:grpSpPr>
            <p:pic>
              <p:nvPicPr>
                <p:cNvPr descr="car_icon_small" id="2688" name="Google Shape;2688;p33"/>
                <p:cNvPicPr preferRelativeResize="0"/>
                <p:nvPr/>
              </p:nvPicPr>
              <p:blipFill rotWithShape="1">
                <a:blip r:embed="rId18">
                  <a:alphaModFix/>
                </a:blip>
                <a:srcRect b="0" l="0" r="0" t="0"/>
                <a:stretch/>
              </p:blipFill>
              <p:spPr>
                <a:xfrm>
                  <a:off x="8493165" y="2087638"/>
                  <a:ext cx="849312" cy="168275"/>
                </a:xfrm>
                <a:prstGeom prst="rect">
                  <a:avLst/>
                </a:prstGeom>
                <a:noFill/>
                <a:ln>
                  <a:noFill/>
                </a:ln>
              </p:spPr>
            </p:pic>
            <p:pic>
              <p:nvPicPr>
                <p:cNvPr descr="antenna_stylized" id="2689" name="Google Shape;2689;p33"/>
                <p:cNvPicPr preferRelativeResize="0"/>
                <p:nvPr/>
              </p:nvPicPr>
              <p:blipFill rotWithShape="1">
                <a:blip r:embed="rId17">
                  <a:alphaModFix/>
                </a:blip>
                <a:srcRect b="0" l="0" r="0" t="0"/>
                <a:stretch/>
              </p:blipFill>
              <p:spPr>
                <a:xfrm>
                  <a:off x="8704645" y="2029804"/>
                  <a:ext cx="530702" cy="223756"/>
                </a:xfrm>
                <a:prstGeom prst="rect">
                  <a:avLst/>
                </a:prstGeom>
                <a:noFill/>
                <a:ln>
                  <a:noFill/>
                </a:ln>
              </p:spPr>
            </p:pic>
          </p:grpSp>
        </p:grpSp>
        <p:grpSp>
          <p:nvGrpSpPr>
            <p:cNvPr id="2690" name="Google Shape;2690;p33"/>
            <p:cNvGrpSpPr/>
            <p:nvPr/>
          </p:nvGrpSpPr>
          <p:grpSpPr>
            <a:xfrm>
              <a:off x="7487144" y="3296104"/>
              <a:ext cx="857739" cy="583764"/>
              <a:chOff x="7487144" y="3296104"/>
              <a:chExt cx="857739" cy="583764"/>
            </a:xfrm>
          </p:grpSpPr>
          <p:grpSp>
            <p:nvGrpSpPr>
              <p:cNvPr id="2691" name="Google Shape;2691;p33"/>
              <p:cNvGrpSpPr/>
              <p:nvPr/>
            </p:nvGrpSpPr>
            <p:grpSpPr>
              <a:xfrm>
                <a:off x="7487144" y="3389820"/>
                <a:ext cx="350807" cy="310034"/>
                <a:chOff x="7487144" y="3389820"/>
                <a:chExt cx="350807" cy="310034"/>
              </a:xfrm>
            </p:grpSpPr>
            <p:pic>
              <p:nvPicPr>
                <p:cNvPr descr="antenna_stylized" id="2692" name="Google Shape;2692;p33"/>
                <p:cNvPicPr preferRelativeResize="0"/>
                <p:nvPr/>
              </p:nvPicPr>
              <p:blipFill rotWithShape="1">
                <a:blip r:embed="rId13">
                  <a:alphaModFix/>
                </a:blip>
                <a:srcRect b="0" l="0" r="0" t="0"/>
                <a:stretch/>
              </p:blipFill>
              <p:spPr>
                <a:xfrm>
                  <a:off x="7487144" y="3389820"/>
                  <a:ext cx="347997" cy="167557"/>
                </a:xfrm>
                <a:prstGeom prst="rect">
                  <a:avLst/>
                </a:prstGeom>
                <a:noFill/>
                <a:ln>
                  <a:noFill/>
                </a:ln>
              </p:spPr>
            </p:pic>
            <p:pic>
              <p:nvPicPr>
                <p:cNvPr descr="laptop_keyboard" id="2693" name="Google Shape;2693;p33"/>
                <p:cNvPicPr preferRelativeResize="0"/>
                <p:nvPr/>
              </p:nvPicPr>
              <p:blipFill rotWithShape="1">
                <a:blip r:embed="rId22">
                  <a:alphaModFix/>
                </a:blip>
                <a:srcRect b="0" l="0" r="0" t="0"/>
                <a:stretch/>
              </p:blipFill>
              <p:spPr>
                <a:xfrm flipH="1" rot="109064">
                  <a:off x="7504001" y="3575889"/>
                  <a:ext cx="286699" cy="119448"/>
                </a:xfrm>
                <a:prstGeom prst="rect">
                  <a:avLst/>
                </a:prstGeom>
                <a:noFill/>
                <a:ln>
                  <a:noFill/>
                </a:ln>
              </p:spPr>
            </p:pic>
            <p:sp>
              <p:nvSpPr>
                <p:cNvPr id="2694" name="Google Shape;2694;p33"/>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695" name="Google Shape;2695;p33"/>
                <p:cNvPicPr preferRelativeResize="0"/>
                <p:nvPr/>
              </p:nvPicPr>
              <p:blipFill rotWithShape="1">
                <a:blip r:embed="rId23">
                  <a:alphaModFix/>
                </a:blip>
                <a:srcRect b="0" l="0" r="0" t="0"/>
                <a:stretch/>
              </p:blipFill>
              <p:spPr>
                <a:xfrm>
                  <a:off x="7610380" y="3463988"/>
                  <a:ext cx="209692" cy="141851"/>
                </a:xfrm>
                <a:prstGeom prst="rect">
                  <a:avLst/>
                </a:prstGeom>
                <a:noFill/>
                <a:ln>
                  <a:noFill/>
                </a:ln>
              </p:spPr>
            </p:pic>
            <p:sp>
              <p:nvSpPr>
                <p:cNvPr id="2696" name="Google Shape;2696;p33"/>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7" name="Google Shape;2697;p33"/>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8" name="Google Shape;2698;p33"/>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9" name="Google Shape;2699;p33"/>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0" name="Google Shape;2700;p33"/>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1" name="Google Shape;2701;p33"/>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702" name="Google Shape;2702;p33"/>
                <p:cNvGrpSpPr/>
                <p:nvPr/>
              </p:nvGrpSpPr>
              <p:grpSpPr>
                <a:xfrm>
                  <a:off x="7593395" y="3625649"/>
                  <a:ext cx="64747" cy="27592"/>
                  <a:chOff x="1740" y="2642"/>
                  <a:chExt cx="752" cy="327"/>
                </a:xfrm>
              </p:grpSpPr>
              <p:sp>
                <p:nvSpPr>
                  <p:cNvPr id="2703" name="Google Shape;2703;p3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4" name="Google Shape;2704;p3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5" name="Google Shape;2705;p3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6" name="Google Shape;2706;p3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7" name="Google Shape;2707;p3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8" name="Google Shape;2708;p3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09" name="Google Shape;2709;p33"/>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0" name="Google Shape;2710;p33"/>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1" name="Google Shape;2711;p33"/>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2" name="Google Shape;2712;p33"/>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3" name="Google Shape;2713;p33"/>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4" name="Google Shape;2714;p33"/>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15" name="Google Shape;2715;p33"/>
              <p:cNvGrpSpPr/>
              <p:nvPr/>
            </p:nvGrpSpPr>
            <p:grpSpPr>
              <a:xfrm flipH="1">
                <a:off x="7985622" y="3537823"/>
                <a:ext cx="359261" cy="342045"/>
                <a:chOff x="2839" y="3501"/>
                <a:chExt cx="755" cy="803"/>
              </a:xfrm>
            </p:grpSpPr>
            <p:pic>
              <p:nvPicPr>
                <p:cNvPr descr="desktop_computer_stylized_medium" id="2716" name="Google Shape;2716;p33"/>
                <p:cNvPicPr preferRelativeResize="0"/>
                <p:nvPr/>
              </p:nvPicPr>
              <p:blipFill rotWithShape="1">
                <a:blip r:embed="rId24">
                  <a:alphaModFix/>
                </a:blip>
                <a:srcRect b="0" l="0" r="0" t="0"/>
                <a:stretch/>
              </p:blipFill>
              <p:spPr>
                <a:xfrm>
                  <a:off x="2839" y="3501"/>
                  <a:ext cx="755" cy="803"/>
                </a:xfrm>
                <a:prstGeom prst="rect">
                  <a:avLst/>
                </a:prstGeom>
                <a:noFill/>
                <a:ln>
                  <a:noFill/>
                </a:ln>
              </p:spPr>
            </p:pic>
            <p:sp>
              <p:nvSpPr>
                <p:cNvPr id="2717" name="Google Shape;2717;p3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18" name="Google Shape;2718;p33"/>
              <p:cNvGrpSpPr/>
              <p:nvPr/>
            </p:nvGrpSpPr>
            <p:grpSpPr>
              <a:xfrm>
                <a:off x="7797061" y="3296104"/>
                <a:ext cx="347997" cy="396620"/>
                <a:chOff x="7797061" y="3296104"/>
                <a:chExt cx="347997" cy="396620"/>
              </a:xfrm>
            </p:grpSpPr>
            <p:pic>
              <p:nvPicPr>
                <p:cNvPr descr="fridge2.png" id="2719" name="Google Shape;2719;p33"/>
                <p:cNvPicPr preferRelativeResize="0"/>
                <p:nvPr/>
              </p:nvPicPr>
              <p:blipFill rotWithShape="1">
                <a:blip r:embed="rId12">
                  <a:alphaModFix/>
                </a:blip>
                <a:srcRect b="0" l="0" r="0" t="0"/>
                <a:stretch/>
              </p:blipFill>
              <p:spPr>
                <a:xfrm>
                  <a:off x="7896825" y="3355697"/>
                  <a:ext cx="189578" cy="337027"/>
                </a:xfrm>
                <a:prstGeom prst="rect">
                  <a:avLst/>
                </a:prstGeom>
                <a:noFill/>
                <a:ln>
                  <a:noFill/>
                </a:ln>
              </p:spPr>
            </p:pic>
            <p:pic>
              <p:nvPicPr>
                <p:cNvPr descr="antenna_stylized" id="2720" name="Google Shape;2720;p33"/>
                <p:cNvPicPr preferRelativeResize="0"/>
                <p:nvPr/>
              </p:nvPicPr>
              <p:blipFill rotWithShape="1">
                <a:blip r:embed="rId13">
                  <a:alphaModFix/>
                </a:blip>
                <a:srcRect b="0" l="0" r="0" t="0"/>
                <a:stretch/>
              </p:blipFill>
              <p:spPr>
                <a:xfrm>
                  <a:off x="7797061" y="3296104"/>
                  <a:ext cx="347997" cy="167557"/>
                </a:xfrm>
                <a:prstGeom prst="rect">
                  <a:avLst/>
                </a:prstGeom>
                <a:noFill/>
                <a:ln>
                  <a:noFill/>
                </a:ln>
              </p:spPr>
            </p:pic>
          </p:grpSp>
        </p:grpSp>
        <p:grpSp>
          <p:nvGrpSpPr>
            <p:cNvPr id="2721" name="Google Shape;2721;p33"/>
            <p:cNvGrpSpPr/>
            <p:nvPr/>
          </p:nvGrpSpPr>
          <p:grpSpPr>
            <a:xfrm>
              <a:off x="11058573" y="3399165"/>
              <a:ext cx="518448" cy="1212242"/>
              <a:chOff x="11058573" y="3399165"/>
              <a:chExt cx="518448" cy="1212242"/>
            </a:xfrm>
          </p:grpSpPr>
          <p:grpSp>
            <p:nvGrpSpPr>
              <p:cNvPr id="2722" name="Google Shape;2722;p33"/>
              <p:cNvGrpSpPr/>
              <p:nvPr/>
            </p:nvGrpSpPr>
            <p:grpSpPr>
              <a:xfrm>
                <a:off x="11087182" y="4159591"/>
                <a:ext cx="489839" cy="451816"/>
                <a:chOff x="5103720" y="2693365"/>
                <a:chExt cx="611650" cy="414788"/>
              </a:xfrm>
            </p:grpSpPr>
            <p:cxnSp>
              <p:nvCxnSpPr>
                <p:cNvPr id="2723" name="Google Shape;2723;p3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724" name="Google Shape;2724;p33"/>
                <p:cNvGrpSpPr/>
                <p:nvPr/>
              </p:nvGrpSpPr>
              <p:grpSpPr>
                <a:xfrm>
                  <a:off x="5275406" y="2693365"/>
                  <a:ext cx="439964" cy="414788"/>
                  <a:chOff x="5275406" y="2711455"/>
                  <a:chExt cx="452949" cy="405518"/>
                </a:xfrm>
              </p:grpSpPr>
              <p:pic>
                <p:nvPicPr>
                  <p:cNvPr descr="server_rack.png" id="2725" name="Google Shape;2725;p33"/>
                  <p:cNvPicPr preferRelativeResize="0"/>
                  <p:nvPr/>
                </p:nvPicPr>
                <p:blipFill rotWithShape="1">
                  <a:blip r:embed="rId14">
                    <a:alphaModFix/>
                  </a:blip>
                  <a:srcRect b="0" l="0" r="0" t="0"/>
                  <a:stretch/>
                </p:blipFill>
                <p:spPr>
                  <a:xfrm>
                    <a:off x="5537367" y="2770786"/>
                    <a:ext cx="190988" cy="313366"/>
                  </a:xfrm>
                  <a:prstGeom prst="rect">
                    <a:avLst/>
                  </a:prstGeom>
                  <a:noFill/>
                  <a:ln>
                    <a:noFill/>
                  </a:ln>
                </p:spPr>
              </p:pic>
              <p:pic>
                <p:nvPicPr>
                  <p:cNvPr descr="server_rack.png" id="2726" name="Google Shape;2726;p33"/>
                  <p:cNvPicPr preferRelativeResize="0"/>
                  <p:nvPr/>
                </p:nvPicPr>
                <p:blipFill rotWithShape="1">
                  <a:blip r:embed="rId14">
                    <a:alphaModFix/>
                  </a:blip>
                  <a:srcRect b="0" l="0" r="0" t="0"/>
                  <a:stretch/>
                </p:blipFill>
                <p:spPr>
                  <a:xfrm>
                    <a:off x="5275406" y="2764002"/>
                    <a:ext cx="190988" cy="313366"/>
                  </a:xfrm>
                  <a:prstGeom prst="rect">
                    <a:avLst/>
                  </a:prstGeom>
                  <a:noFill/>
                  <a:ln>
                    <a:noFill/>
                  </a:ln>
                </p:spPr>
              </p:pic>
              <p:pic>
                <p:nvPicPr>
                  <p:cNvPr descr="server_rack.png" id="2727" name="Google Shape;2727;p33"/>
                  <p:cNvPicPr preferRelativeResize="0"/>
                  <p:nvPr/>
                </p:nvPicPr>
                <p:blipFill rotWithShape="1">
                  <a:blip r:embed="rId14">
                    <a:alphaModFix/>
                  </a:blip>
                  <a:srcRect b="0" l="0" r="0" t="0"/>
                  <a:stretch/>
                </p:blipFill>
                <p:spPr>
                  <a:xfrm>
                    <a:off x="5385676" y="2711455"/>
                    <a:ext cx="247152" cy="405518"/>
                  </a:xfrm>
                  <a:prstGeom prst="rect">
                    <a:avLst/>
                  </a:prstGeom>
                  <a:noFill/>
                  <a:ln>
                    <a:noFill/>
                  </a:ln>
                </p:spPr>
              </p:pic>
            </p:grpSp>
          </p:grpSp>
          <p:grpSp>
            <p:nvGrpSpPr>
              <p:cNvPr id="2728" name="Google Shape;2728;p33"/>
              <p:cNvGrpSpPr/>
              <p:nvPr/>
            </p:nvGrpSpPr>
            <p:grpSpPr>
              <a:xfrm>
                <a:off x="11058573" y="3399165"/>
                <a:ext cx="423724" cy="405973"/>
                <a:chOff x="5103720" y="2693365"/>
                <a:chExt cx="611650" cy="414788"/>
              </a:xfrm>
            </p:grpSpPr>
            <p:cxnSp>
              <p:nvCxnSpPr>
                <p:cNvPr id="2729" name="Google Shape;2729;p3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730" name="Google Shape;2730;p33"/>
                <p:cNvGrpSpPr/>
                <p:nvPr/>
              </p:nvGrpSpPr>
              <p:grpSpPr>
                <a:xfrm>
                  <a:off x="5275406" y="2693365"/>
                  <a:ext cx="439964" cy="414788"/>
                  <a:chOff x="5275406" y="2711455"/>
                  <a:chExt cx="452949" cy="405518"/>
                </a:xfrm>
              </p:grpSpPr>
              <p:pic>
                <p:nvPicPr>
                  <p:cNvPr descr="server_rack.png" id="2731" name="Google Shape;2731;p33"/>
                  <p:cNvPicPr preferRelativeResize="0"/>
                  <p:nvPr/>
                </p:nvPicPr>
                <p:blipFill rotWithShape="1">
                  <a:blip r:embed="rId14">
                    <a:alphaModFix/>
                  </a:blip>
                  <a:srcRect b="0" l="0" r="0" t="0"/>
                  <a:stretch/>
                </p:blipFill>
                <p:spPr>
                  <a:xfrm>
                    <a:off x="5537367" y="2770786"/>
                    <a:ext cx="190988" cy="313366"/>
                  </a:xfrm>
                  <a:prstGeom prst="rect">
                    <a:avLst/>
                  </a:prstGeom>
                  <a:noFill/>
                  <a:ln>
                    <a:noFill/>
                  </a:ln>
                </p:spPr>
              </p:pic>
              <p:pic>
                <p:nvPicPr>
                  <p:cNvPr descr="server_rack.png" id="2732" name="Google Shape;2732;p33"/>
                  <p:cNvPicPr preferRelativeResize="0"/>
                  <p:nvPr/>
                </p:nvPicPr>
                <p:blipFill rotWithShape="1">
                  <a:blip r:embed="rId14">
                    <a:alphaModFix/>
                  </a:blip>
                  <a:srcRect b="0" l="0" r="0" t="0"/>
                  <a:stretch/>
                </p:blipFill>
                <p:spPr>
                  <a:xfrm>
                    <a:off x="5275406" y="2764002"/>
                    <a:ext cx="190988" cy="313366"/>
                  </a:xfrm>
                  <a:prstGeom prst="rect">
                    <a:avLst/>
                  </a:prstGeom>
                  <a:noFill/>
                  <a:ln>
                    <a:noFill/>
                  </a:ln>
                </p:spPr>
              </p:pic>
              <p:pic>
                <p:nvPicPr>
                  <p:cNvPr descr="server_rack.png" id="2733" name="Google Shape;2733;p33"/>
                  <p:cNvPicPr preferRelativeResize="0"/>
                  <p:nvPr/>
                </p:nvPicPr>
                <p:blipFill rotWithShape="1">
                  <a:blip r:embed="rId14">
                    <a:alphaModFix/>
                  </a:blip>
                  <a:srcRect b="0" l="0" r="0" t="0"/>
                  <a:stretch/>
                </p:blipFill>
                <p:spPr>
                  <a:xfrm>
                    <a:off x="5385676" y="2711455"/>
                    <a:ext cx="247152" cy="405518"/>
                  </a:xfrm>
                  <a:prstGeom prst="rect">
                    <a:avLst/>
                  </a:prstGeom>
                  <a:noFill/>
                  <a:ln>
                    <a:noFill/>
                  </a:ln>
                </p:spPr>
              </p:pic>
            </p:grpSp>
          </p:grpSp>
        </p:grpSp>
        <p:grpSp>
          <p:nvGrpSpPr>
            <p:cNvPr id="2734" name="Google Shape;2734;p33"/>
            <p:cNvGrpSpPr/>
            <p:nvPr/>
          </p:nvGrpSpPr>
          <p:grpSpPr>
            <a:xfrm>
              <a:off x="7767607" y="4870841"/>
              <a:ext cx="2692126" cy="1264656"/>
              <a:chOff x="7767607" y="4870841"/>
              <a:chExt cx="2692126" cy="1264656"/>
            </a:xfrm>
          </p:grpSpPr>
          <p:grpSp>
            <p:nvGrpSpPr>
              <p:cNvPr id="2735" name="Google Shape;2735;p33"/>
              <p:cNvGrpSpPr/>
              <p:nvPr/>
            </p:nvGrpSpPr>
            <p:grpSpPr>
              <a:xfrm>
                <a:off x="10282541" y="5244631"/>
                <a:ext cx="177192" cy="330833"/>
                <a:chOff x="4140" y="429"/>
                <a:chExt cx="1425" cy="2396"/>
              </a:xfrm>
            </p:grpSpPr>
            <p:sp>
              <p:nvSpPr>
                <p:cNvPr id="2736" name="Google Shape;2736;p3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7" name="Google Shape;2737;p3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38" name="Google Shape;2738;p3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9" name="Google Shape;2739;p3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0" name="Google Shape;2740;p3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741" name="Google Shape;2741;p33"/>
                <p:cNvGrpSpPr/>
                <p:nvPr/>
              </p:nvGrpSpPr>
              <p:grpSpPr>
                <a:xfrm>
                  <a:off x="4748" y="666"/>
                  <a:ext cx="578" cy="150"/>
                  <a:chOff x="613" y="2566"/>
                  <a:chExt cx="721" cy="144"/>
                </a:xfrm>
              </p:grpSpPr>
              <p:sp>
                <p:nvSpPr>
                  <p:cNvPr id="2742" name="Google Shape;2742;p3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43" name="Google Shape;2743;p3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744" name="Google Shape;2744;p3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745" name="Google Shape;2745;p33"/>
                <p:cNvGrpSpPr/>
                <p:nvPr/>
              </p:nvGrpSpPr>
              <p:grpSpPr>
                <a:xfrm>
                  <a:off x="4748" y="990"/>
                  <a:ext cx="578" cy="134"/>
                  <a:chOff x="615" y="2564"/>
                  <a:chExt cx="721" cy="139"/>
                </a:xfrm>
              </p:grpSpPr>
              <p:sp>
                <p:nvSpPr>
                  <p:cNvPr id="2746" name="Google Shape;2746;p3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47" name="Google Shape;2747;p3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748" name="Google Shape;2748;p3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49" name="Google Shape;2749;p3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750" name="Google Shape;2750;p33"/>
                <p:cNvGrpSpPr/>
                <p:nvPr/>
              </p:nvGrpSpPr>
              <p:grpSpPr>
                <a:xfrm>
                  <a:off x="4738" y="1647"/>
                  <a:ext cx="578" cy="135"/>
                  <a:chOff x="618" y="2586"/>
                  <a:chExt cx="720" cy="124"/>
                </a:xfrm>
              </p:grpSpPr>
              <p:sp>
                <p:nvSpPr>
                  <p:cNvPr id="2751" name="Google Shape;2751;p3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52" name="Google Shape;2752;p3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753" name="Google Shape;2753;p3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754" name="Google Shape;2754;p33"/>
                <p:cNvGrpSpPr/>
                <p:nvPr/>
              </p:nvGrpSpPr>
              <p:grpSpPr>
                <a:xfrm>
                  <a:off x="4738" y="1330"/>
                  <a:ext cx="588" cy="134"/>
                  <a:chOff x="613" y="2571"/>
                  <a:chExt cx="732" cy="134"/>
                </a:xfrm>
              </p:grpSpPr>
              <p:sp>
                <p:nvSpPr>
                  <p:cNvPr id="2755" name="Google Shape;2755;p3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56" name="Google Shape;2756;p3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757" name="Google Shape;2757;p3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58" name="Google Shape;2758;p3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9" name="Google Shape;2759;p3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0" name="Google Shape;2760;p3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61" name="Google Shape;2761;p3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2" name="Google Shape;2762;p3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63" name="Google Shape;2763;p3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64" name="Google Shape;2764;p3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65" name="Google Shape;2765;p3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766" name="Google Shape;2766;p3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67" name="Google Shape;2767;p3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2768" name="Google Shape;2768;p33"/>
              <p:cNvGrpSpPr/>
              <p:nvPr/>
            </p:nvGrpSpPr>
            <p:grpSpPr>
              <a:xfrm>
                <a:off x="7767607" y="4870841"/>
                <a:ext cx="2080029" cy="1264656"/>
                <a:chOff x="7767607" y="4870841"/>
                <a:chExt cx="2080029" cy="1264656"/>
              </a:xfrm>
            </p:grpSpPr>
            <p:grpSp>
              <p:nvGrpSpPr>
                <p:cNvPr id="2769" name="Google Shape;2769;p33"/>
                <p:cNvGrpSpPr/>
                <p:nvPr/>
              </p:nvGrpSpPr>
              <p:grpSpPr>
                <a:xfrm flipH="1">
                  <a:off x="7974481" y="4870841"/>
                  <a:ext cx="345630" cy="320302"/>
                  <a:chOff x="2839" y="3501"/>
                  <a:chExt cx="755" cy="803"/>
                </a:xfrm>
              </p:grpSpPr>
              <p:pic>
                <p:nvPicPr>
                  <p:cNvPr descr="desktop_computer_stylized_medium" id="2770" name="Google Shape;2770;p33"/>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2771" name="Google Shape;2771;p3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72" name="Google Shape;2772;p33"/>
                <p:cNvGrpSpPr/>
                <p:nvPr/>
              </p:nvGrpSpPr>
              <p:grpSpPr>
                <a:xfrm>
                  <a:off x="9195307" y="5823489"/>
                  <a:ext cx="310186" cy="312008"/>
                  <a:chOff x="877" y="1008"/>
                  <a:chExt cx="2747" cy="2626"/>
                </a:xfrm>
              </p:grpSpPr>
              <p:pic>
                <p:nvPicPr>
                  <p:cNvPr descr="antenna_stylized" id="2773" name="Google Shape;2773;p33"/>
                  <p:cNvPicPr preferRelativeResize="0"/>
                  <p:nvPr/>
                </p:nvPicPr>
                <p:blipFill rotWithShape="1">
                  <a:blip r:embed="rId7">
                    <a:alphaModFix/>
                  </a:blip>
                  <a:srcRect b="0" l="0" r="0" t="0"/>
                  <a:stretch/>
                </p:blipFill>
                <p:spPr>
                  <a:xfrm>
                    <a:off x="877" y="1008"/>
                    <a:ext cx="2725" cy="1421"/>
                  </a:xfrm>
                  <a:prstGeom prst="rect">
                    <a:avLst/>
                  </a:prstGeom>
                  <a:noFill/>
                  <a:ln>
                    <a:noFill/>
                  </a:ln>
                </p:spPr>
              </p:pic>
              <p:pic>
                <p:nvPicPr>
                  <p:cNvPr descr="laptop_keyboard" id="2774" name="Google Shape;2774;p33"/>
                  <p:cNvPicPr preferRelativeResize="0"/>
                  <p:nvPr/>
                </p:nvPicPr>
                <p:blipFill rotWithShape="1">
                  <a:blip r:embed="rId8">
                    <a:alphaModFix/>
                  </a:blip>
                  <a:srcRect b="0" l="0" r="0" t="0"/>
                  <a:stretch/>
                </p:blipFill>
                <p:spPr>
                  <a:xfrm flipH="1" rot="109064">
                    <a:off x="1009" y="2586"/>
                    <a:ext cx="2245" cy="1013"/>
                  </a:xfrm>
                  <a:prstGeom prst="rect">
                    <a:avLst/>
                  </a:prstGeom>
                  <a:noFill/>
                  <a:ln>
                    <a:noFill/>
                  </a:ln>
                </p:spPr>
              </p:pic>
              <p:sp>
                <p:nvSpPr>
                  <p:cNvPr id="2775" name="Google Shape;2775;p3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776" name="Google Shape;2776;p33"/>
                  <p:cNvPicPr preferRelativeResize="0"/>
                  <p:nvPr/>
                </p:nvPicPr>
                <p:blipFill rotWithShape="1">
                  <a:blip r:embed="rId9">
                    <a:alphaModFix/>
                  </a:blip>
                  <a:srcRect b="0" l="0" r="0" t="0"/>
                  <a:stretch/>
                </p:blipFill>
                <p:spPr>
                  <a:xfrm>
                    <a:off x="1842" y="1637"/>
                    <a:ext cx="1642" cy="1203"/>
                  </a:xfrm>
                  <a:prstGeom prst="rect">
                    <a:avLst/>
                  </a:prstGeom>
                  <a:noFill/>
                  <a:ln>
                    <a:noFill/>
                  </a:ln>
                </p:spPr>
              </p:pic>
              <p:sp>
                <p:nvSpPr>
                  <p:cNvPr id="2777" name="Google Shape;2777;p3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8" name="Google Shape;2778;p3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9" name="Google Shape;2779;p3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0" name="Google Shape;2780;p3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1" name="Google Shape;2781;p3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2" name="Google Shape;2782;p3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783" name="Google Shape;2783;p33"/>
                  <p:cNvGrpSpPr/>
                  <p:nvPr/>
                </p:nvGrpSpPr>
                <p:grpSpPr>
                  <a:xfrm>
                    <a:off x="1709" y="3008"/>
                    <a:ext cx="507" cy="234"/>
                    <a:chOff x="1740" y="2642"/>
                    <a:chExt cx="752" cy="327"/>
                  </a:xfrm>
                </p:grpSpPr>
                <p:sp>
                  <p:nvSpPr>
                    <p:cNvPr id="2784" name="Google Shape;2784;p3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5" name="Google Shape;2785;p3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6" name="Google Shape;2786;p3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7" name="Google Shape;2787;p3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8" name="Google Shape;2788;p3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9" name="Google Shape;2789;p3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90" name="Google Shape;2790;p3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1" name="Google Shape;2791;p3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2" name="Google Shape;2792;p3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3" name="Google Shape;2793;p3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4" name="Google Shape;2794;p3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5" name="Google Shape;2795;p3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96" name="Google Shape;2796;p33"/>
                <p:cNvGrpSpPr/>
                <p:nvPr/>
              </p:nvGrpSpPr>
              <p:grpSpPr>
                <a:xfrm flipH="1">
                  <a:off x="7767607" y="5251740"/>
                  <a:ext cx="345630" cy="320302"/>
                  <a:chOff x="2839" y="3501"/>
                  <a:chExt cx="755" cy="803"/>
                </a:xfrm>
              </p:grpSpPr>
              <p:pic>
                <p:nvPicPr>
                  <p:cNvPr descr="desktop_computer_stylized_medium" id="2797" name="Google Shape;2797;p33"/>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2798" name="Google Shape;2798;p3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99" name="Google Shape;2799;p33"/>
                <p:cNvGrpSpPr/>
                <p:nvPr/>
              </p:nvGrpSpPr>
              <p:grpSpPr>
                <a:xfrm flipH="1">
                  <a:off x="8147535" y="5475337"/>
                  <a:ext cx="345630" cy="320302"/>
                  <a:chOff x="2839" y="3501"/>
                  <a:chExt cx="755" cy="803"/>
                </a:xfrm>
              </p:grpSpPr>
              <p:pic>
                <p:nvPicPr>
                  <p:cNvPr descr="desktop_computer_stylized_medium" id="2800" name="Google Shape;2800;p33"/>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2801" name="Google Shape;2801;p3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802" name="Google Shape;2802;p33"/>
                <p:cNvGrpSpPr/>
                <p:nvPr/>
              </p:nvGrpSpPr>
              <p:grpSpPr>
                <a:xfrm flipH="1">
                  <a:off x="8545760" y="5496810"/>
                  <a:ext cx="345630" cy="320302"/>
                  <a:chOff x="2839" y="3501"/>
                  <a:chExt cx="755" cy="803"/>
                </a:xfrm>
              </p:grpSpPr>
              <p:pic>
                <p:nvPicPr>
                  <p:cNvPr descr="desktop_computer_stylized_medium" id="2803" name="Google Shape;2803;p33"/>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2804" name="Google Shape;2804;p3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805" name="Google Shape;2805;p33"/>
                <p:cNvGrpSpPr/>
                <p:nvPr/>
              </p:nvGrpSpPr>
              <p:grpSpPr>
                <a:xfrm>
                  <a:off x="9528372" y="5765818"/>
                  <a:ext cx="319264" cy="256836"/>
                  <a:chOff x="877" y="1008"/>
                  <a:chExt cx="2747" cy="2626"/>
                </a:xfrm>
              </p:grpSpPr>
              <p:pic>
                <p:nvPicPr>
                  <p:cNvPr descr="antenna_stylized" id="2806" name="Google Shape;2806;p33"/>
                  <p:cNvPicPr preferRelativeResize="0"/>
                  <p:nvPr/>
                </p:nvPicPr>
                <p:blipFill rotWithShape="1">
                  <a:blip r:embed="rId7">
                    <a:alphaModFix/>
                  </a:blip>
                  <a:srcRect b="0" l="0" r="0" t="0"/>
                  <a:stretch/>
                </p:blipFill>
                <p:spPr>
                  <a:xfrm>
                    <a:off x="877" y="1008"/>
                    <a:ext cx="2725" cy="1421"/>
                  </a:xfrm>
                  <a:prstGeom prst="rect">
                    <a:avLst/>
                  </a:prstGeom>
                  <a:noFill/>
                  <a:ln>
                    <a:noFill/>
                  </a:ln>
                </p:spPr>
              </p:pic>
              <p:pic>
                <p:nvPicPr>
                  <p:cNvPr descr="laptop_keyboard" id="2807" name="Google Shape;2807;p33"/>
                  <p:cNvPicPr preferRelativeResize="0"/>
                  <p:nvPr/>
                </p:nvPicPr>
                <p:blipFill rotWithShape="1">
                  <a:blip r:embed="rId8">
                    <a:alphaModFix/>
                  </a:blip>
                  <a:srcRect b="0" l="0" r="0" t="0"/>
                  <a:stretch/>
                </p:blipFill>
                <p:spPr>
                  <a:xfrm flipH="1" rot="109064">
                    <a:off x="1009" y="2586"/>
                    <a:ext cx="2245" cy="1013"/>
                  </a:xfrm>
                  <a:prstGeom prst="rect">
                    <a:avLst/>
                  </a:prstGeom>
                  <a:noFill/>
                  <a:ln>
                    <a:noFill/>
                  </a:ln>
                </p:spPr>
              </p:pic>
              <p:sp>
                <p:nvSpPr>
                  <p:cNvPr id="2808" name="Google Shape;2808;p3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809" name="Google Shape;2809;p33"/>
                  <p:cNvPicPr preferRelativeResize="0"/>
                  <p:nvPr/>
                </p:nvPicPr>
                <p:blipFill rotWithShape="1">
                  <a:blip r:embed="rId9">
                    <a:alphaModFix/>
                  </a:blip>
                  <a:srcRect b="0" l="0" r="0" t="0"/>
                  <a:stretch/>
                </p:blipFill>
                <p:spPr>
                  <a:xfrm>
                    <a:off x="1842" y="1637"/>
                    <a:ext cx="1642" cy="1203"/>
                  </a:xfrm>
                  <a:prstGeom prst="rect">
                    <a:avLst/>
                  </a:prstGeom>
                  <a:noFill/>
                  <a:ln>
                    <a:noFill/>
                  </a:ln>
                </p:spPr>
              </p:pic>
              <p:sp>
                <p:nvSpPr>
                  <p:cNvPr id="2810" name="Google Shape;2810;p3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1" name="Google Shape;2811;p3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2" name="Google Shape;2812;p3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3" name="Google Shape;2813;p3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4" name="Google Shape;2814;p3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5" name="Google Shape;2815;p3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816" name="Google Shape;2816;p33"/>
                  <p:cNvGrpSpPr/>
                  <p:nvPr/>
                </p:nvGrpSpPr>
                <p:grpSpPr>
                  <a:xfrm>
                    <a:off x="1709" y="3008"/>
                    <a:ext cx="507" cy="234"/>
                    <a:chOff x="1740" y="2642"/>
                    <a:chExt cx="752" cy="327"/>
                  </a:xfrm>
                </p:grpSpPr>
                <p:sp>
                  <p:nvSpPr>
                    <p:cNvPr id="2817" name="Google Shape;2817;p3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8" name="Google Shape;2818;p3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9" name="Google Shape;2819;p3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0" name="Google Shape;2820;p3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1" name="Google Shape;2821;p3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2" name="Google Shape;2822;p3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23" name="Google Shape;2823;p3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4" name="Google Shape;2824;p3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5" name="Google Shape;2825;p3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6" name="Google Shape;2826;p3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7" name="Google Shape;2827;p3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8" name="Google Shape;2828;p3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2829" name="Google Shape;2829;p33"/>
              <p:cNvGrpSpPr/>
              <p:nvPr/>
            </p:nvGrpSpPr>
            <p:grpSpPr>
              <a:xfrm>
                <a:off x="10011503" y="5607068"/>
                <a:ext cx="171450" cy="348944"/>
                <a:chOff x="4140" y="429"/>
                <a:chExt cx="1425" cy="2396"/>
              </a:xfrm>
            </p:grpSpPr>
            <p:sp>
              <p:nvSpPr>
                <p:cNvPr id="2830" name="Google Shape;2830;p3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1" name="Google Shape;2831;p3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32" name="Google Shape;2832;p3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3" name="Google Shape;2833;p3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4" name="Google Shape;2834;p3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835" name="Google Shape;2835;p33"/>
                <p:cNvGrpSpPr/>
                <p:nvPr/>
              </p:nvGrpSpPr>
              <p:grpSpPr>
                <a:xfrm>
                  <a:off x="4748" y="666"/>
                  <a:ext cx="578" cy="150"/>
                  <a:chOff x="613" y="2566"/>
                  <a:chExt cx="721" cy="144"/>
                </a:xfrm>
              </p:grpSpPr>
              <p:sp>
                <p:nvSpPr>
                  <p:cNvPr id="2836" name="Google Shape;2836;p3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37" name="Google Shape;2837;p3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838" name="Google Shape;2838;p3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839" name="Google Shape;2839;p33"/>
                <p:cNvGrpSpPr/>
                <p:nvPr/>
              </p:nvGrpSpPr>
              <p:grpSpPr>
                <a:xfrm>
                  <a:off x="4748" y="990"/>
                  <a:ext cx="578" cy="134"/>
                  <a:chOff x="615" y="2564"/>
                  <a:chExt cx="721" cy="139"/>
                </a:xfrm>
              </p:grpSpPr>
              <p:sp>
                <p:nvSpPr>
                  <p:cNvPr id="2840" name="Google Shape;2840;p3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41" name="Google Shape;2841;p3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842" name="Google Shape;2842;p3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43" name="Google Shape;2843;p3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844" name="Google Shape;2844;p33"/>
                <p:cNvGrpSpPr/>
                <p:nvPr/>
              </p:nvGrpSpPr>
              <p:grpSpPr>
                <a:xfrm>
                  <a:off x="4738" y="1647"/>
                  <a:ext cx="578" cy="135"/>
                  <a:chOff x="618" y="2586"/>
                  <a:chExt cx="720" cy="124"/>
                </a:xfrm>
              </p:grpSpPr>
              <p:sp>
                <p:nvSpPr>
                  <p:cNvPr id="2845" name="Google Shape;2845;p3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46" name="Google Shape;2846;p3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847" name="Google Shape;2847;p3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848" name="Google Shape;2848;p33"/>
                <p:cNvGrpSpPr/>
                <p:nvPr/>
              </p:nvGrpSpPr>
              <p:grpSpPr>
                <a:xfrm>
                  <a:off x="4738" y="1330"/>
                  <a:ext cx="588" cy="134"/>
                  <a:chOff x="613" y="2571"/>
                  <a:chExt cx="732" cy="134"/>
                </a:xfrm>
              </p:grpSpPr>
              <p:sp>
                <p:nvSpPr>
                  <p:cNvPr id="2849" name="Google Shape;2849;p3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50" name="Google Shape;2850;p3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851" name="Google Shape;2851;p3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52" name="Google Shape;2852;p3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3" name="Google Shape;2853;p3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4" name="Google Shape;2854;p3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55" name="Google Shape;2855;p3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6" name="Google Shape;2856;p3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57" name="Google Shape;2857;p3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58" name="Google Shape;2858;p3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59" name="Google Shape;2859;p3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860" name="Google Shape;2860;p3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61" name="Google Shape;2861;p3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grpSp>
        <p:nvGrpSpPr>
          <p:cNvPr id="2862" name="Google Shape;2862;p33"/>
          <p:cNvGrpSpPr/>
          <p:nvPr/>
        </p:nvGrpSpPr>
        <p:grpSpPr>
          <a:xfrm>
            <a:off x="7613882" y="2107963"/>
            <a:ext cx="3540395" cy="3733733"/>
            <a:chOff x="7619038" y="2102861"/>
            <a:chExt cx="3540395" cy="3733733"/>
          </a:xfrm>
        </p:grpSpPr>
        <p:cxnSp>
          <p:nvCxnSpPr>
            <p:cNvPr id="2863" name="Google Shape;2863;p33"/>
            <p:cNvCxnSpPr/>
            <p:nvPr/>
          </p:nvCxnSpPr>
          <p:spPr>
            <a:xfrm>
              <a:off x="8213016" y="2695257"/>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2864" name="Google Shape;2864;p33"/>
            <p:cNvGrpSpPr/>
            <p:nvPr/>
          </p:nvGrpSpPr>
          <p:grpSpPr>
            <a:xfrm>
              <a:off x="8055854" y="2304274"/>
              <a:ext cx="298450" cy="464008"/>
              <a:chOff x="3130" y="3288"/>
              <a:chExt cx="410" cy="742"/>
            </a:xfrm>
          </p:grpSpPr>
          <p:cxnSp>
            <p:nvCxnSpPr>
              <p:cNvPr id="2865" name="Google Shape;2865;p33"/>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2866" name="Google Shape;2866;p33"/>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2867" name="Google Shape;2867;p33"/>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2868" name="Google Shape;2868;p33"/>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2869" name="Google Shape;2869;p33"/>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2870" name="Google Shape;2870;p33"/>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2871" name="Google Shape;2871;p33"/>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2872" name="Google Shape;2872;p33"/>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2873" name="Google Shape;2873;p33"/>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2874" name="Google Shape;2874;p33"/>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2875" name="Google Shape;2875;p33"/>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2876" name="Google Shape;2876;p33"/>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2877" name="Google Shape;2877;p33"/>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2878" name="Google Shape;2878;p33"/>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2879" name="Google Shape;2879;p33"/>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pic>
          <p:nvPicPr>
            <p:cNvPr descr="access_point_stylized_small" id="2880" name="Google Shape;2880;p33"/>
            <p:cNvPicPr preferRelativeResize="0"/>
            <p:nvPr/>
          </p:nvPicPr>
          <p:blipFill rotWithShape="1">
            <a:blip r:embed="rId4">
              <a:alphaModFix/>
            </a:blip>
            <a:srcRect b="0" l="0" r="0" t="0"/>
            <a:stretch/>
          </p:blipFill>
          <p:spPr>
            <a:xfrm>
              <a:off x="7619038" y="3856797"/>
              <a:ext cx="370169" cy="306751"/>
            </a:xfrm>
            <a:prstGeom prst="rect">
              <a:avLst/>
            </a:prstGeom>
            <a:noFill/>
            <a:ln>
              <a:noFill/>
            </a:ln>
          </p:spPr>
        </p:pic>
        <p:pic>
          <p:nvPicPr>
            <p:cNvPr descr="access_point_stylized_small" id="2881" name="Google Shape;2881;p33"/>
            <p:cNvPicPr preferRelativeResize="0"/>
            <p:nvPr/>
          </p:nvPicPr>
          <p:blipFill rotWithShape="1">
            <a:blip r:embed="rId4">
              <a:alphaModFix/>
            </a:blip>
            <a:srcRect b="0" l="0" r="0" t="0"/>
            <a:stretch/>
          </p:blipFill>
          <p:spPr>
            <a:xfrm>
              <a:off x="9295766" y="5519130"/>
              <a:ext cx="380935" cy="317464"/>
            </a:xfrm>
            <a:prstGeom prst="rect">
              <a:avLst/>
            </a:prstGeom>
            <a:noFill/>
            <a:ln>
              <a:noFill/>
            </a:ln>
          </p:spPr>
        </p:pic>
        <p:grpSp>
          <p:nvGrpSpPr>
            <p:cNvPr id="2882" name="Google Shape;2882;p33"/>
            <p:cNvGrpSpPr/>
            <p:nvPr/>
          </p:nvGrpSpPr>
          <p:grpSpPr>
            <a:xfrm>
              <a:off x="9788714" y="4984881"/>
              <a:ext cx="393760" cy="218578"/>
              <a:chOff x="7493876" y="2774731"/>
              <a:chExt cx="1481958" cy="894622"/>
            </a:xfrm>
          </p:grpSpPr>
          <p:sp>
            <p:nvSpPr>
              <p:cNvPr id="2883" name="Google Shape;2883;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884" name="Google Shape;2884;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885" name="Google Shape;2885;p33"/>
              <p:cNvGrpSpPr/>
              <p:nvPr/>
            </p:nvGrpSpPr>
            <p:grpSpPr>
              <a:xfrm>
                <a:off x="7713663" y="2848339"/>
                <a:ext cx="1042107" cy="425543"/>
                <a:chOff x="7786941" y="2884917"/>
                <a:chExt cx="897649" cy="353919"/>
              </a:xfrm>
            </p:grpSpPr>
            <p:sp>
              <p:nvSpPr>
                <p:cNvPr id="2886" name="Google Shape;2886;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7" name="Google Shape;2887;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8" name="Google Shape;2888;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9" name="Google Shape;2889;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890" name="Google Shape;2890;p33"/>
            <p:cNvGrpSpPr/>
            <p:nvPr/>
          </p:nvGrpSpPr>
          <p:grpSpPr>
            <a:xfrm>
              <a:off x="9854521" y="5333935"/>
              <a:ext cx="309740" cy="190838"/>
              <a:chOff x="3668110" y="2448910"/>
              <a:chExt cx="3794234" cy="2165130"/>
            </a:xfrm>
          </p:grpSpPr>
          <p:sp>
            <p:nvSpPr>
              <p:cNvPr id="2891" name="Google Shape;2891;p3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92" name="Google Shape;2892;p3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893" name="Google Shape;2893;p33"/>
              <p:cNvGrpSpPr/>
              <p:nvPr/>
            </p:nvGrpSpPr>
            <p:grpSpPr>
              <a:xfrm>
                <a:off x="3941378" y="2603243"/>
                <a:ext cx="3202061" cy="1066110"/>
                <a:chOff x="7939341" y="3037317"/>
                <a:chExt cx="897649" cy="353919"/>
              </a:xfrm>
            </p:grpSpPr>
            <p:sp>
              <p:nvSpPr>
                <p:cNvPr id="2894" name="Google Shape;2894;p3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95" name="Google Shape;2895;p3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96" name="Google Shape;2896;p3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97" name="Google Shape;2897;p3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898" name="Google Shape;2898;p33"/>
            <p:cNvGrpSpPr/>
            <p:nvPr/>
          </p:nvGrpSpPr>
          <p:grpSpPr>
            <a:xfrm>
              <a:off x="8681775" y="4962318"/>
              <a:ext cx="393760" cy="218578"/>
              <a:chOff x="7493876" y="2774731"/>
              <a:chExt cx="1481958" cy="894622"/>
            </a:xfrm>
          </p:grpSpPr>
          <p:sp>
            <p:nvSpPr>
              <p:cNvPr id="2899" name="Google Shape;2899;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900" name="Google Shape;2900;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901" name="Google Shape;2901;p33"/>
              <p:cNvGrpSpPr/>
              <p:nvPr/>
            </p:nvGrpSpPr>
            <p:grpSpPr>
              <a:xfrm>
                <a:off x="7713663" y="2848339"/>
                <a:ext cx="1042107" cy="425543"/>
                <a:chOff x="7786941" y="2884917"/>
                <a:chExt cx="897649" cy="353919"/>
              </a:xfrm>
            </p:grpSpPr>
            <p:sp>
              <p:nvSpPr>
                <p:cNvPr id="2902" name="Google Shape;2902;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3" name="Google Shape;2903;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4" name="Google Shape;2904;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5" name="Google Shape;2905;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906" name="Google Shape;2906;p33"/>
            <p:cNvGrpSpPr/>
            <p:nvPr/>
          </p:nvGrpSpPr>
          <p:grpSpPr>
            <a:xfrm>
              <a:off x="8316676" y="5189331"/>
              <a:ext cx="309740" cy="190838"/>
              <a:chOff x="3668110" y="2448910"/>
              <a:chExt cx="3794234" cy="2165130"/>
            </a:xfrm>
          </p:grpSpPr>
          <p:sp>
            <p:nvSpPr>
              <p:cNvPr id="2907" name="Google Shape;2907;p3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8" name="Google Shape;2908;p3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909" name="Google Shape;2909;p33"/>
              <p:cNvGrpSpPr/>
              <p:nvPr/>
            </p:nvGrpSpPr>
            <p:grpSpPr>
              <a:xfrm>
                <a:off x="3941378" y="2603243"/>
                <a:ext cx="3202061" cy="1066110"/>
                <a:chOff x="7939341" y="3037317"/>
                <a:chExt cx="897649" cy="353919"/>
              </a:xfrm>
            </p:grpSpPr>
            <p:sp>
              <p:nvSpPr>
                <p:cNvPr id="2910" name="Google Shape;2910;p3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1" name="Google Shape;2911;p3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2" name="Google Shape;2912;p3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3" name="Google Shape;2913;p3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914" name="Google Shape;2914;p33"/>
            <p:cNvGrpSpPr/>
            <p:nvPr/>
          </p:nvGrpSpPr>
          <p:grpSpPr>
            <a:xfrm>
              <a:off x="8444983" y="2807207"/>
              <a:ext cx="353678" cy="168275"/>
              <a:chOff x="7493876" y="2774731"/>
              <a:chExt cx="1481958" cy="894622"/>
            </a:xfrm>
          </p:grpSpPr>
          <p:sp>
            <p:nvSpPr>
              <p:cNvPr id="2915" name="Google Shape;2915;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916" name="Google Shape;2916;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917" name="Google Shape;2917;p33"/>
              <p:cNvGrpSpPr/>
              <p:nvPr/>
            </p:nvGrpSpPr>
            <p:grpSpPr>
              <a:xfrm>
                <a:off x="7713663" y="2848339"/>
                <a:ext cx="1042107" cy="425543"/>
                <a:chOff x="7786941" y="2884917"/>
                <a:chExt cx="897649" cy="353919"/>
              </a:xfrm>
            </p:grpSpPr>
            <p:sp>
              <p:nvSpPr>
                <p:cNvPr id="2918" name="Google Shape;2918;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9" name="Google Shape;2919;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0" name="Google Shape;2920;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1" name="Google Shape;2921;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922" name="Google Shape;2922;p33"/>
            <p:cNvGrpSpPr/>
            <p:nvPr/>
          </p:nvGrpSpPr>
          <p:grpSpPr>
            <a:xfrm>
              <a:off x="8055226" y="3960892"/>
              <a:ext cx="354986" cy="175668"/>
              <a:chOff x="7493876" y="2774731"/>
              <a:chExt cx="1481958" cy="894622"/>
            </a:xfrm>
          </p:grpSpPr>
          <p:sp>
            <p:nvSpPr>
              <p:cNvPr id="2923" name="Google Shape;2923;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924" name="Google Shape;2924;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925" name="Google Shape;2925;p33"/>
              <p:cNvGrpSpPr/>
              <p:nvPr/>
            </p:nvGrpSpPr>
            <p:grpSpPr>
              <a:xfrm>
                <a:off x="7713663" y="2848339"/>
                <a:ext cx="1042107" cy="425543"/>
                <a:chOff x="7786941" y="2884917"/>
                <a:chExt cx="897649" cy="353919"/>
              </a:xfrm>
            </p:grpSpPr>
            <p:sp>
              <p:nvSpPr>
                <p:cNvPr id="2926" name="Google Shape;2926;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7" name="Google Shape;2927;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8" name="Google Shape;2928;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9" name="Google Shape;2929;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930" name="Google Shape;2930;p33"/>
            <p:cNvGrpSpPr/>
            <p:nvPr/>
          </p:nvGrpSpPr>
          <p:grpSpPr>
            <a:xfrm>
              <a:off x="10889241" y="3596263"/>
              <a:ext cx="170989" cy="97052"/>
              <a:chOff x="7493876" y="2774731"/>
              <a:chExt cx="1481958" cy="894622"/>
            </a:xfrm>
          </p:grpSpPr>
          <p:sp>
            <p:nvSpPr>
              <p:cNvPr id="2931" name="Google Shape;2931;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932" name="Google Shape;2932;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933" name="Google Shape;2933;p33"/>
              <p:cNvGrpSpPr/>
              <p:nvPr/>
            </p:nvGrpSpPr>
            <p:grpSpPr>
              <a:xfrm>
                <a:off x="7713663" y="2848339"/>
                <a:ext cx="1042107" cy="425543"/>
                <a:chOff x="7786941" y="2884917"/>
                <a:chExt cx="897649" cy="353919"/>
              </a:xfrm>
            </p:grpSpPr>
            <p:sp>
              <p:nvSpPr>
                <p:cNvPr id="2934" name="Google Shape;2934;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35" name="Google Shape;2935;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36" name="Google Shape;2936;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37" name="Google Shape;2937;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938" name="Google Shape;2938;p33"/>
            <p:cNvGrpSpPr/>
            <p:nvPr/>
          </p:nvGrpSpPr>
          <p:grpSpPr>
            <a:xfrm>
              <a:off x="10415765" y="3491036"/>
              <a:ext cx="353678" cy="198344"/>
              <a:chOff x="7493876" y="2774731"/>
              <a:chExt cx="1481958" cy="894622"/>
            </a:xfrm>
          </p:grpSpPr>
          <p:sp>
            <p:nvSpPr>
              <p:cNvPr id="2939" name="Google Shape;2939;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940" name="Google Shape;2940;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941" name="Google Shape;2941;p33"/>
              <p:cNvGrpSpPr/>
              <p:nvPr/>
            </p:nvGrpSpPr>
            <p:grpSpPr>
              <a:xfrm>
                <a:off x="7713663" y="2848339"/>
                <a:ext cx="1042107" cy="425543"/>
                <a:chOff x="7786941" y="2884917"/>
                <a:chExt cx="897649" cy="353919"/>
              </a:xfrm>
            </p:grpSpPr>
            <p:sp>
              <p:nvSpPr>
                <p:cNvPr id="2942" name="Google Shape;2942;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43" name="Google Shape;2943;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44" name="Google Shape;2944;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45" name="Google Shape;2945;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946" name="Google Shape;2946;p33"/>
            <p:cNvGrpSpPr/>
            <p:nvPr/>
          </p:nvGrpSpPr>
          <p:grpSpPr>
            <a:xfrm>
              <a:off x="9953880" y="2197190"/>
              <a:ext cx="353678" cy="198344"/>
              <a:chOff x="7493876" y="2774731"/>
              <a:chExt cx="1481958" cy="894622"/>
            </a:xfrm>
          </p:grpSpPr>
          <p:sp>
            <p:nvSpPr>
              <p:cNvPr id="2947" name="Google Shape;2947;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948" name="Google Shape;2948;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949" name="Google Shape;2949;p33"/>
              <p:cNvGrpSpPr/>
              <p:nvPr/>
            </p:nvGrpSpPr>
            <p:grpSpPr>
              <a:xfrm>
                <a:off x="7713663" y="2848339"/>
                <a:ext cx="1042107" cy="425543"/>
                <a:chOff x="7786941" y="2884917"/>
                <a:chExt cx="897649" cy="353919"/>
              </a:xfrm>
            </p:grpSpPr>
            <p:sp>
              <p:nvSpPr>
                <p:cNvPr id="2950" name="Google Shape;2950;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1" name="Google Shape;2951;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2" name="Google Shape;2952;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3" name="Google Shape;2953;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954" name="Google Shape;2954;p33"/>
            <p:cNvGrpSpPr/>
            <p:nvPr/>
          </p:nvGrpSpPr>
          <p:grpSpPr>
            <a:xfrm>
              <a:off x="10532370" y="2608265"/>
              <a:ext cx="353678" cy="198344"/>
              <a:chOff x="7493876" y="2774731"/>
              <a:chExt cx="1481958" cy="894622"/>
            </a:xfrm>
          </p:grpSpPr>
          <p:sp>
            <p:nvSpPr>
              <p:cNvPr id="2955" name="Google Shape;2955;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956" name="Google Shape;2956;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957" name="Google Shape;2957;p33"/>
              <p:cNvGrpSpPr/>
              <p:nvPr/>
            </p:nvGrpSpPr>
            <p:grpSpPr>
              <a:xfrm>
                <a:off x="7713663" y="2848339"/>
                <a:ext cx="1042107" cy="425543"/>
                <a:chOff x="7786941" y="2884917"/>
                <a:chExt cx="897649" cy="353919"/>
              </a:xfrm>
            </p:grpSpPr>
            <p:sp>
              <p:nvSpPr>
                <p:cNvPr id="2958" name="Google Shape;2958;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9" name="Google Shape;2959;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0" name="Google Shape;2960;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1" name="Google Shape;2961;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962" name="Google Shape;2962;p33"/>
            <p:cNvGrpSpPr/>
            <p:nvPr/>
          </p:nvGrpSpPr>
          <p:grpSpPr>
            <a:xfrm>
              <a:off x="10648981" y="2102861"/>
              <a:ext cx="353678" cy="198344"/>
              <a:chOff x="7493876" y="2774731"/>
              <a:chExt cx="1481958" cy="894622"/>
            </a:xfrm>
          </p:grpSpPr>
          <p:sp>
            <p:nvSpPr>
              <p:cNvPr id="2963" name="Google Shape;2963;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964" name="Google Shape;2964;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965" name="Google Shape;2965;p33"/>
              <p:cNvGrpSpPr/>
              <p:nvPr/>
            </p:nvGrpSpPr>
            <p:grpSpPr>
              <a:xfrm>
                <a:off x="7713663" y="2848339"/>
                <a:ext cx="1042107" cy="425543"/>
                <a:chOff x="7786941" y="2884917"/>
                <a:chExt cx="897649" cy="353919"/>
              </a:xfrm>
            </p:grpSpPr>
            <p:sp>
              <p:nvSpPr>
                <p:cNvPr id="2966" name="Google Shape;2966;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7" name="Google Shape;2967;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8" name="Google Shape;2968;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9" name="Google Shape;2969;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970" name="Google Shape;2970;p33"/>
            <p:cNvGrpSpPr/>
            <p:nvPr/>
          </p:nvGrpSpPr>
          <p:grpSpPr>
            <a:xfrm>
              <a:off x="9103944" y="3951522"/>
              <a:ext cx="367224" cy="240304"/>
              <a:chOff x="7493876" y="2774731"/>
              <a:chExt cx="1481958" cy="894622"/>
            </a:xfrm>
          </p:grpSpPr>
          <p:sp>
            <p:nvSpPr>
              <p:cNvPr id="2971" name="Google Shape;2971;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972" name="Google Shape;2972;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973" name="Google Shape;2973;p33"/>
              <p:cNvGrpSpPr/>
              <p:nvPr/>
            </p:nvGrpSpPr>
            <p:grpSpPr>
              <a:xfrm>
                <a:off x="7713663" y="2848339"/>
                <a:ext cx="1042107" cy="425543"/>
                <a:chOff x="7786941" y="2884917"/>
                <a:chExt cx="897649" cy="353919"/>
              </a:xfrm>
            </p:grpSpPr>
            <p:sp>
              <p:nvSpPr>
                <p:cNvPr id="2974" name="Google Shape;2974;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5" name="Google Shape;2975;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6" name="Google Shape;2976;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7" name="Google Shape;2977;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978" name="Google Shape;2978;p33"/>
            <p:cNvGrpSpPr/>
            <p:nvPr/>
          </p:nvGrpSpPr>
          <p:grpSpPr>
            <a:xfrm>
              <a:off x="9985282" y="2656463"/>
              <a:ext cx="353678" cy="198344"/>
              <a:chOff x="7493876" y="2774731"/>
              <a:chExt cx="1481958" cy="894622"/>
            </a:xfrm>
          </p:grpSpPr>
          <p:sp>
            <p:nvSpPr>
              <p:cNvPr id="2979" name="Google Shape;2979;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980" name="Google Shape;2980;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981" name="Google Shape;2981;p33"/>
              <p:cNvGrpSpPr/>
              <p:nvPr/>
            </p:nvGrpSpPr>
            <p:grpSpPr>
              <a:xfrm>
                <a:off x="7713663" y="2848339"/>
                <a:ext cx="1042107" cy="425543"/>
                <a:chOff x="7786941" y="2884917"/>
                <a:chExt cx="897649" cy="353919"/>
              </a:xfrm>
            </p:grpSpPr>
            <p:sp>
              <p:nvSpPr>
                <p:cNvPr id="2982" name="Google Shape;2982;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3" name="Google Shape;2983;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4" name="Google Shape;2984;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5" name="Google Shape;2985;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986" name="Google Shape;2986;p33"/>
            <p:cNvGrpSpPr/>
            <p:nvPr/>
          </p:nvGrpSpPr>
          <p:grpSpPr>
            <a:xfrm>
              <a:off x="9502294" y="3388930"/>
              <a:ext cx="367224" cy="240304"/>
              <a:chOff x="7493876" y="2774731"/>
              <a:chExt cx="1481958" cy="894622"/>
            </a:xfrm>
          </p:grpSpPr>
          <p:sp>
            <p:nvSpPr>
              <p:cNvPr id="2987" name="Google Shape;2987;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988" name="Google Shape;2988;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989" name="Google Shape;2989;p33"/>
              <p:cNvGrpSpPr/>
              <p:nvPr/>
            </p:nvGrpSpPr>
            <p:grpSpPr>
              <a:xfrm>
                <a:off x="7713663" y="2848339"/>
                <a:ext cx="1042107" cy="425543"/>
                <a:chOff x="7786941" y="2884917"/>
                <a:chExt cx="897649" cy="353919"/>
              </a:xfrm>
            </p:grpSpPr>
            <p:sp>
              <p:nvSpPr>
                <p:cNvPr id="2990" name="Google Shape;2990;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1" name="Google Shape;2991;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2" name="Google Shape;2992;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3" name="Google Shape;2993;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994" name="Google Shape;2994;p33"/>
            <p:cNvGrpSpPr/>
            <p:nvPr/>
          </p:nvGrpSpPr>
          <p:grpSpPr>
            <a:xfrm>
              <a:off x="9606710" y="3994661"/>
              <a:ext cx="367224" cy="240304"/>
              <a:chOff x="7493876" y="2774731"/>
              <a:chExt cx="1481958" cy="894622"/>
            </a:xfrm>
          </p:grpSpPr>
          <p:sp>
            <p:nvSpPr>
              <p:cNvPr id="2995" name="Google Shape;2995;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2996" name="Google Shape;2996;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2997" name="Google Shape;2997;p33"/>
              <p:cNvGrpSpPr/>
              <p:nvPr/>
            </p:nvGrpSpPr>
            <p:grpSpPr>
              <a:xfrm>
                <a:off x="7713663" y="2848339"/>
                <a:ext cx="1042107" cy="425543"/>
                <a:chOff x="7786941" y="2884917"/>
                <a:chExt cx="897649" cy="353919"/>
              </a:xfrm>
            </p:grpSpPr>
            <p:sp>
              <p:nvSpPr>
                <p:cNvPr id="2998" name="Google Shape;2998;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9" name="Google Shape;2999;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0" name="Google Shape;3000;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1" name="Google Shape;3001;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002" name="Google Shape;3002;p33"/>
            <p:cNvGrpSpPr/>
            <p:nvPr/>
          </p:nvGrpSpPr>
          <p:grpSpPr>
            <a:xfrm>
              <a:off x="10380415" y="3987223"/>
              <a:ext cx="353678" cy="198344"/>
              <a:chOff x="7493876" y="2774731"/>
              <a:chExt cx="1481958" cy="894622"/>
            </a:xfrm>
          </p:grpSpPr>
          <p:sp>
            <p:nvSpPr>
              <p:cNvPr id="3003" name="Google Shape;3003;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3004" name="Google Shape;3004;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3005" name="Google Shape;3005;p33"/>
              <p:cNvGrpSpPr/>
              <p:nvPr/>
            </p:nvGrpSpPr>
            <p:grpSpPr>
              <a:xfrm>
                <a:off x="7713663" y="2848339"/>
                <a:ext cx="1042107" cy="425543"/>
                <a:chOff x="7786941" y="2884917"/>
                <a:chExt cx="897649" cy="353919"/>
              </a:xfrm>
            </p:grpSpPr>
            <p:sp>
              <p:nvSpPr>
                <p:cNvPr id="3006" name="Google Shape;3006;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7" name="Google Shape;3007;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8" name="Google Shape;3008;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9" name="Google Shape;3009;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010" name="Google Shape;3010;p33"/>
            <p:cNvGrpSpPr/>
            <p:nvPr/>
          </p:nvGrpSpPr>
          <p:grpSpPr>
            <a:xfrm>
              <a:off x="9253049" y="4770584"/>
              <a:ext cx="393760" cy="218578"/>
              <a:chOff x="7493876" y="2774731"/>
              <a:chExt cx="1481958" cy="894622"/>
            </a:xfrm>
          </p:grpSpPr>
          <p:sp>
            <p:nvSpPr>
              <p:cNvPr id="3011" name="Google Shape;3011;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3012" name="Google Shape;3012;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3013" name="Google Shape;3013;p33"/>
              <p:cNvGrpSpPr/>
              <p:nvPr/>
            </p:nvGrpSpPr>
            <p:grpSpPr>
              <a:xfrm>
                <a:off x="7713663" y="2848339"/>
                <a:ext cx="1042107" cy="425543"/>
                <a:chOff x="7786941" y="2884917"/>
                <a:chExt cx="897649" cy="353919"/>
              </a:xfrm>
            </p:grpSpPr>
            <p:sp>
              <p:nvSpPr>
                <p:cNvPr id="3014" name="Google Shape;3014;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15" name="Google Shape;3015;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16" name="Google Shape;3016;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17" name="Google Shape;3017;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018" name="Google Shape;3018;p33"/>
            <p:cNvGrpSpPr/>
            <p:nvPr/>
          </p:nvGrpSpPr>
          <p:grpSpPr>
            <a:xfrm>
              <a:off x="10931138" y="4364023"/>
              <a:ext cx="228295" cy="120400"/>
              <a:chOff x="7493876" y="2774731"/>
              <a:chExt cx="1481958" cy="894622"/>
            </a:xfrm>
          </p:grpSpPr>
          <p:sp>
            <p:nvSpPr>
              <p:cNvPr id="3019" name="Google Shape;3019;p3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sp>
            <p:nvSpPr>
              <p:cNvPr id="3020" name="Google Shape;3020;p3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grpSp>
            <p:nvGrpSpPr>
              <p:cNvPr id="3021" name="Google Shape;3021;p33"/>
              <p:cNvGrpSpPr/>
              <p:nvPr/>
            </p:nvGrpSpPr>
            <p:grpSpPr>
              <a:xfrm>
                <a:off x="7713663" y="2848339"/>
                <a:ext cx="1042107" cy="425543"/>
                <a:chOff x="7786941" y="2884917"/>
                <a:chExt cx="897649" cy="353919"/>
              </a:xfrm>
            </p:grpSpPr>
            <p:sp>
              <p:nvSpPr>
                <p:cNvPr id="3022" name="Google Shape;3022;p3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23" name="Google Shape;3023;p3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24" name="Google Shape;3024;p3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25" name="Google Shape;3025;p3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nvGrpSpPr>
          <p:cNvPr id="3026" name="Google Shape;3026;p33"/>
          <p:cNvGrpSpPr/>
          <p:nvPr/>
        </p:nvGrpSpPr>
        <p:grpSpPr>
          <a:xfrm>
            <a:off x="1728873" y="5539150"/>
            <a:ext cx="5446393" cy="1149445"/>
            <a:chOff x="1728873" y="5539150"/>
            <a:chExt cx="5446393" cy="1149445"/>
          </a:xfrm>
        </p:grpSpPr>
        <p:sp>
          <p:nvSpPr>
            <p:cNvPr id="3027" name="Google Shape;3027;p33"/>
            <p:cNvSpPr/>
            <p:nvPr/>
          </p:nvSpPr>
          <p:spPr>
            <a:xfrm>
              <a:off x="1728873" y="5660145"/>
              <a:ext cx="1143514" cy="68053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8" name="Google Shape;3028;p33"/>
            <p:cNvSpPr txBox="1"/>
            <p:nvPr/>
          </p:nvSpPr>
          <p:spPr>
            <a:xfrm>
              <a:off x="3142713" y="5539150"/>
              <a:ext cx="4032553" cy="1149445"/>
            </a:xfrm>
            <a:prstGeom prst="rect">
              <a:avLst/>
            </a:prstGeom>
            <a:noFill/>
            <a:ln>
              <a:noFill/>
            </a:ln>
          </p:spPr>
          <p:txBody>
            <a:bodyPr anchorCtr="0" anchor="t" bIns="45700" lIns="91425" spcFirstLastPara="1" rIns="91425" wrap="square" tIns="45700">
              <a:normAutofit/>
            </a:bodyPr>
            <a:lstStyle/>
            <a:p>
              <a:pPr indent="0" lvl="0" marL="6985" marR="0" rtl="0" algn="l">
                <a:lnSpc>
                  <a:spcPct val="90000"/>
                </a:lnSpc>
                <a:spcBef>
                  <a:spcPts val="0"/>
                </a:spcBef>
                <a:spcAft>
                  <a:spcPts val="0"/>
                </a:spcAft>
                <a:buClr>
                  <a:srgbClr val="0000A8"/>
                </a:buClr>
                <a:buSzPts val="2400"/>
                <a:buFont typeface="Noto Sans Symbols"/>
                <a:buNone/>
              </a:pPr>
              <a:r>
                <a:rPr i="1" lang="en-US" sz="2400">
                  <a:solidFill>
                    <a:srgbClr val="C00000"/>
                  </a:solidFill>
                  <a:latin typeface="Calibri"/>
                  <a:ea typeface="Calibri"/>
                  <a:cs typeface="Calibri"/>
                  <a:sym typeface="Calibri"/>
                </a:rPr>
                <a:t>Networks</a:t>
              </a:r>
              <a:endParaRPr i="1" sz="2400">
                <a:solidFill>
                  <a:srgbClr val="C00000"/>
                </a:solidFill>
                <a:latin typeface="Calibri"/>
                <a:ea typeface="Calibri"/>
                <a:cs typeface="Calibri"/>
                <a:sym typeface="Calibri"/>
              </a:endParaRPr>
            </a:p>
            <a:p>
              <a:pPr indent="-231775" lvl="1" marL="346075" marR="0" rtl="0" algn="l">
                <a:lnSpc>
                  <a:spcPct val="90000"/>
                </a:lnSpc>
                <a:spcBef>
                  <a:spcPts val="530"/>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collection of devices, routers, links: managed by an organization</a:t>
              </a:r>
              <a:endParaRPr b="0" i="0" sz="2400" u="none" cap="none" strike="noStrike">
                <a:solidFill>
                  <a:schemeClr val="dk1"/>
                </a:solidFill>
                <a:latin typeface="Calibri"/>
                <a:ea typeface="Calibri"/>
                <a:cs typeface="Calibri"/>
                <a:sym typeface="Calibri"/>
              </a:endParaRPr>
            </a:p>
          </p:txBody>
        </p:sp>
      </p:grpSp>
      <p:sp>
        <p:nvSpPr>
          <p:cNvPr id="3029" name="Google Shape;3029;p33"/>
          <p:cNvSpPr/>
          <p:nvPr/>
        </p:nvSpPr>
        <p:spPr>
          <a:xfrm>
            <a:off x="7189291" y="1641975"/>
            <a:ext cx="4101062" cy="4254341"/>
          </a:xfrm>
          <a:custGeom>
            <a:rect b="b" l="l" r="r" t="t"/>
            <a:pathLst>
              <a:path extrusionOk="0" h="4254341" w="4101062">
                <a:moveTo>
                  <a:pt x="1996750" y="1290412"/>
                </a:moveTo>
                <a:cubicBezTo>
                  <a:pt x="1909164" y="1300922"/>
                  <a:pt x="1814571" y="1293915"/>
                  <a:pt x="1712971" y="1216839"/>
                </a:cubicBezTo>
                <a:cubicBezTo>
                  <a:pt x="1611371" y="1139763"/>
                  <a:pt x="1483495" y="948825"/>
                  <a:pt x="1387150" y="827956"/>
                </a:cubicBezTo>
                <a:cubicBezTo>
                  <a:pt x="1290805" y="707087"/>
                  <a:pt x="1225992" y="500384"/>
                  <a:pt x="1134902" y="491625"/>
                </a:cubicBezTo>
                <a:cubicBezTo>
                  <a:pt x="1043812" y="482866"/>
                  <a:pt x="912433" y="644025"/>
                  <a:pt x="840612" y="775404"/>
                </a:cubicBezTo>
                <a:cubicBezTo>
                  <a:pt x="768791" y="906783"/>
                  <a:pt x="637412" y="1095970"/>
                  <a:pt x="703978" y="1279901"/>
                </a:cubicBezTo>
                <a:cubicBezTo>
                  <a:pt x="770544" y="1463832"/>
                  <a:pt x="1140158" y="1709074"/>
                  <a:pt x="1240006" y="1878991"/>
                </a:cubicBezTo>
                <a:cubicBezTo>
                  <a:pt x="1339854" y="2048908"/>
                  <a:pt x="1472985" y="2241597"/>
                  <a:pt x="1303068" y="2299404"/>
                </a:cubicBezTo>
                <a:cubicBezTo>
                  <a:pt x="1133151" y="2357211"/>
                  <a:pt x="423702" y="2131239"/>
                  <a:pt x="220502" y="2225832"/>
                </a:cubicBezTo>
                <a:cubicBezTo>
                  <a:pt x="17302" y="2320425"/>
                  <a:pt x="-82546" y="2707556"/>
                  <a:pt x="83868" y="2866963"/>
                </a:cubicBezTo>
                <a:cubicBezTo>
                  <a:pt x="250282" y="3026370"/>
                  <a:pt x="1045564" y="3064908"/>
                  <a:pt x="1218985" y="3182273"/>
                </a:cubicBezTo>
                <a:cubicBezTo>
                  <a:pt x="1392406" y="3299638"/>
                  <a:pt x="1173440" y="3487073"/>
                  <a:pt x="1124392" y="3571156"/>
                </a:cubicBezTo>
                <a:cubicBezTo>
                  <a:pt x="1075344" y="3655239"/>
                  <a:pt x="891412" y="3634218"/>
                  <a:pt x="924695" y="3686770"/>
                </a:cubicBezTo>
                <a:cubicBezTo>
                  <a:pt x="957978" y="3739322"/>
                  <a:pt x="1215481" y="3863694"/>
                  <a:pt x="1324088" y="3886466"/>
                </a:cubicBezTo>
                <a:cubicBezTo>
                  <a:pt x="1432695" y="3909238"/>
                  <a:pt x="1494006" y="3811142"/>
                  <a:pt x="1576337" y="3823404"/>
                </a:cubicBezTo>
                <a:cubicBezTo>
                  <a:pt x="1658668" y="3835666"/>
                  <a:pt x="1748006" y="3893474"/>
                  <a:pt x="1818075" y="3960039"/>
                </a:cubicBezTo>
                <a:cubicBezTo>
                  <a:pt x="1888144" y="4026604"/>
                  <a:pt x="1891647" y="4179004"/>
                  <a:pt x="1996750" y="4222797"/>
                </a:cubicBezTo>
                <a:cubicBezTo>
                  <a:pt x="2101853" y="4266590"/>
                  <a:pt x="2320819" y="4263087"/>
                  <a:pt x="2448695" y="4222797"/>
                </a:cubicBezTo>
                <a:cubicBezTo>
                  <a:pt x="2576571" y="4182507"/>
                  <a:pt x="2672916" y="4026604"/>
                  <a:pt x="2764006" y="3981059"/>
                </a:cubicBezTo>
                <a:cubicBezTo>
                  <a:pt x="2855096" y="3935514"/>
                  <a:pt x="2953192" y="4003831"/>
                  <a:pt x="2995233" y="3949528"/>
                </a:cubicBezTo>
                <a:cubicBezTo>
                  <a:pt x="3037274" y="3895225"/>
                  <a:pt x="2982971" y="3776108"/>
                  <a:pt x="3016254" y="3655239"/>
                </a:cubicBezTo>
                <a:cubicBezTo>
                  <a:pt x="3049537" y="3534370"/>
                  <a:pt x="3035523" y="3325915"/>
                  <a:pt x="3194930" y="3224315"/>
                </a:cubicBezTo>
                <a:cubicBezTo>
                  <a:pt x="3354337" y="3122715"/>
                  <a:pt x="3853578" y="3292632"/>
                  <a:pt x="3972695" y="3045639"/>
                </a:cubicBezTo>
                <a:cubicBezTo>
                  <a:pt x="4091812" y="2798646"/>
                  <a:pt x="3897371" y="2111970"/>
                  <a:pt x="3909633" y="1742356"/>
                </a:cubicBezTo>
                <a:cubicBezTo>
                  <a:pt x="3921895" y="1372742"/>
                  <a:pt x="4037509" y="1106480"/>
                  <a:pt x="4046268" y="827956"/>
                </a:cubicBezTo>
                <a:cubicBezTo>
                  <a:pt x="4055027" y="549432"/>
                  <a:pt x="4207426" y="197335"/>
                  <a:pt x="3962185" y="71211"/>
                </a:cubicBezTo>
                <a:cubicBezTo>
                  <a:pt x="3716944" y="-54913"/>
                  <a:pt x="2856847" y="13404"/>
                  <a:pt x="2574819" y="71211"/>
                </a:cubicBezTo>
                <a:cubicBezTo>
                  <a:pt x="2292791" y="129018"/>
                  <a:pt x="2310309" y="223611"/>
                  <a:pt x="2270019" y="418052"/>
                </a:cubicBezTo>
                <a:cubicBezTo>
                  <a:pt x="2229729" y="612493"/>
                  <a:pt x="2284033" y="1008384"/>
                  <a:pt x="2238488" y="1153777"/>
                </a:cubicBezTo>
                <a:cubicBezTo>
                  <a:pt x="2192943" y="1299170"/>
                  <a:pt x="2084336" y="1279902"/>
                  <a:pt x="1996750" y="1290412"/>
                </a:cubicBezTo>
                <a:close/>
              </a:path>
            </a:pathLst>
          </a:custGeom>
          <a:noFill/>
          <a:ln cap="flat" cmpd="sng" w="12700">
            <a:solidFill>
              <a:srgbClr val="31538F">
                <a:alpha val="57647"/>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5"/>
                                        </p:tgtEl>
                                        <p:attrNameLst>
                                          <p:attrName>style.visibility</p:attrName>
                                        </p:attrNameLst>
                                      </p:cBhvr>
                                      <p:to>
                                        <p:strVal val="visible"/>
                                      </p:to>
                                    </p:set>
                                    <p:animEffect filter="fade" transition="in">
                                      <p:cBhvr>
                                        <p:cTn dur="500"/>
                                        <p:tgtEl>
                                          <p:spTgt spid="2655"/>
                                        </p:tgtEl>
                                      </p:cBhvr>
                                    </p:animEffect>
                                  </p:childTnLst>
                                </p:cTn>
                              </p:par>
                              <p:par>
                                <p:cTn fill="hold" nodeType="withEffect" presetClass="entr" presetID="10" presetSubtype="0">
                                  <p:stCondLst>
                                    <p:cond delay="0"/>
                                  </p:stCondLst>
                                  <p:childTnLst>
                                    <p:set>
                                      <p:cBhvr>
                                        <p:cTn dur="1" fill="hold">
                                          <p:stCondLst>
                                            <p:cond delay="0"/>
                                          </p:stCondLst>
                                        </p:cTn>
                                        <p:tgtEl>
                                          <p:spTgt spid="2534"/>
                                        </p:tgtEl>
                                        <p:attrNameLst>
                                          <p:attrName>style.visibility</p:attrName>
                                        </p:attrNameLst>
                                      </p:cBhvr>
                                      <p:to>
                                        <p:strVal val="visible"/>
                                      </p:to>
                                    </p:set>
                                    <p:animEffect filter="fade" transition="in">
                                      <p:cBhvr>
                                        <p:cTn dur="500"/>
                                        <p:tgtEl>
                                          <p:spTgt spid="2534"/>
                                        </p:tgtEl>
                                      </p:cBhvr>
                                    </p:animEffect>
                                  </p:childTnLst>
                                </p:cTn>
                              </p:par>
                              <p:par>
                                <p:cTn fill="hold" nodeType="withEffect" presetClass="entr" presetID="10" presetSubtype="0">
                                  <p:stCondLst>
                                    <p:cond delay="0"/>
                                  </p:stCondLst>
                                  <p:childTnLst>
                                    <p:set>
                                      <p:cBhvr>
                                        <p:cTn dur="1" fill="hold">
                                          <p:stCondLst>
                                            <p:cond delay="0"/>
                                          </p:stCondLst>
                                        </p:cTn>
                                        <p:tgtEl>
                                          <p:spTgt spid="3029"/>
                                        </p:tgtEl>
                                        <p:attrNameLst>
                                          <p:attrName>style.visibility</p:attrName>
                                        </p:attrNameLst>
                                      </p:cBhvr>
                                      <p:to>
                                        <p:strVal val="visible"/>
                                      </p:to>
                                    </p:set>
                                    <p:animEffect filter="fade" transition="in">
                                      <p:cBhvr>
                                        <p:cTn dur="500"/>
                                        <p:tgtEl>
                                          <p:spTgt spid="3029"/>
                                        </p:tgtEl>
                                      </p:cBhvr>
                                    </p:animEffect>
                                  </p:childTnLst>
                                </p:cTn>
                              </p:par>
                              <p:par>
                                <p:cTn fill="hold" nodeType="withEffect" presetClass="exit" presetID="10" presetSubtype="0">
                                  <p:stCondLst>
                                    <p:cond delay="0"/>
                                  </p:stCondLst>
                                  <p:childTnLst>
                                    <p:animEffect filter="fade" transition="out">
                                      <p:cBhvr>
                                        <p:cTn dur="500"/>
                                        <p:tgtEl>
                                          <p:spTgt spid="2451"/>
                                        </p:tgtEl>
                                      </p:cBhvr>
                                    </p:animEffect>
                                    <p:set>
                                      <p:cBhvr>
                                        <p:cTn dur="1" fill="hold">
                                          <p:stCondLst>
                                            <p:cond delay="500"/>
                                          </p:stCondLst>
                                        </p:cTn>
                                        <p:tgtEl>
                                          <p:spTgt spid="24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2"/>
                                        </p:tgtEl>
                                        <p:attrNameLst>
                                          <p:attrName>style.visibility</p:attrName>
                                        </p:attrNameLst>
                                      </p:cBhvr>
                                      <p:to>
                                        <p:strVal val="visible"/>
                                      </p:to>
                                    </p:set>
                                    <p:animEffect filter="fade" transition="in">
                                      <p:cBhvr>
                                        <p:cTn dur="500"/>
                                        <p:tgtEl>
                                          <p:spTgt spid="2862"/>
                                        </p:tgtEl>
                                      </p:cBhvr>
                                    </p:animEffect>
                                  </p:childTnLst>
                                </p:cTn>
                              </p:par>
                              <p:par>
                                <p:cTn fill="hold" nodeType="withEffect" presetClass="entr" presetID="10" presetSubtype="0">
                                  <p:stCondLst>
                                    <p:cond delay="0"/>
                                  </p:stCondLst>
                                  <p:childTnLst>
                                    <p:set>
                                      <p:cBhvr>
                                        <p:cTn dur="1" fill="hold">
                                          <p:stCondLst>
                                            <p:cond delay="0"/>
                                          </p:stCondLst>
                                        </p:cTn>
                                        <p:tgtEl>
                                          <p:spTgt spid="2488"/>
                                        </p:tgtEl>
                                        <p:attrNameLst>
                                          <p:attrName>style.visibility</p:attrName>
                                        </p:attrNameLst>
                                      </p:cBhvr>
                                      <p:to>
                                        <p:strVal val="visible"/>
                                      </p:to>
                                    </p:set>
                                    <p:animEffect filter="fade" transition="in">
                                      <p:cBhvr>
                                        <p:cTn dur="500"/>
                                        <p:tgtEl>
                                          <p:spTgt spid="2488"/>
                                        </p:tgtEl>
                                      </p:cBhvr>
                                    </p:animEffect>
                                  </p:childTnLst>
                                </p:cTn>
                              </p:par>
                              <p:par>
                                <p:cTn fill="hold" nodeType="withEffect" presetClass="entr" presetID="10" presetSubtype="0">
                                  <p:stCondLst>
                                    <p:cond delay="0"/>
                                  </p:stCondLst>
                                  <p:childTnLst>
                                    <p:set>
                                      <p:cBhvr>
                                        <p:cTn dur="1" fill="hold">
                                          <p:stCondLst>
                                            <p:cond delay="0"/>
                                          </p:stCondLst>
                                        </p:cTn>
                                        <p:tgtEl>
                                          <p:spTgt spid="2451"/>
                                        </p:tgtEl>
                                        <p:attrNameLst>
                                          <p:attrName>style.visibility</p:attrName>
                                        </p:attrNameLst>
                                      </p:cBhvr>
                                      <p:to>
                                        <p:strVal val="visible"/>
                                      </p:to>
                                    </p:set>
                                    <p:animEffect filter="fade" transition="in">
                                      <p:cBhvr>
                                        <p:cTn dur="500"/>
                                        <p:tgtEl>
                                          <p:spTgt spid="24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3"/>
                                        </p:tgtEl>
                                        <p:attrNameLst>
                                          <p:attrName>style.visibility</p:attrName>
                                        </p:attrNameLst>
                                      </p:cBhvr>
                                      <p:to>
                                        <p:strVal val="visible"/>
                                      </p:to>
                                    </p:set>
                                    <p:animEffect filter="fade" transition="in">
                                      <p:cBhvr>
                                        <p:cTn dur="500"/>
                                        <p:tgtEl>
                                          <p:spTgt spid="2613"/>
                                        </p:tgtEl>
                                      </p:cBhvr>
                                    </p:animEffect>
                                  </p:childTnLst>
                                </p:cTn>
                              </p:par>
                              <p:par>
                                <p:cTn fill="hold" nodeType="withEffect" presetClass="entr" presetID="10" presetSubtype="0">
                                  <p:stCondLst>
                                    <p:cond delay="0"/>
                                  </p:stCondLst>
                                  <p:childTnLst>
                                    <p:set>
                                      <p:cBhvr>
                                        <p:cTn dur="1" fill="hold">
                                          <p:stCondLst>
                                            <p:cond delay="0"/>
                                          </p:stCondLst>
                                        </p:cTn>
                                        <p:tgtEl>
                                          <p:spTgt spid="2507"/>
                                        </p:tgtEl>
                                        <p:attrNameLst>
                                          <p:attrName>style.visibility</p:attrName>
                                        </p:attrNameLst>
                                      </p:cBhvr>
                                      <p:to>
                                        <p:strVal val="visible"/>
                                      </p:to>
                                    </p:set>
                                    <p:animEffect filter="fade" transition="in">
                                      <p:cBhvr>
                                        <p:cTn dur="500"/>
                                        <p:tgtEl>
                                          <p:spTgt spid="25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3"/>
                                        </p:tgtEl>
                                        <p:attrNameLst>
                                          <p:attrName>style.visibility</p:attrName>
                                        </p:attrNameLst>
                                      </p:cBhvr>
                                      <p:to>
                                        <p:strVal val="visible"/>
                                      </p:to>
                                    </p:set>
                                    <p:animEffect filter="fade" transition="in">
                                      <p:cBhvr>
                                        <p:cTn dur="500"/>
                                        <p:tgtEl>
                                          <p:spTgt spid="2453"/>
                                        </p:tgtEl>
                                      </p:cBhvr>
                                    </p:animEffect>
                                  </p:childTnLst>
                                </p:cTn>
                              </p:par>
                              <p:par>
                                <p:cTn fill="hold" nodeType="withEffect" presetClass="exit" presetID="10" presetSubtype="0">
                                  <p:stCondLst>
                                    <p:cond delay="0"/>
                                  </p:stCondLst>
                                  <p:childTnLst>
                                    <p:animEffect filter="fade" transition="out">
                                      <p:cBhvr>
                                        <p:cTn dur="500"/>
                                        <p:tgtEl>
                                          <p:spTgt spid="3029"/>
                                        </p:tgtEl>
                                      </p:cBhvr>
                                    </p:animEffect>
                                    <p:set>
                                      <p:cBhvr>
                                        <p:cTn dur="1" fill="hold">
                                          <p:stCondLst>
                                            <p:cond delay="500"/>
                                          </p:stCondLst>
                                        </p:cTn>
                                        <p:tgtEl>
                                          <p:spTgt spid="302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026"/>
                                        </p:tgtEl>
                                        <p:attrNameLst>
                                          <p:attrName>style.visibility</p:attrName>
                                        </p:attrNameLst>
                                      </p:cBhvr>
                                      <p:to>
                                        <p:strVal val="visible"/>
                                      </p:to>
                                    </p:set>
                                    <p:animEffect filter="fade" transition="in">
                                      <p:cBhvr>
                                        <p:cTn dur="500"/>
                                        <p:tgtEl>
                                          <p:spTgt spid="30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4" name="Shape 3034"/>
        <p:cNvGrpSpPr/>
        <p:nvPr/>
      </p:nvGrpSpPr>
      <p:grpSpPr>
        <a:xfrm>
          <a:off x="0" y="0"/>
          <a:ext cx="0" cy="0"/>
          <a:chOff x="0" y="0"/>
          <a:chExt cx="0" cy="0"/>
        </a:xfrm>
      </p:grpSpPr>
      <p:sp>
        <p:nvSpPr>
          <p:cNvPr id="3035" name="Google Shape;3035;p34"/>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sp>
        <p:nvSpPr>
          <p:cNvPr id="3036" name="Google Shape;3036;p34"/>
          <p:cNvSpPr txBox="1"/>
          <p:nvPr>
            <p:ph idx="1" type="body"/>
          </p:nvPr>
        </p:nvSpPr>
        <p:spPr>
          <a:xfrm>
            <a:off x="676092" y="1485150"/>
            <a:ext cx="6220653" cy="4776165"/>
          </a:xfrm>
          <a:prstGeom prst="rect">
            <a:avLst/>
          </a:prstGeom>
          <a:noFill/>
          <a:ln>
            <a:noFill/>
          </a:ln>
        </p:spPr>
        <p:txBody>
          <a:bodyPr anchorCtr="0" anchor="t" bIns="45700" lIns="91425" spcFirstLastPara="1" rIns="91425" wrap="square" tIns="45700">
            <a:normAutofit/>
          </a:bodyPr>
          <a:lstStyle/>
          <a:p>
            <a:pPr indent="-336550" lvl="0" marL="466725" rtl="0" algn="l">
              <a:lnSpc>
                <a:spcPct val="90000"/>
              </a:lnSpc>
              <a:spcBef>
                <a:spcPts val="0"/>
              </a:spcBef>
              <a:spcAft>
                <a:spcPts val="0"/>
              </a:spcAft>
              <a:buClr>
                <a:srgbClr val="000099"/>
              </a:buClr>
              <a:buSzPts val="3000"/>
              <a:buChar char="▪"/>
            </a:pPr>
            <a:r>
              <a:rPr lang="en-US" sz="3000"/>
              <a:t>hosts connect to Internet via </a:t>
            </a:r>
            <a:r>
              <a:rPr lang="en-US" sz="3000">
                <a:solidFill>
                  <a:srgbClr val="C00000"/>
                </a:solidFill>
              </a:rPr>
              <a:t>access </a:t>
            </a:r>
            <a:r>
              <a:rPr lang="en-US" sz="3000"/>
              <a:t>Internet Service Providers (ISPs)</a:t>
            </a:r>
            <a:endParaRPr sz="3000"/>
          </a:p>
          <a:p>
            <a:pPr indent="-336550" lvl="0" marL="466725" rtl="0" algn="l">
              <a:lnSpc>
                <a:spcPct val="90000"/>
              </a:lnSpc>
              <a:spcBef>
                <a:spcPts val="600"/>
              </a:spcBef>
              <a:spcAft>
                <a:spcPts val="0"/>
              </a:spcAft>
              <a:buClr>
                <a:srgbClr val="000099"/>
              </a:buClr>
              <a:buSzPts val="3000"/>
              <a:buChar char="▪"/>
            </a:pPr>
            <a:r>
              <a:rPr lang="en-US" sz="3000"/>
              <a:t>access ISPs in turn must be interconnected</a:t>
            </a:r>
            <a:endParaRPr sz="3000"/>
          </a:p>
          <a:p>
            <a:pPr indent="-269875" lvl="2" marL="847725" rtl="0" algn="l">
              <a:lnSpc>
                <a:spcPct val="85000"/>
              </a:lnSpc>
              <a:spcBef>
                <a:spcPts val="560"/>
              </a:spcBef>
              <a:spcAft>
                <a:spcPts val="0"/>
              </a:spcAft>
              <a:buClr>
                <a:srgbClr val="000099"/>
              </a:buClr>
              <a:buSzPts val="2800"/>
              <a:buChar char="•"/>
            </a:pPr>
            <a:r>
              <a:rPr lang="en-US" sz="2800"/>
              <a:t>so that </a:t>
            </a:r>
            <a:r>
              <a:rPr i="1" lang="en-US" sz="2800"/>
              <a:t>any</a:t>
            </a:r>
            <a:r>
              <a:rPr lang="en-US" sz="2800"/>
              <a:t> two hosts </a:t>
            </a:r>
            <a:r>
              <a:rPr i="1" lang="en-US" sz="2800"/>
              <a:t>(anywhere!) </a:t>
            </a:r>
            <a:r>
              <a:rPr lang="en-US" sz="2800"/>
              <a:t>can send packets to each other</a:t>
            </a:r>
            <a:endParaRPr sz="2800"/>
          </a:p>
          <a:p>
            <a:pPr indent="-336550" lvl="0" marL="466725" rtl="0" algn="l">
              <a:lnSpc>
                <a:spcPct val="85000"/>
              </a:lnSpc>
              <a:spcBef>
                <a:spcPts val="600"/>
              </a:spcBef>
              <a:spcAft>
                <a:spcPts val="0"/>
              </a:spcAft>
              <a:buClr>
                <a:srgbClr val="000099"/>
              </a:buClr>
              <a:buSzPts val="3000"/>
              <a:buChar char="▪"/>
            </a:pPr>
            <a:r>
              <a:rPr lang="en-US" sz="3000"/>
              <a:t>resulting network of networks is very complex</a:t>
            </a:r>
            <a:endParaRPr sz="3000"/>
          </a:p>
          <a:p>
            <a:pPr indent="-269875" lvl="2" marL="847725" rtl="0" algn="l">
              <a:lnSpc>
                <a:spcPct val="85000"/>
              </a:lnSpc>
              <a:spcBef>
                <a:spcPts val="560"/>
              </a:spcBef>
              <a:spcAft>
                <a:spcPts val="0"/>
              </a:spcAft>
              <a:buClr>
                <a:srgbClr val="000099"/>
              </a:buClr>
              <a:buSzPts val="2800"/>
              <a:buChar char="•"/>
            </a:pPr>
            <a:r>
              <a:rPr lang="en-US" sz="2800"/>
              <a:t>evolution driven by </a:t>
            </a:r>
            <a:r>
              <a:rPr lang="en-US" sz="2800">
                <a:solidFill>
                  <a:srgbClr val="C00000"/>
                </a:solidFill>
              </a:rPr>
              <a:t>economics,</a:t>
            </a:r>
            <a:r>
              <a:rPr lang="en-US" sz="2800"/>
              <a:t> </a:t>
            </a:r>
            <a:r>
              <a:rPr lang="en-US" sz="2800">
                <a:solidFill>
                  <a:srgbClr val="C00000"/>
                </a:solidFill>
              </a:rPr>
              <a:t>national policies</a:t>
            </a:r>
            <a:endParaRPr sz="2800">
              <a:solidFill>
                <a:srgbClr val="C00000"/>
              </a:solidFill>
            </a:endParaRPr>
          </a:p>
          <a:p>
            <a:pPr indent="-44450" lvl="0" marL="352425" rtl="0" algn="l">
              <a:lnSpc>
                <a:spcPct val="90000"/>
              </a:lnSpc>
              <a:spcBef>
                <a:spcPts val="1000"/>
              </a:spcBef>
              <a:spcAft>
                <a:spcPts val="0"/>
              </a:spcAft>
              <a:buSzPts val="2800"/>
              <a:buNone/>
            </a:pPr>
            <a:r>
              <a:t/>
            </a:r>
            <a:endParaRPr/>
          </a:p>
        </p:txBody>
      </p:sp>
      <p:sp>
        <p:nvSpPr>
          <p:cNvPr id="3037" name="Google Shape;3037;p34"/>
          <p:cNvSpPr txBox="1"/>
          <p:nvPr/>
        </p:nvSpPr>
        <p:spPr>
          <a:xfrm>
            <a:off x="645762" y="6138841"/>
            <a:ext cx="11732217" cy="541926"/>
          </a:xfrm>
          <a:prstGeom prst="rect">
            <a:avLst/>
          </a:prstGeom>
          <a:noFill/>
          <a:ln>
            <a:noFill/>
          </a:ln>
        </p:spPr>
        <p:txBody>
          <a:bodyPr anchorCtr="0" anchor="t" bIns="45700" lIns="91425" spcFirstLastPara="1" rIns="91425" wrap="square" tIns="45700">
            <a:normAutofit/>
          </a:bodyPr>
          <a:lstStyle/>
          <a:p>
            <a:pPr indent="0" lvl="0" marL="130175" marR="0" rtl="0" algn="l">
              <a:lnSpc>
                <a:spcPct val="85000"/>
              </a:lnSpc>
              <a:spcBef>
                <a:spcPts val="0"/>
              </a:spcBef>
              <a:spcAft>
                <a:spcPts val="0"/>
              </a:spcAft>
              <a:buClr>
                <a:srgbClr val="000099"/>
              </a:buClr>
              <a:buSzPts val="3000"/>
              <a:buFont typeface="Noto Sans Symbols"/>
              <a:buNone/>
            </a:pPr>
            <a:r>
              <a:rPr b="0" i="1" lang="en-US" sz="3000" u="none" cap="none" strike="noStrike">
                <a:solidFill>
                  <a:srgbClr val="0000A3"/>
                </a:solidFill>
                <a:latin typeface="Calibri"/>
                <a:ea typeface="Calibri"/>
                <a:cs typeface="Calibri"/>
                <a:sym typeface="Calibri"/>
              </a:rPr>
              <a:t>Let’s take a stepwise approach to describe current Internet structure</a:t>
            </a:r>
            <a:endParaRPr b="0" i="1" sz="3000" u="none" cap="none" strike="noStrike">
              <a:solidFill>
                <a:srgbClr val="0000A3"/>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3038" name="Google Shape;3038;p34"/>
          <p:cNvGrpSpPr/>
          <p:nvPr/>
        </p:nvGrpSpPr>
        <p:grpSpPr>
          <a:xfrm>
            <a:off x="6864725" y="1395473"/>
            <a:ext cx="4866085" cy="4498682"/>
            <a:chOff x="6864725" y="1395473"/>
            <a:chExt cx="4866085" cy="4498682"/>
          </a:xfrm>
        </p:grpSpPr>
        <p:sp>
          <p:nvSpPr>
            <p:cNvPr id="3039" name="Google Shape;3039;p34"/>
            <p:cNvSpPr/>
            <p:nvPr/>
          </p:nvSpPr>
          <p:spPr>
            <a:xfrm>
              <a:off x="7439074" y="3460091"/>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040" name="Google Shape;3040;p34"/>
            <p:cNvSpPr/>
            <p:nvPr/>
          </p:nvSpPr>
          <p:spPr>
            <a:xfrm>
              <a:off x="8985188" y="2972790"/>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41" name="Google Shape;3041;p34"/>
            <p:cNvSpPr/>
            <p:nvPr/>
          </p:nvSpPr>
          <p:spPr>
            <a:xfrm>
              <a:off x="7274076" y="1733047"/>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42" name="Google Shape;3042;p34"/>
            <p:cNvSpPr/>
            <p:nvPr/>
          </p:nvSpPr>
          <p:spPr>
            <a:xfrm>
              <a:off x="7205350" y="3196263"/>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sp>
          <p:nvSpPr>
            <p:cNvPr id="3043" name="Google Shape;3043;p34"/>
            <p:cNvSpPr/>
            <p:nvPr/>
          </p:nvSpPr>
          <p:spPr>
            <a:xfrm>
              <a:off x="7712401" y="4590146"/>
              <a:ext cx="3079750" cy="1304009"/>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44" name="Google Shape;3044;p34"/>
            <p:cNvSpPr txBox="1"/>
            <p:nvPr/>
          </p:nvSpPr>
          <p:spPr>
            <a:xfrm>
              <a:off x="7679274" y="1395473"/>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b="0" i="0" sz="1400" u="none" cap="none" strike="noStrike">
                <a:solidFill>
                  <a:srgbClr val="000000"/>
                </a:solidFill>
                <a:latin typeface="Calibri"/>
                <a:ea typeface="Calibri"/>
                <a:cs typeface="Calibri"/>
                <a:sym typeface="Calibri"/>
              </a:endParaRPr>
            </a:p>
          </p:txBody>
        </p:sp>
        <p:sp>
          <p:nvSpPr>
            <p:cNvPr id="3045" name="Google Shape;3045;p34"/>
            <p:cNvSpPr txBox="1"/>
            <p:nvPr/>
          </p:nvSpPr>
          <p:spPr>
            <a:xfrm>
              <a:off x="7330835" y="4098934"/>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b="0" i="0" sz="1400" u="none" cap="none" strike="noStrike">
                <a:solidFill>
                  <a:srgbClr val="000000"/>
                </a:solidFill>
                <a:latin typeface="Calibri"/>
                <a:ea typeface="Calibri"/>
                <a:cs typeface="Calibri"/>
                <a:sym typeface="Calibri"/>
              </a:endParaRPr>
            </a:p>
          </p:txBody>
        </p:sp>
        <p:sp>
          <p:nvSpPr>
            <p:cNvPr id="3046" name="Google Shape;3046;p34"/>
            <p:cNvSpPr txBox="1"/>
            <p:nvPr/>
          </p:nvSpPr>
          <p:spPr>
            <a:xfrm>
              <a:off x="6864725" y="5209416"/>
              <a:ext cx="1657490"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b="0" i="0" sz="1400" u="none" cap="none" strike="noStrike">
                <a:solidFill>
                  <a:srgbClr val="000000"/>
                </a:solidFill>
                <a:latin typeface="Calibri"/>
                <a:ea typeface="Calibri"/>
                <a:cs typeface="Calibri"/>
                <a:sym typeface="Calibri"/>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b="0" i="0" sz="1400" u="none" cap="none" strike="noStrike">
                <a:solidFill>
                  <a:srgbClr val="000000"/>
                </a:solidFill>
                <a:latin typeface="Calibri"/>
                <a:ea typeface="Calibri"/>
                <a:cs typeface="Calibri"/>
                <a:sym typeface="Calibri"/>
              </a:endParaRPr>
            </a:p>
          </p:txBody>
        </p:sp>
        <p:sp>
          <p:nvSpPr>
            <p:cNvPr id="3047" name="Google Shape;3047;p34"/>
            <p:cNvSpPr/>
            <p:nvPr/>
          </p:nvSpPr>
          <p:spPr>
            <a:xfrm>
              <a:off x="10222146" y="3086552"/>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048" name="Google Shape;3048;p34"/>
            <p:cNvGrpSpPr/>
            <p:nvPr/>
          </p:nvGrpSpPr>
          <p:grpSpPr>
            <a:xfrm>
              <a:off x="10837700" y="3835062"/>
              <a:ext cx="687393" cy="721548"/>
              <a:chOff x="5203089" y="1751190"/>
              <a:chExt cx="858331" cy="662414"/>
            </a:xfrm>
          </p:grpSpPr>
          <p:sp>
            <p:nvSpPr>
              <p:cNvPr id="3049" name="Google Shape;3049;p3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0" name="Google Shape;3050;p3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051" name="Google Shape;3051;p3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3052" name="Google Shape;3052;p3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3053" name="Google Shape;3053;p3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3054" name="Google Shape;3054;p3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3055" name="Google Shape;3055;p3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3056" name="Google Shape;3056;p3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3057" name="Google Shape;3057;p34"/>
            <p:cNvGrpSpPr/>
            <p:nvPr/>
          </p:nvGrpSpPr>
          <p:grpSpPr>
            <a:xfrm>
              <a:off x="10771171" y="3101183"/>
              <a:ext cx="594613" cy="648336"/>
              <a:chOff x="5203089" y="1751190"/>
              <a:chExt cx="858331" cy="662414"/>
            </a:xfrm>
          </p:grpSpPr>
          <p:sp>
            <p:nvSpPr>
              <p:cNvPr id="3058" name="Google Shape;3058;p3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9" name="Google Shape;3059;p3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060" name="Google Shape;3060;p3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3061" name="Google Shape;3061;p3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3062" name="Google Shape;3062;p3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3063" name="Google Shape;3063;p3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3064" name="Google Shape;3064;p3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3065" name="Google Shape;3065;p3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3066" name="Google Shape;3066;p34"/>
            <p:cNvSpPr/>
            <p:nvPr/>
          </p:nvSpPr>
          <p:spPr>
            <a:xfrm>
              <a:off x="9540813" y="1689054"/>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67" name="Google Shape;3067;p34"/>
            <p:cNvSpPr txBox="1"/>
            <p:nvPr/>
          </p:nvSpPr>
          <p:spPr>
            <a:xfrm>
              <a:off x="9427201" y="1758207"/>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b="0" i="0" sz="1400" u="none" cap="none" strike="noStrike">
                <a:solidFill>
                  <a:srgbClr val="000000"/>
                </a:solidFill>
                <a:latin typeface="Calibri"/>
                <a:ea typeface="Calibri"/>
                <a:cs typeface="Calibri"/>
                <a:sym typeface="Calibri"/>
              </a:endParaRPr>
            </a:p>
          </p:txBody>
        </p:sp>
        <p:sp>
          <p:nvSpPr>
            <p:cNvPr id="3068" name="Google Shape;3068;p34"/>
            <p:cNvSpPr/>
            <p:nvPr/>
          </p:nvSpPr>
          <p:spPr>
            <a:xfrm>
              <a:off x="9279068" y="3584920"/>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69" name="Google Shape;3069;p34"/>
            <p:cNvSpPr txBox="1"/>
            <p:nvPr/>
          </p:nvSpPr>
          <p:spPr>
            <a:xfrm>
              <a:off x="8766162" y="3354931"/>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b="0" i="0" sz="1400" u="none" cap="none" strike="noStrike">
                <a:solidFill>
                  <a:srgbClr val="000000"/>
                </a:solidFill>
                <a:latin typeface="Calibri"/>
                <a:ea typeface="Calibri"/>
                <a:cs typeface="Calibri"/>
                <a:sym typeface="Calibri"/>
              </a:endParaRPr>
            </a:p>
          </p:txBody>
        </p:sp>
        <p:sp>
          <p:nvSpPr>
            <p:cNvPr id="3070" name="Google Shape;3070;p34"/>
            <p:cNvSpPr txBox="1"/>
            <p:nvPr/>
          </p:nvSpPr>
          <p:spPr>
            <a:xfrm>
              <a:off x="10917767" y="4584949"/>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b="0" i="0" sz="105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b="0" i="0" sz="1050" u="none" cap="none" strike="noStrike">
                <a:solidFill>
                  <a:srgbClr val="000000"/>
                </a:solidFill>
                <a:latin typeface="Calibri"/>
                <a:ea typeface="Calibri"/>
                <a:cs typeface="Calibri"/>
                <a:sym typeface="Calibri"/>
              </a:endParaRPr>
            </a:p>
          </p:txBody>
        </p:sp>
        <p:sp>
          <p:nvSpPr>
            <p:cNvPr id="3071" name="Google Shape;3071;p34"/>
            <p:cNvSpPr txBox="1"/>
            <p:nvPr/>
          </p:nvSpPr>
          <p:spPr>
            <a:xfrm>
              <a:off x="10063018" y="4135260"/>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b="0" i="0" sz="14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b="0" i="0" sz="14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3072" name="Google Shape;3072;p34"/>
            <p:cNvCxnSpPr/>
            <p:nvPr/>
          </p:nvCxnSpPr>
          <p:spPr>
            <a:xfrm rot="10800000">
              <a:off x="10559920" y="3487137"/>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3073" name="Google Shape;3073;p34"/>
            <p:cNvCxnSpPr/>
            <p:nvPr/>
          </p:nvCxnSpPr>
          <p:spPr>
            <a:xfrm rot="10800000">
              <a:off x="10660835" y="3547696"/>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3074" name="Google Shape;3074;p34"/>
            <p:cNvCxnSpPr/>
            <p:nvPr/>
          </p:nvCxnSpPr>
          <p:spPr>
            <a:xfrm flipH="1" rot="10800000">
              <a:off x="10636897" y="3540433"/>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3075" name="Google Shape;3075;p34"/>
            <p:cNvCxnSpPr/>
            <p:nvPr/>
          </p:nvCxnSpPr>
          <p:spPr>
            <a:xfrm rot="10800000">
              <a:off x="10570774" y="3501908"/>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3076" name="Google Shape;3076;p34"/>
            <p:cNvCxnSpPr/>
            <p:nvPr/>
          </p:nvCxnSpPr>
          <p:spPr>
            <a:xfrm rot="10800000">
              <a:off x="10550620" y="3978654"/>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3077" name="Google Shape;3077;p34"/>
            <p:cNvCxnSpPr/>
            <p:nvPr/>
          </p:nvCxnSpPr>
          <p:spPr>
            <a:xfrm rot="10800000">
              <a:off x="9895195" y="3994754"/>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3078" name="Google Shape;3078;p34"/>
            <p:cNvCxnSpPr/>
            <p:nvPr/>
          </p:nvCxnSpPr>
          <p:spPr>
            <a:xfrm rot="10800000">
              <a:off x="9219616" y="3994754"/>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3079" name="Google Shape;3079;p34"/>
            <p:cNvCxnSpPr/>
            <p:nvPr/>
          </p:nvCxnSpPr>
          <p:spPr>
            <a:xfrm flipH="1">
              <a:off x="9276868" y="3414684"/>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3080" name="Google Shape;3080;p34"/>
            <p:cNvCxnSpPr/>
            <p:nvPr/>
          </p:nvCxnSpPr>
          <p:spPr>
            <a:xfrm>
              <a:off x="9733069" y="3414684"/>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3081" name="Google Shape;3081;p34"/>
            <p:cNvCxnSpPr/>
            <p:nvPr/>
          </p:nvCxnSpPr>
          <p:spPr>
            <a:xfrm>
              <a:off x="10137668" y="2661704"/>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3082" name="Google Shape;3082;p34"/>
            <p:cNvCxnSpPr/>
            <p:nvPr/>
          </p:nvCxnSpPr>
          <p:spPr>
            <a:xfrm flipH="1">
              <a:off x="9798719" y="2602025"/>
              <a:ext cx="380432" cy="694807"/>
            </a:xfrm>
            <a:prstGeom prst="straightConnector1">
              <a:avLst/>
            </a:prstGeom>
            <a:noFill/>
            <a:ln cap="flat" cmpd="sng" w="12700">
              <a:solidFill>
                <a:schemeClr val="dk1"/>
              </a:solidFill>
              <a:prstDash val="solid"/>
              <a:miter lim="800000"/>
              <a:headEnd len="sm" w="sm" type="none"/>
              <a:tailEnd len="sm" w="sm" type="none"/>
            </a:ln>
          </p:spPr>
        </p:cxnSp>
        <p:cxnSp>
          <p:nvCxnSpPr>
            <p:cNvPr id="3083" name="Google Shape;3083;p34"/>
            <p:cNvCxnSpPr/>
            <p:nvPr/>
          </p:nvCxnSpPr>
          <p:spPr>
            <a:xfrm flipH="1">
              <a:off x="10100635" y="2076444"/>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3084" name="Google Shape;3084;p34"/>
            <p:cNvCxnSpPr/>
            <p:nvPr/>
          </p:nvCxnSpPr>
          <p:spPr>
            <a:xfrm flipH="1">
              <a:off x="10100635" y="2175325"/>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3085" name="Google Shape;3085;p34"/>
            <p:cNvCxnSpPr/>
            <p:nvPr/>
          </p:nvCxnSpPr>
          <p:spPr>
            <a:xfrm flipH="1">
              <a:off x="10672135" y="2107518"/>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3086" name="Google Shape;3086;p34"/>
            <p:cNvCxnSpPr/>
            <p:nvPr/>
          </p:nvCxnSpPr>
          <p:spPr>
            <a:xfrm flipH="1">
              <a:off x="10142166" y="2625979"/>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3087" name="Google Shape;3087;p34"/>
            <p:cNvCxnSpPr/>
            <p:nvPr/>
          </p:nvCxnSpPr>
          <p:spPr>
            <a:xfrm flipH="1">
              <a:off x="10069542" y="2076444"/>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3088" name="Google Shape;3088;p34"/>
            <p:cNvCxnSpPr/>
            <p:nvPr/>
          </p:nvCxnSpPr>
          <p:spPr>
            <a:xfrm flipH="1">
              <a:off x="10862103" y="2034337"/>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3089" name="Google Shape;3089;p34"/>
            <p:cNvCxnSpPr/>
            <p:nvPr/>
          </p:nvCxnSpPr>
          <p:spPr>
            <a:xfrm rot="10800000">
              <a:off x="10681994" y="2625979"/>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3090" name="Google Shape;3090;p34"/>
            <p:cNvCxnSpPr/>
            <p:nvPr/>
          </p:nvCxnSpPr>
          <p:spPr>
            <a:xfrm flipH="1">
              <a:off x="8769223" y="2175325"/>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3091" name="Google Shape;3091;p34"/>
            <p:cNvCxnSpPr/>
            <p:nvPr/>
          </p:nvCxnSpPr>
          <p:spPr>
            <a:xfrm flipH="1" rot="10800000">
              <a:off x="9378705" y="4020391"/>
              <a:ext cx="429324" cy="705603"/>
            </a:xfrm>
            <a:prstGeom prst="straightConnector1">
              <a:avLst/>
            </a:prstGeom>
            <a:noFill/>
            <a:ln cap="flat" cmpd="sng" w="9525">
              <a:solidFill>
                <a:schemeClr val="dk1"/>
              </a:solidFill>
              <a:prstDash val="solid"/>
              <a:round/>
              <a:headEnd len="sm" w="sm" type="none"/>
              <a:tailEnd len="sm" w="sm" type="none"/>
            </a:ln>
          </p:spPr>
        </p:cxnSp>
        <p:cxnSp>
          <p:nvCxnSpPr>
            <p:cNvPr id="3092" name="Google Shape;3092;p34"/>
            <p:cNvCxnSpPr/>
            <p:nvPr/>
          </p:nvCxnSpPr>
          <p:spPr>
            <a:xfrm flipH="1" rot="10800000">
              <a:off x="8244554" y="3954468"/>
              <a:ext cx="969051" cy="3175"/>
            </a:xfrm>
            <a:prstGeom prst="straightConnector1">
              <a:avLst/>
            </a:prstGeom>
            <a:noFill/>
            <a:ln cap="flat" cmpd="sng" w="9525">
              <a:solidFill>
                <a:schemeClr val="dk1"/>
              </a:solidFill>
              <a:prstDash val="solid"/>
              <a:round/>
              <a:headEnd len="sm" w="sm" type="none"/>
              <a:tailEnd len="sm" w="sm" type="none"/>
            </a:ln>
          </p:spPr>
        </p:cxnSp>
        <p:sp>
          <p:nvSpPr>
            <p:cNvPr id="3093" name="Google Shape;3093;p34"/>
            <p:cNvSpPr/>
            <p:nvPr/>
          </p:nvSpPr>
          <p:spPr>
            <a:xfrm>
              <a:off x="8174541" y="2200007"/>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094" name="Google Shape;3094;p34"/>
            <p:cNvGrpSpPr/>
            <p:nvPr/>
          </p:nvGrpSpPr>
          <p:grpSpPr>
            <a:xfrm>
              <a:off x="10410609" y="3403150"/>
              <a:ext cx="353678" cy="198344"/>
              <a:chOff x="7493876" y="2774731"/>
              <a:chExt cx="1481958" cy="894622"/>
            </a:xfrm>
          </p:grpSpPr>
          <p:sp>
            <p:nvSpPr>
              <p:cNvPr id="3095" name="Google Shape;3095;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096" name="Google Shape;3096;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097" name="Google Shape;3097;p34"/>
              <p:cNvGrpSpPr/>
              <p:nvPr/>
            </p:nvGrpSpPr>
            <p:grpSpPr>
              <a:xfrm>
                <a:off x="7713663" y="2848339"/>
                <a:ext cx="1042107" cy="425543"/>
                <a:chOff x="7786941" y="2884917"/>
                <a:chExt cx="897649" cy="353919"/>
              </a:xfrm>
            </p:grpSpPr>
            <p:sp>
              <p:nvSpPr>
                <p:cNvPr id="3098" name="Google Shape;3098;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99" name="Google Shape;3099;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00" name="Google Shape;3100;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01" name="Google Shape;3101;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02" name="Google Shape;3102;p34"/>
            <p:cNvGrpSpPr/>
            <p:nvPr/>
          </p:nvGrpSpPr>
          <p:grpSpPr>
            <a:xfrm>
              <a:off x="9948724" y="2109304"/>
              <a:ext cx="353678" cy="198344"/>
              <a:chOff x="7493876" y="2774731"/>
              <a:chExt cx="1481958" cy="894622"/>
            </a:xfrm>
          </p:grpSpPr>
          <p:sp>
            <p:nvSpPr>
              <p:cNvPr id="3103" name="Google Shape;3103;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104" name="Google Shape;3104;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105" name="Google Shape;3105;p34"/>
              <p:cNvGrpSpPr/>
              <p:nvPr/>
            </p:nvGrpSpPr>
            <p:grpSpPr>
              <a:xfrm>
                <a:off x="7713663" y="2848339"/>
                <a:ext cx="1042107" cy="425543"/>
                <a:chOff x="7786941" y="2884917"/>
                <a:chExt cx="897649" cy="353919"/>
              </a:xfrm>
            </p:grpSpPr>
            <p:sp>
              <p:nvSpPr>
                <p:cNvPr id="3106" name="Google Shape;3106;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07" name="Google Shape;3107;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08" name="Google Shape;3108;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09" name="Google Shape;3109;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10" name="Google Shape;3110;p34"/>
            <p:cNvGrpSpPr/>
            <p:nvPr/>
          </p:nvGrpSpPr>
          <p:grpSpPr>
            <a:xfrm>
              <a:off x="10527214" y="2520379"/>
              <a:ext cx="353678" cy="198344"/>
              <a:chOff x="7493876" y="2774731"/>
              <a:chExt cx="1481958" cy="894622"/>
            </a:xfrm>
          </p:grpSpPr>
          <p:sp>
            <p:nvSpPr>
              <p:cNvPr id="3111" name="Google Shape;3111;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112" name="Google Shape;3112;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113" name="Google Shape;3113;p34"/>
              <p:cNvGrpSpPr/>
              <p:nvPr/>
            </p:nvGrpSpPr>
            <p:grpSpPr>
              <a:xfrm>
                <a:off x="7713663" y="2848339"/>
                <a:ext cx="1042107" cy="425543"/>
                <a:chOff x="7786941" y="2884917"/>
                <a:chExt cx="897649" cy="353919"/>
              </a:xfrm>
            </p:grpSpPr>
            <p:sp>
              <p:nvSpPr>
                <p:cNvPr id="3114" name="Google Shape;3114;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15" name="Google Shape;3115;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16" name="Google Shape;3116;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17" name="Google Shape;3117;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18" name="Google Shape;3118;p34"/>
            <p:cNvGrpSpPr/>
            <p:nvPr/>
          </p:nvGrpSpPr>
          <p:grpSpPr>
            <a:xfrm>
              <a:off x="10643825" y="2014975"/>
              <a:ext cx="353678" cy="198344"/>
              <a:chOff x="7493876" y="2774731"/>
              <a:chExt cx="1481958" cy="894622"/>
            </a:xfrm>
          </p:grpSpPr>
          <p:sp>
            <p:nvSpPr>
              <p:cNvPr id="3119" name="Google Shape;3119;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120" name="Google Shape;3120;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121" name="Google Shape;3121;p34"/>
              <p:cNvGrpSpPr/>
              <p:nvPr/>
            </p:nvGrpSpPr>
            <p:grpSpPr>
              <a:xfrm>
                <a:off x="7713663" y="2848339"/>
                <a:ext cx="1042107" cy="425543"/>
                <a:chOff x="7786941" y="2884917"/>
                <a:chExt cx="897649" cy="353919"/>
              </a:xfrm>
            </p:grpSpPr>
            <p:sp>
              <p:nvSpPr>
                <p:cNvPr id="3122" name="Google Shape;3122;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3" name="Google Shape;3123;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4" name="Google Shape;3124;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5" name="Google Shape;3125;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26" name="Google Shape;3126;p34"/>
            <p:cNvGrpSpPr/>
            <p:nvPr/>
          </p:nvGrpSpPr>
          <p:grpSpPr>
            <a:xfrm>
              <a:off x="9098788" y="3863636"/>
              <a:ext cx="367224" cy="240304"/>
              <a:chOff x="7493876" y="2774731"/>
              <a:chExt cx="1481958" cy="894622"/>
            </a:xfrm>
          </p:grpSpPr>
          <p:sp>
            <p:nvSpPr>
              <p:cNvPr id="3127" name="Google Shape;3127;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128" name="Google Shape;3128;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129" name="Google Shape;3129;p34"/>
              <p:cNvGrpSpPr/>
              <p:nvPr/>
            </p:nvGrpSpPr>
            <p:grpSpPr>
              <a:xfrm>
                <a:off x="7713663" y="2848339"/>
                <a:ext cx="1042107" cy="425543"/>
                <a:chOff x="7786941" y="2884917"/>
                <a:chExt cx="897649" cy="353919"/>
              </a:xfrm>
            </p:grpSpPr>
            <p:sp>
              <p:nvSpPr>
                <p:cNvPr id="3130" name="Google Shape;3130;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1" name="Google Shape;3131;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2" name="Google Shape;3132;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3" name="Google Shape;3133;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34" name="Google Shape;3134;p34"/>
            <p:cNvGrpSpPr/>
            <p:nvPr/>
          </p:nvGrpSpPr>
          <p:grpSpPr>
            <a:xfrm>
              <a:off x="9980126" y="2568577"/>
              <a:ext cx="353678" cy="198344"/>
              <a:chOff x="7493876" y="2774731"/>
              <a:chExt cx="1481958" cy="894622"/>
            </a:xfrm>
          </p:grpSpPr>
          <p:sp>
            <p:nvSpPr>
              <p:cNvPr id="3135" name="Google Shape;3135;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136" name="Google Shape;3136;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137" name="Google Shape;3137;p34"/>
              <p:cNvGrpSpPr/>
              <p:nvPr/>
            </p:nvGrpSpPr>
            <p:grpSpPr>
              <a:xfrm>
                <a:off x="7713663" y="2848339"/>
                <a:ext cx="1042107" cy="425543"/>
                <a:chOff x="7786941" y="2884917"/>
                <a:chExt cx="897649" cy="353919"/>
              </a:xfrm>
            </p:grpSpPr>
            <p:sp>
              <p:nvSpPr>
                <p:cNvPr id="3138" name="Google Shape;3138;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9" name="Google Shape;3139;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0" name="Google Shape;3140;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1" name="Google Shape;3141;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42" name="Google Shape;3142;p34"/>
            <p:cNvGrpSpPr/>
            <p:nvPr/>
          </p:nvGrpSpPr>
          <p:grpSpPr>
            <a:xfrm>
              <a:off x="9497138" y="3301044"/>
              <a:ext cx="367224" cy="240304"/>
              <a:chOff x="7493876" y="2774731"/>
              <a:chExt cx="1481958" cy="894622"/>
            </a:xfrm>
          </p:grpSpPr>
          <p:sp>
            <p:nvSpPr>
              <p:cNvPr id="3143" name="Google Shape;3143;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144" name="Google Shape;3144;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145" name="Google Shape;3145;p34"/>
              <p:cNvGrpSpPr/>
              <p:nvPr/>
            </p:nvGrpSpPr>
            <p:grpSpPr>
              <a:xfrm>
                <a:off x="7713663" y="2848339"/>
                <a:ext cx="1042107" cy="425543"/>
                <a:chOff x="7786941" y="2884917"/>
                <a:chExt cx="897649" cy="353919"/>
              </a:xfrm>
            </p:grpSpPr>
            <p:sp>
              <p:nvSpPr>
                <p:cNvPr id="3146" name="Google Shape;3146;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7" name="Google Shape;3147;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8" name="Google Shape;3148;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9" name="Google Shape;3149;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50" name="Google Shape;3150;p34"/>
            <p:cNvGrpSpPr/>
            <p:nvPr/>
          </p:nvGrpSpPr>
          <p:grpSpPr>
            <a:xfrm>
              <a:off x="9601554" y="3906775"/>
              <a:ext cx="367224" cy="240304"/>
              <a:chOff x="7493876" y="2774731"/>
              <a:chExt cx="1481958" cy="894622"/>
            </a:xfrm>
          </p:grpSpPr>
          <p:sp>
            <p:nvSpPr>
              <p:cNvPr id="3151" name="Google Shape;3151;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152" name="Google Shape;3152;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153" name="Google Shape;3153;p34"/>
              <p:cNvGrpSpPr/>
              <p:nvPr/>
            </p:nvGrpSpPr>
            <p:grpSpPr>
              <a:xfrm>
                <a:off x="7713663" y="2848339"/>
                <a:ext cx="1042107" cy="425543"/>
                <a:chOff x="7786941" y="2884917"/>
                <a:chExt cx="897649" cy="353919"/>
              </a:xfrm>
            </p:grpSpPr>
            <p:sp>
              <p:nvSpPr>
                <p:cNvPr id="3154" name="Google Shape;3154;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5" name="Google Shape;3155;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6" name="Google Shape;3156;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7" name="Google Shape;3157;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58" name="Google Shape;3158;p34"/>
            <p:cNvGrpSpPr/>
            <p:nvPr/>
          </p:nvGrpSpPr>
          <p:grpSpPr>
            <a:xfrm>
              <a:off x="10375259" y="3899337"/>
              <a:ext cx="353678" cy="198344"/>
              <a:chOff x="7493876" y="2774731"/>
              <a:chExt cx="1481958" cy="894622"/>
            </a:xfrm>
          </p:grpSpPr>
          <p:sp>
            <p:nvSpPr>
              <p:cNvPr id="3159" name="Google Shape;3159;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160" name="Google Shape;3160;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161" name="Google Shape;3161;p34"/>
              <p:cNvGrpSpPr/>
              <p:nvPr/>
            </p:nvGrpSpPr>
            <p:grpSpPr>
              <a:xfrm>
                <a:off x="7713663" y="2848339"/>
                <a:ext cx="1042107" cy="425543"/>
                <a:chOff x="7786941" y="2884917"/>
                <a:chExt cx="897649" cy="353919"/>
              </a:xfrm>
            </p:grpSpPr>
            <p:sp>
              <p:nvSpPr>
                <p:cNvPr id="3162" name="Google Shape;3162;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63" name="Google Shape;3163;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64" name="Google Shape;3164;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65" name="Google Shape;3165;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iphone_stylized_small" id="3166" name="Google Shape;3166;p34"/>
            <p:cNvPicPr preferRelativeResize="0"/>
            <p:nvPr/>
          </p:nvPicPr>
          <p:blipFill rotWithShape="1">
            <a:blip r:embed="rId3">
              <a:alphaModFix/>
            </a:blip>
            <a:srcRect b="0" l="0" r="0" t="0"/>
            <a:stretch/>
          </p:blipFill>
          <p:spPr>
            <a:xfrm>
              <a:off x="7909572" y="1824037"/>
              <a:ext cx="136841" cy="328463"/>
            </a:xfrm>
            <a:prstGeom prst="rect">
              <a:avLst/>
            </a:prstGeom>
            <a:noFill/>
            <a:ln>
              <a:noFill/>
            </a:ln>
          </p:spPr>
        </p:pic>
        <p:pic>
          <p:nvPicPr>
            <p:cNvPr descr="laptop_keyboard" id="3167" name="Google Shape;3167;p34"/>
            <p:cNvPicPr preferRelativeResize="0"/>
            <p:nvPr/>
          </p:nvPicPr>
          <p:blipFill rotWithShape="1">
            <a:blip r:embed="rId4">
              <a:alphaModFix/>
            </a:blip>
            <a:srcRect b="0" l="0" r="0" t="0"/>
            <a:stretch/>
          </p:blipFill>
          <p:spPr>
            <a:xfrm flipH="1" rot="109064">
              <a:off x="7464781" y="2512102"/>
              <a:ext cx="437221" cy="159511"/>
            </a:xfrm>
            <a:prstGeom prst="rect">
              <a:avLst/>
            </a:prstGeom>
            <a:noFill/>
            <a:ln>
              <a:noFill/>
            </a:ln>
          </p:spPr>
        </p:pic>
        <p:sp>
          <p:nvSpPr>
            <p:cNvPr id="3168" name="Google Shape;3168;p34"/>
            <p:cNvSpPr/>
            <p:nvPr/>
          </p:nvSpPr>
          <p:spPr>
            <a:xfrm>
              <a:off x="7609678" y="2357316"/>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169" name="Google Shape;3169;p34"/>
            <p:cNvPicPr preferRelativeResize="0"/>
            <p:nvPr/>
          </p:nvPicPr>
          <p:blipFill rotWithShape="1">
            <a:blip r:embed="rId5">
              <a:alphaModFix/>
            </a:blip>
            <a:srcRect b="0" l="0" r="0" t="0"/>
            <a:stretch/>
          </p:blipFill>
          <p:spPr>
            <a:xfrm>
              <a:off x="7627011" y="2362670"/>
              <a:ext cx="319785" cy="189429"/>
            </a:xfrm>
            <a:prstGeom prst="rect">
              <a:avLst/>
            </a:prstGeom>
            <a:noFill/>
            <a:ln>
              <a:noFill/>
            </a:ln>
          </p:spPr>
        </p:pic>
        <p:sp>
          <p:nvSpPr>
            <p:cNvPr id="3170" name="Google Shape;3170;p34"/>
            <p:cNvSpPr/>
            <p:nvPr/>
          </p:nvSpPr>
          <p:spPr>
            <a:xfrm>
              <a:off x="7673752" y="2351175"/>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71" name="Google Shape;3171;p34"/>
            <p:cNvSpPr/>
            <p:nvPr/>
          </p:nvSpPr>
          <p:spPr>
            <a:xfrm>
              <a:off x="7606562" y="2350860"/>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72" name="Google Shape;3172;p34"/>
            <p:cNvSpPr/>
            <p:nvPr/>
          </p:nvSpPr>
          <p:spPr>
            <a:xfrm>
              <a:off x="7880579" y="2379676"/>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73" name="Google Shape;3173;p34"/>
            <p:cNvSpPr/>
            <p:nvPr/>
          </p:nvSpPr>
          <p:spPr>
            <a:xfrm>
              <a:off x="7605588" y="2503914"/>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74" name="Google Shape;3174;p34"/>
            <p:cNvSpPr/>
            <p:nvPr/>
          </p:nvSpPr>
          <p:spPr>
            <a:xfrm>
              <a:off x="7890512" y="2381250"/>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75" name="Google Shape;3175;p34"/>
            <p:cNvSpPr/>
            <p:nvPr/>
          </p:nvSpPr>
          <p:spPr>
            <a:xfrm>
              <a:off x="7605977" y="2512260"/>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176" name="Google Shape;3176;p34"/>
            <p:cNvGrpSpPr/>
            <p:nvPr/>
          </p:nvGrpSpPr>
          <p:grpSpPr>
            <a:xfrm>
              <a:off x="7601109" y="2578552"/>
              <a:ext cx="98740" cy="36846"/>
              <a:chOff x="1740" y="2642"/>
              <a:chExt cx="752" cy="327"/>
            </a:xfrm>
          </p:grpSpPr>
          <p:sp>
            <p:nvSpPr>
              <p:cNvPr id="3177" name="Google Shape;3177;p3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78" name="Google Shape;3178;p3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79" name="Google Shape;3179;p3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80" name="Google Shape;3180;p3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81" name="Google Shape;3181;p3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82" name="Google Shape;3182;p3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183" name="Google Shape;3183;p34"/>
            <p:cNvSpPr/>
            <p:nvPr/>
          </p:nvSpPr>
          <p:spPr>
            <a:xfrm>
              <a:off x="7770154" y="2584063"/>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84" name="Google Shape;3184;p34"/>
            <p:cNvSpPr/>
            <p:nvPr/>
          </p:nvSpPr>
          <p:spPr>
            <a:xfrm>
              <a:off x="7464976" y="2590519"/>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85" name="Google Shape;3185;p34"/>
            <p:cNvSpPr/>
            <p:nvPr/>
          </p:nvSpPr>
          <p:spPr>
            <a:xfrm>
              <a:off x="7465171" y="2576977"/>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86" name="Google Shape;3186;p34"/>
            <p:cNvSpPr/>
            <p:nvPr/>
          </p:nvSpPr>
          <p:spPr>
            <a:xfrm>
              <a:off x="7465366" y="2516039"/>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87" name="Google Shape;3187;p34"/>
            <p:cNvSpPr/>
            <p:nvPr/>
          </p:nvSpPr>
          <p:spPr>
            <a:xfrm>
              <a:off x="7474909" y="2580127"/>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88" name="Google Shape;3188;p34"/>
            <p:cNvSpPr/>
            <p:nvPr/>
          </p:nvSpPr>
          <p:spPr>
            <a:xfrm flipH="1" rot="10800000">
              <a:off x="7764701" y="2575088"/>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light2.png" id="3189" name="Google Shape;3189;p34"/>
            <p:cNvPicPr preferRelativeResize="0"/>
            <p:nvPr/>
          </p:nvPicPr>
          <p:blipFill rotWithShape="1">
            <a:blip r:embed="rId6">
              <a:alphaModFix/>
            </a:blip>
            <a:srcRect b="0" l="0" r="0" t="0"/>
            <a:stretch/>
          </p:blipFill>
          <p:spPr>
            <a:xfrm flipH="1">
              <a:off x="8831667" y="2299301"/>
              <a:ext cx="92772" cy="405447"/>
            </a:xfrm>
            <a:prstGeom prst="rect">
              <a:avLst/>
            </a:prstGeom>
            <a:noFill/>
            <a:ln>
              <a:noFill/>
            </a:ln>
          </p:spPr>
        </p:pic>
        <p:pic>
          <p:nvPicPr>
            <p:cNvPr descr="car_icon_small" id="3190" name="Google Shape;3190;p34"/>
            <p:cNvPicPr preferRelativeResize="0"/>
            <p:nvPr/>
          </p:nvPicPr>
          <p:blipFill rotWithShape="1">
            <a:blip r:embed="rId7">
              <a:alphaModFix/>
            </a:blip>
            <a:srcRect b="0" l="0" r="0" t="0"/>
            <a:stretch/>
          </p:blipFill>
          <p:spPr>
            <a:xfrm>
              <a:off x="8499539" y="2023970"/>
              <a:ext cx="849312" cy="168275"/>
            </a:xfrm>
            <a:prstGeom prst="rect">
              <a:avLst/>
            </a:prstGeom>
            <a:noFill/>
            <a:ln>
              <a:noFill/>
            </a:ln>
          </p:spPr>
        </p:pic>
        <p:pic>
          <p:nvPicPr>
            <p:cNvPr descr="laptop_keyboard" id="3191" name="Google Shape;3191;p34"/>
            <p:cNvPicPr preferRelativeResize="0"/>
            <p:nvPr/>
          </p:nvPicPr>
          <p:blipFill rotWithShape="1">
            <a:blip r:embed="rId8">
              <a:alphaModFix/>
            </a:blip>
            <a:srcRect b="0" l="0" r="0" t="0"/>
            <a:stretch/>
          </p:blipFill>
          <p:spPr>
            <a:xfrm flipH="1" rot="109064">
              <a:off x="7510375" y="3512221"/>
              <a:ext cx="286699" cy="119448"/>
            </a:xfrm>
            <a:prstGeom prst="rect">
              <a:avLst/>
            </a:prstGeom>
            <a:noFill/>
            <a:ln>
              <a:noFill/>
            </a:ln>
          </p:spPr>
        </p:pic>
        <p:sp>
          <p:nvSpPr>
            <p:cNvPr id="3192" name="Google Shape;3192;p34"/>
            <p:cNvSpPr/>
            <p:nvPr/>
          </p:nvSpPr>
          <p:spPr>
            <a:xfrm>
              <a:off x="7605388" y="3396311"/>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193" name="Google Shape;3193;p34"/>
            <p:cNvPicPr preferRelativeResize="0"/>
            <p:nvPr/>
          </p:nvPicPr>
          <p:blipFill rotWithShape="1">
            <a:blip r:embed="rId9">
              <a:alphaModFix/>
            </a:blip>
            <a:srcRect b="0" l="0" r="0" t="0"/>
            <a:stretch/>
          </p:blipFill>
          <p:spPr>
            <a:xfrm>
              <a:off x="7616754" y="3400320"/>
              <a:ext cx="209692" cy="141851"/>
            </a:xfrm>
            <a:prstGeom prst="rect">
              <a:avLst/>
            </a:prstGeom>
            <a:noFill/>
            <a:ln>
              <a:noFill/>
            </a:ln>
          </p:spPr>
        </p:pic>
        <p:sp>
          <p:nvSpPr>
            <p:cNvPr id="3194" name="Google Shape;3194;p34"/>
            <p:cNvSpPr/>
            <p:nvPr/>
          </p:nvSpPr>
          <p:spPr>
            <a:xfrm>
              <a:off x="7647403" y="3391713"/>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95" name="Google Shape;3195;p34"/>
            <p:cNvSpPr/>
            <p:nvPr/>
          </p:nvSpPr>
          <p:spPr>
            <a:xfrm>
              <a:off x="7603345" y="3391477"/>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96" name="Google Shape;3196;p34"/>
            <p:cNvSpPr/>
            <p:nvPr/>
          </p:nvSpPr>
          <p:spPr>
            <a:xfrm>
              <a:off x="7783026" y="3413055"/>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97" name="Google Shape;3197;p34"/>
            <p:cNvSpPr/>
            <p:nvPr/>
          </p:nvSpPr>
          <p:spPr>
            <a:xfrm>
              <a:off x="7602706" y="3506090"/>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98" name="Google Shape;3198;p34"/>
            <p:cNvSpPr/>
            <p:nvPr/>
          </p:nvSpPr>
          <p:spPr>
            <a:xfrm>
              <a:off x="7789539" y="3414234"/>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99" name="Google Shape;3199;p34"/>
            <p:cNvSpPr/>
            <p:nvPr/>
          </p:nvSpPr>
          <p:spPr>
            <a:xfrm>
              <a:off x="7602962" y="3512339"/>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200" name="Google Shape;3200;p34"/>
            <p:cNvGrpSpPr/>
            <p:nvPr/>
          </p:nvGrpSpPr>
          <p:grpSpPr>
            <a:xfrm>
              <a:off x="7599769" y="3561981"/>
              <a:ext cx="64747" cy="27592"/>
              <a:chOff x="1740" y="2642"/>
              <a:chExt cx="752" cy="327"/>
            </a:xfrm>
          </p:grpSpPr>
          <p:sp>
            <p:nvSpPr>
              <p:cNvPr id="3201" name="Google Shape;3201;p3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02" name="Google Shape;3202;p3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03" name="Google Shape;3203;p3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04" name="Google Shape;3204;p3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05" name="Google Shape;3205;p3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06" name="Google Shape;3206;p3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207" name="Google Shape;3207;p34"/>
            <p:cNvSpPr/>
            <p:nvPr/>
          </p:nvSpPr>
          <p:spPr>
            <a:xfrm>
              <a:off x="7710617" y="3566108"/>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08" name="Google Shape;3208;p34"/>
            <p:cNvSpPr/>
            <p:nvPr/>
          </p:nvSpPr>
          <p:spPr>
            <a:xfrm>
              <a:off x="7510503" y="3570943"/>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09" name="Google Shape;3209;p34"/>
            <p:cNvSpPr/>
            <p:nvPr/>
          </p:nvSpPr>
          <p:spPr>
            <a:xfrm>
              <a:off x="7510631" y="3560802"/>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10" name="Google Shape;3210;p34"/>
            <p:cNvSpPr/>
            <p:nvPr/>
          </p:nvSpPr>
          <p:spPr>
            <a:xfrm>
              <a:off x="7510758" y="3515169"/>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11" name="Google Shape;3211;p34"/>
            <p:cNvSpPr/>
            <p:nvPr/>
          </p:nvSpPr>
          <p:spPr>
            <a:xfrm>
              <a:off x="7517016" y="3563161"/>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12" name="Google Shape;3212;p34"/>
            <p:cNvSpPr/>
            <p:nvPr/>
          </p:nvSpPr>
          <p:spPr>
            <a:xfrm flipH="1" rot="10800000">
              <a:off x="7707042" y="3559387"/>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desktop_computer_stylized_medium" id="3213" name="Google Shape;3213;p34"/>
            <p:cNvPicPr preferRelativeResize="0"/>
            <p:nvPr/>
          </p:nvPicPr>
          <p:blipFill rotWithShape="1">
            <a:blip r:embed="rId10">
              <a:alphaModFix/>
            </a:blip>
            <a:srcRect b="0" l="0" r="0" t="0"/>
            <a:stretch/>
          </p:blipFill>
          <p:spPr>
            <a:xfrm flipH="1">
              <a:off x="7991996" y="3474155"/>
              <a:ext cx="359261" cy="342045"/>
            </a:xfrm>
            <a:prstGeom prst="rect">
              <a:avLst/>
            </a:prstGeom>
            <a:noFill/>
            <a:ln>
              <a:noFill/>
            </a:ln>
          </p:spPr>
        </p:pic>
        <p:sp>
          <p:nvSpPr>
            <p:cNvPr id="3214" name="Google Shape;3214;p34"/>
            <p:cNvSpPr/>
            <p:nvPr/>
          </p:nvSpPr>
          <p:spPr>
            <a:xfrm flipH="1">
              <a:off x="8145217" y="3506954"/>
              <a:ext cx="169400" cy="15675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fridge2.png" id="3215" name="Google Shape;3215;p34"/>
            <p:cNvPicPr preferRelativeResize="0"/>
            <p:nvPr/>
          </p:nvPicPr>
          <p:blipFill rotWithShape="1">
            <a:blip r:embed="rId11">
              <a:alphaModFix/>
            </a:blip>
            <a:srcRect b="0" l="0" r="0" t="0"/>
            <a:stretch/>
          </p:blipFill>
          <p:spPr>
            <a:xfrm>
              <a:off x="7903199" y="3292029"/>
              <a:ext cx="189578" cy="337027"/>
            </a:xfrm>
            <a:prstGeom prst="rect">
              <a:avLst/>
            </a:prstGeom>
            <a:noFill/>
            <a:ln>
              <a:noFill/>
            </a:ln>
          </p:spPr>
        </p:pic>
        <p:grpSp>
          <p:nvGrpSpPr>
            <p:cNvPr id="3216" name="Google Shape;3216;p34"/>
            <p:cNvGrpSpPr/>
            <p:nvPr/>
          </p:nvGrpSpPr>
          <p:grpSpPr>
            <a:xfrm>
              <a:off x="10241851" y="5180963"/>
              <a:ext cx="177192" cy="330833"/>
              <a:chOff x="4140" y="429"/>
              <a:chExt cx="1425" cy="2396"/>
            </a:xfrm>
          </p:grpSpPr>
          <p:sp>
            <p:nvSpPr>
              <p:cNvPr id="3217" name="Google Shape;3217;p3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18" name="Google Shape;3218;p3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19" name="Google Shape;3219;p3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20" name="Google Shape;3220;p3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21" name="Google Shape;3221;p3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222" name="Google Shape;3222;p34"/>
              <p:cNvGrpSpPr/>
              <p:nvPr/>
            </p:nvGrpSpPr>
            <p:grpSpPr>
              <a:xfrm>
                <a:off x="4748" y="666"/>
                <a:ext cx="578" cy="150"/>
                <a:chOff x="613" y="2566"/>
                <a:chExt cx="721" cy="144"/>
              </a:xfrm>
            </p:grpSpPr>
            <p:sp>
              <p:nvSpPr>
                <p:cNvPr id="3223" name="Google Shape;3223;p3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24" name="Google Shape;3224;p3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225" name="Google Shape;3225;p3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226" name="Google Shape;3226;p34"/>
              <p:cNvGrpSpPr/>
              <p:nvPr/>
            </p:nvGrpSpPr>
            <p:grpSpPr>
              <a:xfrm>
                <a:off x="4748" y="990"/>
                <a:ext cx="578" cy="134"/>
                <a:chOff x="615" y="2564"/>
                <a:chExt cx="721" cy="139"/>
              </a:xfrm>
            </p:grpSpPr>
            <p:sp>
              <p:nvSpPr>
                <p:cNvPr id="3227" name="Google Shape;3227;p3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28" name="Google Shape;3228;p3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229" name="Google Shape;3229;p3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30" name="Google Shape;3230;p3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231" name="Google Shape;3231;p34"/>
              <p:cNvGrpSpPr/>
              <p:nvPr/>
            </p:nvGrpSpPr>
            <p:grpSpPr>
              <a:xfrm>
                <a:off x="4738" y="1647"/>
                <a:ext cx="578" cy="135"/>
                <a:chOff x="618" y="2586"/>
                <a:chExt cx="720" cy="124"/>
              </a:xfrm>
            </p:grpSpPr>
            <p:sp>
              <p:nvSpPr>
                <p:cNvPr id="3232" name="Google Shape;3232;p3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33" name="Google Shape;3233;p3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234" name="Google Shape;3234;p3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235" name="Google Shape;3235;p34"/>
              <p:cNvGrpSpPr/>
              <p:nvPr/>
            </p:nvGrpSpPr>
            <p:grpSpPr>
              <a:xfrm>
                <a:off x="4738" y="1330"/>
                <a:ext cx="588" cy="134"/>
                <a:chOff x="613" y="2571"/>
                <a:chExt cx="732" cy="134"/>
              </a:xfrm>
            </p:grpSpPr>
            <p:sp>
              <p:nvSpPr>
                <p:cNvPr id="3236" name="Google Shape;3236;p3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37" name="Google Shape;3237;p3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238" name="Google Shape;3238;p3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39" name="Google Shape;3239;p3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40" name="Google Shape;3240;p3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41" name="Google Shape;3241;p3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42" name="Google Shape;3242;p3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43" name="Google Shape;3243;p3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44" name="Google Shape;3244;p3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45" name="Google Shape;3245;p3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46" name="Google Shape;3246;p3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3247" name="Google Shape;3247;p3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48" name="Google Shape;3248;p3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3249" name="Google Shape;3249;p34"/>
            <p:cNvGrpSpPr/>
            <p:nvPr/>
          </p:nvGrpSpPr>
          <p:grpSpPr>
            <a:xfrm flipH="1">
              <a:off x="7980855" y="4807173"/>
              <a:ext cx="345630" cy="320302"/>
              <a:chOff x="2839" y="3501"/>
              <a:chExt cx="755" cy="803"/>
            </a:xfrm>
          </p:grpSpPr>
          <p:pic>
            <p:nvPicPr>
              <p:cNvPr descr="desktop_computer_stylized_medium" id="3250" name="Google Shape;3250;p34"/>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3251" name="Google Shape;3251;p3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252" name="Google Shape;3252;p34"/>
            <p:cNvGrpSpPr/>
            <p:nvPr/>
          </p:nvGrpSpPr>
          <p:grpSpPr>
            <a:xfrm flipH="1">
              <a:off x="8552134" y="5433142"/>
              <a:ext cx="345630" cy="320302"/>
              <a:chOff x="2839" y="3501"/>
              <a:chExt cx="755" cy="803"/>
            </a:xfrm>
          </p:grpSpPr>
          <p:pic>
            <p:nvPicPr>
              <p:cNvPr descr="desktop_computer_stylized_medium" id="3253" name="Google Shape;3253;p34"/>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3254" name="Google Shape;3254;p3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laptop_keyboard" id="3255" name="Google Shape;3255;p34"/>
            <p:cNvPicPr preferRelativeResize="0"/>
            <p:nvPr/>
          </p:nvPicPr>
          <p:blipFill rotWithShape="1">
            <a:blip r:embed="rId13">
              <a:alphaModFix/>
            </a:blip>
            <a:srcRect b="0" l="0" r="0" t="0"/>
            <a:stretch/>
          </p:blipFill>
          <p:spPr>
            <a:xfrm flipH="1" rot="109064">
              <a:off x="9550087" y="5762330"/>
              <a:ext cx="260920" cy="99063"/>
            </a:xfrm>
            <a:prstGeom prst="rect">
              <a:avLst/>
            </a:prstGeom>
            <a:noFill/>
            <a:ln>
              <a:noFill/>
            </a:ln>
          </p:spPr>
        </p:pic>
        <p:sp>
          <p:nvSpPr>
            <p:cNvPr id="3256" name="Google Shape;3256;p34"/>
            <p:cNvSpPr/>
            <p:nvPr/>
          </p:nvSpPr>
          <p:spPr>
            <a:xfrm>
              <a:off x="9636557" y="5666200"/>
              <a:ext cx="210015" cy="129281"/>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257" name="Google Shape;3257;p34"/>
            <p:cNvPicPr preferRelativeResize="0"/>
            <p:nvPr/>
          </p:nvPicPr>
          <p:blipFill rotWithShape="1">
            <a:blip r:embed="rId14">
              <a:alphaModFix/>
            </a:blip>
            <a:srcRect b="0" l="0" r="0" t="0"/>
            <a:stretch/>
          </p:blipFill>
          <p:spPr>
            <a:xfrm>
              <a:off x="9646901" y="5669525"/>
              <a:ext cx="190838" cy="117644"/>
            </a:xfrm>
            <a:prstGeom prst="rect">
              <a:avLst/>
            </a:prstGeom>
            <a:noFill/>
            <a:ln>
              <a:noFill/>
            </a:ln>
          </p:spPr>
        </p:pic>
        <p:sp>
          <p:nvSpPr>
            <p:cNvPr id="3258" name="Google Shape;3258;p34"/>
            <p:cNvSpPr/>
            <p:nvPr/>
          </p:nvSpPr>
          <p:spPr>
            <a:xfrm>
              <a:off x="9674794" y="5662386"/>
              <a:ext cx="177937" cy="2405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59" name="Google Shape;3259;p34"/>
            <p:cNvSpPr/>
            <p:nvPr/>
          </p:nvSpPr>
          <p:spPr>
            <a:xfrm>
              <a:off x="9634698" y="5662191"/>
              <a:ext cx="49395" cy="100139"/>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0" name="Google Shape;3260;p34"/>
            <p:cNvSpPr/>
            <p:nvPr/>
          </p:nvSpPr>
          <p:spPr>
            <a:xfrm>
              <a:off x="9798223" y="5680087"/>
              <a:ext cx="53230" cy="11559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1" name="Google Shape;3261;p34"/>
            <p:cNvSpPr/>
            <p:nvPr/>
          </p:nvSpPr>
          <p:spPr>
            <a:xfrm>
              <a:off x="9634116" y="5757245"/>
              <a:ext cx="195254" cy="3901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2" name="Google Shape;3262;p34"/>
            <p:cNvSpPr/>
            <p:nvPr/>
          </p:nvSpPr>
          <p:spPr>
            <a:xfrm>
              <a:off x="9804150" y="5681065"/>
              <a:ext cx="49860" cy="11607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3" name="Google Shape;3263;p34"/>
            <p:cNvSpPr/>
            <p:nvPr/>
          </p:nvSpPr>
          <p:spPr>
            <a:xfrm>
              <a:off x="9634349" y="5762428"/>
              <a:ext cx="173637" cy="38530"/>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264" name="Google Shape;3264;p34"/>
            <p:cNvGrpSpPr/>
            <p:nvPr/>
          </p:nvGrpSpPr>
          <p:grpSpPr>
            <a:xfrm>
              <a:off x="9631443" y="5803598"/>
              <a:ext cx="58925" cy="22883"/>
              <a:chOff x="1740" y="2642"/>
              <a:chExt cx="752" cy="327"/>
            </a:xfrm>
          </p:grpSpPr>
          <p:sp>
            <p:nvSpPr>
              <p:cNvPr id="3265" name="Google Shape;3265;p3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6" name="Google Shape;3266;p3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7" name="Google Shape;3267;p3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8" name="Google Shape;3268;p3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9" name="Google Shape;3269;p3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70" name="Google Shape;3270;p3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271" name="Google Shape;3271;p34"/>
            <p:cNvSpPr/>
            <p:nvPr/>
          </p:nvSpPr>
          <p:spPr>
            <a:xfrm>
              <a:off x="9732325" y="5807021"/>
              <a:ext cx="71361" cy="5026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72" name="Google Shape;3272;p34"/>
            <p:cNvSpPr/>
            <p:nvPr/>
          </p:nvSpPr>
          <p:spPr>
            <a:xfrm>
              <a:off x="9550204" y="5811030"/>
              <a:ext cx="182586" cy="4586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73" name="Google Shape;3273;p34"/>
            <p:cNvSpPr/>
            <p:nvPr/>
          </p:nvSpPr>
          <p:spPr>
            <a:xfrm>
              <a:off x="9556131" y="5804576"/>
              <a:ext cx="173172" cy="4410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74" name="Google Shape;3274;p34"/>
            <p:cNvSpPr/>
            <p:nvPr/>
          </p:nvSpPr>
          <p:spPr>
            <a:xfrm flipH="1" rot="10800000">
              <a:off x="9729071" y="5801447"/>
              <a:ext cx="70663" cy="456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275" name="Google Shape;3275;p34"/>
            <p:cNvGrpSpPr/>
            <p:nvPr/>
          </p:nvGrpSpPr>
          <p:grpSpPr>
            <a:xfrm>
              <a:off x="7439074" y="1766737"/>
              <a:ext cx="4144321" cy="4013060"/>
              <a:chOff x="7439074" y="1859725"/>
              <a:chExt cx="4144321" cy="4013060"/>
            </a:xfrm>
          </p:grpSpPr>
          <p:grpSp>
            <p:nvGrpSpPr>
              <p:cNvPr id="3276" name="Google Shape;3276;p34"/>
              <p:cNvGrpSpPr/>
              <p:nvPr/>
            </p:nvGrpSpPr>
            <p:grpSpPr>
              <a:xfrm>
                <a:off x="7439074" y="1859725"/>
                <a:ext cx="1802647" cy="1120859"/>
                <a:chOff x="7439074" y="1859725"/>
                <a:chExt cx="1802647" cy="1120859"/>
              </a:xfrm>
            </p:grpSpPr>
            <p:pic>
              <p:nvPicPr>
                <p:cNvPr descr="cell_tower_radiation copy" id="3277" name="Google Shape;3277;p34"/>
                <p:cNvPicPr preferRelativeResize="0"/>
                <p:nvPr/>
              </p:nvPicPr>
              <p:blipFill rotWithShape="1">
                <a:blip r:embed="rId15">
                  <a:alphaModFix/>
                </a:blip>
                <a:srcRect b="0" l="0" r="0" t="0"/>
                <a:stretch/>
              </p:blipFill>
              <p:spPr>
                <a:xfrm>
                  <a:off x="7980866" y="2158167"/>
                  <a:ext cx="457200" cy="332766"/>
                </a:xfrm>
                <a:prstGeom prst="rect">
                  <a:avLst/>
                </a:prstGeom>
                <a:noFill/>
                <a:ln>
                  <a:noFill/>
                </a:ln>
              </p:spPr>
            </p:pic>
            <p:cxnSp>
              <p:nvCxnSpPr>
                <p:cNvPr id="3278" name="Google Shape;3278;p34"/>
                <p:cNvCxnSpPr/>
                <p:nvPr/>
              </p:nvCxnSpPr>
              <p:spPr>
                <a:xfrm>
                  <a:off x="8207860" y="2700359"/>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3279" name="Google Shape;3279;p34"/>
                <p:cNvGrpSpPr/>
                <p:nvPr/>
              </p:nvGrpSpPr>
              <p:grpSpPr>
                <a:xfrm>
                  <a:off x="8050698" y="2309376"/>
                  <a:ext cx="298450" cy="464008"/>
                  <a:chOff x="3130" y="3288"/>
                  <a:chExt cx="410" cy="742"/>
                </a:xfrm>
              </p:grpSpPr>
              <p:cxnSp>
                <p:nvCxnSpPr>
                  <p:cNvPr id="3280" name="Google Shape;3280;p34"/>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3281" name="Google Shape;3281;p34"/>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3282" name="Google Shape;3282;p34"/>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3283" name="Google Shape;3283;p34"/>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3284" name="Google Shape;3284;p34"/>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3285" name="Google Shape;3285;p34"/>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3286" name="Google Shape;3286;p34"/>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3287" name="Google Shape;3287;p34"/>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3288" name="Google Shape;3288;p34"/>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3289" name="Google Shape;3289;p34"/>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3290" name="Google Shape;3290;p34"/>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3291" name="Google Shape;3291;p34"/>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3292" name="Google Shape;3292;p34"/>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3293" name="Google Shape;3293;p34"/>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3294" name="Google Shape;3294;p34"/>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grpSp>
              <p:nvGrpSpPr>
                <p:cNvPr id="3295" name="Google Shape;3295;p34"/>
                <p:cNvGrpSpPr/>
                <p:nvPr/>
              </p:nvGrpSpPr>
              <p:grpSpPr>
                <a:xfrm>
                  <a:off x="8439827" y="2812309"/>
                  <a:ext cx="353678" cy="168275"/>
                  <a:chOff x="7493876" y="2774731"/>
                  <a:chExt cx="1481958" cy="894622"/>
                </a:xfrm>
              </p:grpSpPr>
              <p:sp>
                <p:nvSpPr>
                  <p:cNvPr id="3296" name="Google Shape;3296;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297" name="Google Shape;3297;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298" name="Google Shape;3298;p34"/>
                  <p:cNvGrpSpPr/>
                  <p:nvPr/>
                </p:nvGrpSpPr>
                <p:grpSpPr>
                  <a:xfrm>
                    <a:off x="7713663" y="2848339"/>
                    <a:ext cx="1042107" cy="425543"/>
                    <a:chOff x="7786941" y="2884917"/>
                    <a:chExt cx="897649" cy="353919"/>
                  </a:xfrm>
                </p:grpSpPr>
                <p:sp>
                  <p:nvSpPr>
                    <p:cNvPr id="3299" name="Google Shape;3299;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00" name="Google Shape;3300;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01" name="Google Shape;3301;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02" name="Google Shape;3302;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radiation_stylized" id="3303" name="Google Shape;3303;p34"/>
                <p:cNvPicPr preferRelativeResize="0"/>
                <p:nvPr/>
              </p:nvPicPr>
              <p:blipFill rotWithShape="1">
                <a:blip r:embed="rId16">
                  <a:alphaModFix/>
                </a:blip>
                <a:srcRect b="0" l="0" r="0" t="0"/>
                <a:stretch/>
              </p:blipFill>
              <p:spPr>
                <a:xfrm>
                  <a:off x="7750224" y="1859725"/>
                  <a:ext cx="415925" cy="88774"/>
                </a:xfrm>
                <a:prstGeom prst="rect">
                  <a:avLst/>
                </a:prstGeom>
                <a:noFill/>
                <a:ln>
                  <a:noFill/>
                </a:ln>
              </p:spPr>
            </p:pic>
            <p:pic>
              <p:nvPicPr>
                <p:cNvPr descr="antenna_stylized" id="3304" name="Google Shape;3304;p34"/>
                <p:cNvPicPr preferRelativeResize="0"/>
                <p:nvPr/>
              </p:nvPicPr>
              <p:blipFill rotWithShape="1">
                <a:blip r:embed="rId17">
                  <a:alphaModFix/>
                </a:blip>
                <a:srcRect b="0" l="0" r="0" t="0"/>
                <a:stretch/>
              </p:blipFill>
              <p:spPr>
                <a:xfrm>
                  <a:off x="7439074" y="2356613"/>
                  <a:ext cx="530702" cy="223756"/>
                </a:xfrm>
                <a:prstGeom prst="rect">
                  <a:avLst/>
                </a:prstGeom>
                <a:noFill/>
                <a:ln>
                  <a:noFill/>
                </a:ln>
              </p:spPr>
            </p:pic>
            <p:pic>
              <p:nvPicPr>
                <p:cNvPr descr="antenna_stylized" id="3305" name="Google Shape;3305;p34"/>
                <p:cNvPicPr preferRelativeResize="0"/>
                <p:nvPr/>
              </p:nvPicPr>
              <p:blipFill rotWithShape="1">
                <a:blip r:embed="rId17">
                  <a:alphaModFix/>
                </a:blip>
                <a:srcRect b="0" l="0" r="0" t="0"/>
                <a:stretch/>
              </p:blipFill>
              <p:spPr>
                <a:xfrm>
                  <a:off x="8637781" y="2319727"/>
                  <a:ext cx="530702" cy="223756"/>
                </a:xfrm>
                <a:prstGeom prst="rect">
                  <a:avLst/>
                </a:prstGeom>
                <a:noFill/>
                <a:ln>
                  <a:noFill/>
                </a:ln>
              </p:spPr>
            </p:pic>
            <p:pic>
              <p:nvPicPr>
                <p:cNvPr descr="antenna_stylized" id="3306" name="Google Shape;3306;p34"/>
                <p:cNvPicPr preferRelativeResize="0"/>
                <p:nvPr/>
              </p:nvPicPr>
              <p:blipFill rotWithShape="1">
                <a:blip r:embed="rId17">
                  <a:alphaModFix/>
                </a:blip>
                <a:srcRect b="0" l="0" r="0" t="0"/>
                <a:stretch/>
              </p:blipFill>
              <p:spPr>
                <a:xfrm>
                  <a:off x="8711019" y="2059124"/>
                  <a:ext cx="530702" cy="223756"/>
                </a:xfrm>
                <a:prstGeom prst="rect">
                  <a:avLst/>
                </a:prstGeom>
                <a:noFill/>
                <a:ln>
                  <a:noFill/>
                </a:ln>
              </p:spPr>
            </p:pic>
          </p:grpSp>
          <p:grpSp>
            <p:nvGrpSpPr>
              <p:cNvPr id="3307" name="Google Shape;3307;p34"/>
              <p:cNvGrpSpPr/>
              <p:nvPr/>
            </p:nvGrpSpPr>
            <p:grpSpPr>
              <a:xfrm>
                <a:off x="7493518" y="3325424"/>
                <a:ext cx="911538" cy="843226"/>
                <a:chOff x="7493518" y="3325424"/>
                <a:chExt cx="911538" cy="843226"/>
              </a:xfrm>
            </p:grpSpPr>
            <p:pic>
              <p:nvPicPr>
                <p:cNvPr descr="access_point_stylized_small" id="3308" name="Google Shape;3308;p34"/>
                <p:cNvPicPr preferRelativeResize="0"/>
                <p:nvPr/>
              </p:nvPicPr>
              <p:blipFill rotWithShape="1">
                <a:blip r:embed="rId18">
                  <a:alphaModFix/>
                </a:blip>
                <a:srcRect b="0" l="0" r="0" t="0"/>
                <a:stretch/>
              </p:blipFill>
              <p:spPr>
                <a:xfrm>
                  <a:off x="7613882" y="3861899"/>
                  <a:ext cx="370169" cy="306751"/>
                </a:xfrm>
                <a:prstGeom prst="rect">
                  <a:avLst/>
                </a:prstGeom>
                <a:noFill/>
                <a:ln>
                  <a:noFill/>
                </a:ln>
              </p:spPr>
            </p:pic>
            <p:grpSp>
              <p:nvGrpSpPr>
                <p:cNvPr id="3309" name="Google Shape;3309;p34"/>
                <p:cNvGrpSpPr/>
                <p:nvPr/>
              </p:nvGrpSpPr>
              <p:grpSpPr>
                <a:xfrm>
                  <a:off x="7493518" y="3325424"/>
                  <a:ext cx="911538" cy="816238"/>
                  <a:chOff x="7493518" y="3325424"/>
                  <a:chExt cx="911538" cy="816238"/>
                </a:xfrm>
              </p:grpSpPr>
              <p:cxnSp>
                <p:nvCxnSpPr>
                  <p:cNvPr id="3310" name="Google Shape;3310;p34"/>
                  <p:cNvCxnSpPr/>
                  <p:nvPr/>
                </p:nvCxnSpPr>
                <p:spPr>
                  <a:xfrm>
                    <a:off x="8247778" y="3829970"/>
                    <a:ext cx="0" cy="131762"/>
                  </a:xfrm>
                  <a:prstGeom prst="straightConnector1">
                    <a:avLst/>
                  </a:prstGeom>
                  <a:noFill/>
                  <a:ln cap="flat" cmpd="sng" w="9525">
                    <a:solidFill>
                      <a:schemeClr val="dk1"/>
                    </a:solidFill>
                    <a:prstDash val="solid"/>
                    <a:round/>
                    <a:headEnd len="sm" w="sm" type="none"/>
                    <a:tailEnd len="sm" w="sm" type="none"/>
                  </a:ln>
                </p:spPr>
              </p:cxnSp>
              <p:cxnSp>
                <p:nvCxnSpPr>
                  <p:cNvPr id="3311" name="Google Shape;3311;p34"/>
                  <p:cNvCxnSpPr/>
                  <p:nvPr/>
                </p:nvCxnSpPr>
                <p:spPr>
                  <a:xfrm flipH="1" rot="10800000">
                    <a:off x="7857253" y="4041107"/>
                    <a:ext cx="168275" cy="3175"/>
                  </a:xfrm>
                  <a:prstGeom prst="straightConnector1">
                    <a:avLst/>
                  </a:prstGeom>
                  <a:noFill/>
                  <a:ln cap="flat" cmpd="sng" w="9525">
                    <a:solidFill>
                      <a:schemeClr val="dk1"/>
                    </a:solidFill>
                    <a:prstDash val="solid"/>
                    <a:round/>
                    <a:headEnd len="sm" w="sm" type="none"/>
                    <a:tailEnd len="sm" w="sm" type="none"/>
                  </a:ln>
                </p:spPr>
              </p:cxnSp>
              <p:pic>
                <p:nvPicPr>
                  <p:cNvPr descr="antenna_radiation_stylized" id="3312" name="Google Shape;3312;p34"/>
                  <p:cNvPicPr preferRelativeResize="0"/>
                  <p:nvPr/>
                </p:nvPicPr>
                <p:blipFill rotWithShape="1">
                  <a:blip r:embed="rId19">
                    <a:alphaModFix/>
                  </a:blip>
                  <a:srcRect b="0" l="0" r="0" t="0"/>
                  <a:stretch/>
                </p:blipFill>
                <p:spPr>
                  <a:xfrm>
                    <a:off x="7562238" y="3813930"/>
                    <a:ext cx="506412" cy="106009"/>
                  </a:xfrm>
                  <a:prstGeom prst="rect">
                    <a:avLst/>
                  </a:prstGeom>
                  <a:noFill/>
                  <a:ln>
                    <a:noFill/>
                  </a:ln>
                </p:spPr>
              </p:pic>
              <p:grpSp>
                <p:nvGrpSpPr>
                  <p:cNvPr id="3313" name="Google Shape;3313;p34"/>
                  <p:cNvGrpSpPr/>
                  <p:nvPr/>
                </p:nvGrpSpPr>
                <p:grpSpPr>
                  <a:xfrm>
                    <a:off x="8050070" y="3965994"/>
                    <a:ext cx="354986" cy="175668"/>
                    <a:chOff x="7493876" y="2774731"/>
                    <a:chExt cx="1481958" cy="894622"/>
                  </a:xfrm>
                </p:grpSpPr>
                <p:sp>
                  <p:nvSpPr>
                    <p:cNvPr id="3314" name="Google Shape;3314;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315" name="Google Shape;3315;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316" name="Google Shape;3316;p34"/>
                    <p:cNvGrpSpPr/>
                    <p:nvPr/>
                  </p:nvGrpSpPr>
                  <p:grpSpPr>
                    <a:xfrm>
                      <a:off x="7713663" y="2848339"/>
                      <a:ext cx="1042107" cy="425543"/>
                      <a:chOff x="7786941" y="2884917"/>
                      <a:chExt cx="897649" cy="353919"/>
                    </a:xfrm>
                  </p:grpSpPr>
                  <p:sp>
                    <p:nvSpPr>
                      <p:cNvPr id="3317" name="Google Shape;3317;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18" name="Google Shape;3318;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19" name="Google Shape;3319;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20" name="Google Shape;3320;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stylized" id="3321" name="Google Shape;3321;p34"/>
                  <p:cNvPicPr preferRelativeResize="0"/>
                  <p:nvPr/>
                </p:nvPicPr>
                <p:blipFill rotWithShape="1">
                  <a:blip r:embed="rId20">
                    <a:alphaModFix/>
                  </a:blip>
                  <a:srcRect b="0" l="0" r="0" t="0"/>
                  <a:stretch/>
                </p:blipFill>
                <p:spPr>
                  <a:xfrm>
                    <a:off x="7493518" y="3419140"/>
                    <a:ext cx="347997" cy="167557"/>
                  </a:xfrm>
                  <a:prstGeom prst="rect">
                    <a:avLst/>
                  </a:prstGeom>
                  <a:noFill/>
                  <a:ln>
                    <a:noFill/>
                  </a:ln>
                </p:spPr>
              </p:pic>
              <p:pic>
                <p:nvPicPr>
                  <p:cNvPr descr="antenna_stylized" id="3322" name="Google Shape;3322;p34"/>
                  <p:cNvPicPr preferRelativeResize="0"/>
                  <p:nvPr/>
                </p:nvPicPr>
                <p:blipFill rotWithShape="1">
                  <a:blip r:embed="rId20">
                    <a:alphaModFix/>
                  </a:blip>
                  <a:srcRect b="0" l="0" r="0" t="0"/>
                  <a:stretch/>
                </p:blipFill>
                <p:spPr>
                  <a:xfrm>
                    <a:off x="7803435" y="3325424"/>
                    <a:ext cx="347997" cy="167557"/>
                  </a:xfrm>
                  <a:prstGeom prst="rect">
                    <a:avLst/>
                  </a:prstGeom>
                  <a:noFill/>
                  <a:ln>
                    <a:noFill/>
                  </a:ln>
                </p:spPr>
              </p:pic>
            </p:grpSp>
          </p:grpSp>
          <p:grpSp>
            <p:nvGrpSpPr>
              <p:cNvPr id="3323" name="Google Shape;3323;p34"/>
              <p:cNvGrpSpPr/>
              <p:nvPr/>
            </p:nvGrpSpPr>
            <p:grpSpPr>
              <a:xfrm>
                <a:off x="10884085" y="3428485"/>
                <a:ext cx="604586" cy="405973"/>
                <a:chOff x="10884085" y="3428485"/>
                <a:chExt cx="604586" cy="405973"/>
              </a:xfrm>
            </p:grpSpPr>
            <p:grpSp>
              <p:nvGrpSpPr>
                <p:cNvPr id="3324" name="Google Shape;3324;p34"/>
                <p:cNvGrpSpPr/>
                <p:nvPr/>
              </p:nvGrpSpPr>
              <p:grpSpPr>
                <a:xfrm>
                  <a:off x="10884085" y="3601365"/>
                  <a:ext cx="170989" cy="97052"/>
                  <a:chOff x="7493876" y="2774731"/>
                  <a:chExt cx="1481958" cy="894622"/>
                </a:xfrm>
              </p:grpSpPr>
              <p:sp>
                <p:nvSpPr>
                  <p:cNvPr id="3325" name="Google Shape;3325;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326" name="Google Shape;3326;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327" name="Google Shape;3327;p34"/>
                  <p:cNvGrpSpPr/>
                  <p:nvPr/>
                </p:nvGrpSpPr>
                <p:grpSpPr>
                  <a:xfrm>
                    <a:off x="7713663" y="2848339"/>
                    <a:ext cx="1042107" cy="425543"/>
                    <a:chOff x="7786941" y="2884917"/>
                    <a:chExt cx="897649" cy="353919"/>
                  </a:xfrm>
                </p:grpSpPr>
                <p:sp>
                  <p:nvSpPr>
                    <p:cNvPr id="3328" name="Google Shape;3328;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29" name="Google Shape;3329;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30" name="Google Shape;3330;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31" name="Google Shape;3331;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32" name="Google Shape;3332;p34"/>
                <p:cNvGrpSpPr/>
                <p:nvPr/>
              </p:nvGrpSpPr>
              <p:grpSpPr>
                <a:xfrm>
                  <a:off x="11064947" y="3428485"/>
                  <a:ext cx="423724" cy="405973"/>
                  <a:chOff x="5103720" y="2693365"/>
                  <a:chExt cx="611650" cy="414788"/>
                </a:xfrm>
              </p:grpSpPr>
              <p:cxnSp>
                <p:nvCxnSpPr>
                  <p:cNvPr id="3333" name="Google Shape;3333;p3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334" name="Google Shape;3334;p34"/>
                  <p:cNvGrpSpPr/>
                  <p:nvPr/>
                </p:nvGrpSpPr>
                <p:grpSpPr>
                  <a:xfrm>
                    <a:off x="5275406" y="2693365"/>
                    <a:ext cx="439964" cy="414788"/>
                    <a:chOff x="5275406" y="2711455"/>
                    <a:chExt cx="452949" cy="405518"/>
                  </a:xfrm>
                </p:grpSpPr>
                <p:pic>
                  <p:nvPicPr>
                    <p:cNvPr descr="server_rack.png" id="3335" name="Google Shape;3335;p34"/>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3336" name="Google Shape;3336;p34"/>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3337" name="Google Shape;3337;p34"/>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grpSp>
            <p:nvGrpSpPr>
              <p:cNvPr id="3338" name="Google Shape;3338;p34"/>
              <p:cNvGrpSpPr/>
              <p:nvPr/>
            </p:nvGrpSpPr>
            <p:grpSpPr>
              <a:xfrm>
                <a:off x="7975881" y="4741266"/>
                <a:ext cx="2318709" cy="1131519"/>
                <a:chOff x="7948367" y="4775686"/>
                <a:chExt cx="2318709" cy="1131519"/>
              </a:xfrm>
            </p:grpSpPr>
            <p:cxnSp>
              <p:nvCxnSpPr>
                <p:cNvPr id="3339" name="Google Shape;3339;p34"/>
                <p:cNvCxnSpPr/>
                <p:nvPr/>
              </p:nvCxnSpPr>
              <p:spPr>
                <a:xfrm flipH="1" rot="5400000">
                  <a:off x="9789609" y="5251739"/>
                  <a:ext cx="388062" cy="7560"/>
                </a:xfrm>
                <a:prstGeom prst="straightConnector1">
                  <a:avLst/>
                </a:prstGeom>
                <a:noFill/>
                <a:ln cap="flat" cmpd="sng" w="12700">
                  <a:solidFill>
                    <a:schemeClr val="dk1"/>
                  </a:solidFill>
                  <a:prstDash val="solid"/>
                  <a:round/>
                  <a:headEnd len="sm" w="sm" type="none"/>
                  <a:tailEnd len="sm" w="sm" type="none"/>
                </a:ln>
              </p:spPr>
            </p:cxnSp>
            <p:cxnSp>
              <p:nvCxnSpPr>
                <p:cNvPr id="3340" name="Google Shape;3340;p34"/>
                <p:cNvCxnSpPr/>
                <p:nvPr/>
              </p:nvCxnSpPr>
              <p:spPr>
                <a:xfrm>
                  <a:off x="8210207" y="5117334"/>
                  <a:ext cx="226800" cy="127000"/>
                </a:xfrm>
                <a:prstGeom prst="straightConnector1">
                  <a:avLst/>
                </a:prstGeom>
                <a:noFill/>
                <a:ln cap="flat" cmpd="sng" w="9525">
                  <a:solidFill>
                    <a:schemeClr val="dk1"/>
                  </a:solidFill>
                  <a:prstDash val="solid"/>
                  <a:round/>
                  <a:headEnd len="sm" w="sm" type="none"/>
                  <a:tailEnd len="sm" w="sm" type="none"/>
                </a:ln>
              </p:spPr>
            </p:cxnSp>
            <p:cxnSp>
              <p:nvCxnSpPr>
                <p:cNvPr id="3341" name="Google Shape;3341;p34"/>
                <p:cNvCxnSpPr/>
                <p:nvPr/>
              </p:nvCxnSpPr>
              <p:spPr>
                <a:xfrm flipH="1" rot="10800000">
                  <a:off x="8459425" y="5036562"/>
                  <a:ext cx="404236" cy="207771"/>
                </a:xfrm>
                <a:prstGeom prst="straightConnector1">
                  <a:avLst/>
                </a:prstGeom>
                <a:noFill/>
                <a:ln cap="flat" cmpd="sng" w="9525">
                  <a:solidFill>
                    <a:schemeClr val="dk1"/>
                  </a:solidFill>
                  <a:prstDash val="solid"/>
                  <a:round/>
                  <a:headEnd len="sm" w="sm" type="none"/>
                  <a:tailEnd len="sm" w="sm" type="none"/>
                </a:ln>
              </p:spPr>
            </p:cxnSp>
            <p:grpSp>
              <p:nvGrpSpPr>
                <p:cNvPr id="3342" name="Google Shape;3342;p34"/>
                <p:cNvGrpSpPr/>
                <p:nvPr/>
              </p:nvGrpSpPr>
              <p:grpSpPr>
                <a:xfrm>
                  <a:off x="7948367" y="4775686"/>
                  <a:ext cx="2318709" cy="1131519"/>
                  <a:chOff x="7948367" y="4775686"/>
                  <a:chExt cx="2318709" cy="1131519"/>
                </a:xfrm>
              </p:grpSpPr>
              <p:cxnSp>
                <p:nvCxnSpPr>
                  <p:cNvPr id="3343" name="Google Shape;3343;p34"/>
                  <p:cNvCxnSpPr/>
                  <p:nvPr/>
                </p:nvCxnSpPr>
                <p:spPr>
                  <a:xfrm rot="10800000">
                    <a:off x="10209926" y="5405286"/>
                    <a:ext cx="0" cy="114300"/>
                  </a:xfrm>
                  <a:prstGeom prst="straightConnector1">
                    <a:avLst/>
                  </a:prstGeom>
                  <a:noFill/>
                  <a:ln cap="flat" cmpd="sng" w="12700">
                    <a:solidFill>
                      <a:schemeClr val="dk1"/>
                    </a:solidFill>
                    <a:prstDash val="solid"/>
                    <a:round/>
                    <a:headEnd len="sm" w="sm" type="none"/>
                    <a:tailEnd len="sm" w="sm" type="none"/>
                  </a:ln>
                </p:spPr>
              </p:cxnSp>
              <p:cxnSp>
                <p:nvCxnSpPr>
                  <p:cNvPr id="3344" name="Google Shape;3344;p34"/>
                  <p:cNvCxnSpPr/>
                  <p:nvPr/>
                </p:nvCxnSpPr>
                <p:spPr>
                  <a:xfrm>
                    <a:off x="9432959" y="4838517"/>
                    <a:ext cx="524483" cy="261537"/>
                  </a:xfrm>
                  <a:prstGeom prst="straightConnector1">
                    <a:avLst/>
                  </a:prstGeom>
                  <a:noFill/>
                  <a:ln cap="flat" cmpd="sng" w="9525">
                    <a:solidFill>
                      <a:schemeClr val="dk1"/>
                    </a:solidFill>
                    <a:prstDash val="solid"/>
                    <a:round/>
                    <a:headEnd len="sm" w="sm" type="none"/>
                    <a:tailEnd len="sm" w="sm" type="none"/>
                  </a:ln>
                </p:spPr>
              </p:cxnSp>
              <p:cxnSp>
                <p:nvCxnSpPr>
                  <p:cNvPr id="3345" name="Google Shape;3345;p34"/>
                  <p:cNvCxnSpPr/>
                  <p:nvPr/>
                </p:nvCxnSpPr>
                <p:spPr>
                  <a:xfrm flipH="1" rot="10800000">
                    <a:off x="8850066" y="4838517"/>
                    <a:ext cx="569255" cy="246266"/>
                  </a:xfrm>
                  <a:prstGeom prst="straightConnector1">
                    <a:avLst/>
                  </a:prstGeom>
                  <a:noFill/>
                  <a:ln cap="flat" cmpd="sng" w="9525">
                    <a:solidFill>
                      <a:schemeClr val="dk1"/>
                    </a:solidFill>
                    <a:prstDash val="solid"/>
                    <a:round/>
                    <a:headEnd len="sm" w="sm" type="none"/>
                    <a:tailEnd len="sm" w="sm" type="none"/>
                  </a:ln>
                </p:spPr>
              </p:cxnSp>
              <p:cxnSp>
                <p:nvCxnSpPr>
                  <p:cNvPr id="3346" name="Google Shape;3346;p34"/>
                  <p:cNvCxnSpPr/>
                  <p:nvPr/>
                </p:nvCxnSpPr>
                <p:spPr>
                  <a:xfrm>
                    <a:off x="8821744" y="5108876"/>
                    <a:ext cx="1030502" cy="0"/>
                  </a:xfrm>
                  <a:prstGeom prst="straightConnector1">
                    <a:avLst/>
                  </a:prstGeom>
                  <a:noFill/>
                  <a:ln cap="flat" cmpd="sng" w="9525">
                    <a:solidFill>
                      <a:schemeClr val="dk1"/>
                    </a:solidFill>
                    <a:prstDash val="solid"/>
                    <a:round/>
                    <a:headEnd len="sm" w="sm" type="none"/>
                    <a:tailEnd len="sm" w="sm" type="none"/>
                  </a:ln>
                </p:spPr>
              </p:cxnSp>
              <p:cxnSp>
                <p:nvCxnSpPr>
                  <p:cNvPr id="3347" name="Google Shape;3347;p34"/>
                  <p:cNvCxnSpPr/>
                  <p:nvPr/>
                </p:nvCxnSpPr>
                <p:spPr>
                  <a:xfrm flipH="1" rot="10800000">
                    <a:off x="7948367" y="5290470"/>
                    <a:ext cx="412750" cy="127000"/>
                  </a:xfrm>
                  <a:prstGeom prst="straightConnector1">
                    <a:avLst/>
                  </a:prstGeom>
                  <a:noFill/>
                  <a:ln cap="flat" cmpd="sng" w="9525">
                    <a:solidFill>
                      <a:schemeClr val="dk1"/>
                    </a:solidFill>
                    <a:prstDash val="solid"/>
                    <a:round/>
                    <a:headEnd len="sm" w="sm" type="none"/>
                    <a:tailEnd len="sm" w="sm" type="none"/>
                  </a:ln>
                </p:spPr>
              </p:cxnSp>
              <p:cxnSp>
                <p:nvCxnSpPr>
                  <p:cNvPr id="3348" name="Google Shape;3348;p34"/>
                  <p:cNvCxnSpPr/>
                  <p:nvPr/>
                </p:nvCxnSpPr>
                <p:spPr>
                  <a:xfrm flipH="1">
                    <a:off x="8373817" y="5282252"/>
                    <a:ext cx="68080" cy="293968"/>
                  </a:xfrm>
                  <a:prstGeom prst="straightConnector1">
                    <a:avLst/>
                  </a:prstGeom>
                  <a:noFill/>
                  <a:ln cap="flat" cmpd="sng" w="9525">
                    <a:solidFill>
                      <a:schemeClr val="dk1"/>
                    </a:solidFill>
                    <a:prstDash val="solid"/>
                    <a:round/>
                    <a:headEnd len="sm" w="sm" type="none"/>
                    <a:tailEnd len="sm" w="sm" type="none"/>
                  </a:ln>
                </p:spPr>
              </p:cxnSp>
              <p:cxnSp>
                <p:nvCxnSpPr>
                  <p:cNvPr id="3349" name="Google Shape;3349;p34"/>
                  <p:cNvCxnSpPr/>
                  <p:nvPr/>
                </p:nvCxnSpPr>
                <p:spPr>
                  <a:xfrm rot="10800000">
                    <a:off x="8488731" y="5307931"/>
                    <a:ext cx="280374" cy="269876"/>
                  </a:xfrm>
                  <a:prstGeom prst="straightConnector1">
                    <a:avLst/>
                  </a:prstGeom>
                  <a:noFill/>
                  <a:ln cap="flat" cmpd="sng" w="9525">
                    <a:solidFill>
                      <a:schemeClr val="dk1"/>
                    </a:solidFill>
                    <a:prstDash val="solid"/>
                    <a:round/>
                    <a:headEnd len="sm" w="sm" type="none"/>
                    <a:tailEnd len="sm" w="sm" type="none"/>
                  </a:ln>
                </p:spPr>
              </p:cxnSp>
              <p:cxnSp>
                <p:nvCxnSpPr>
                  <p:cNvPr id="3350" name="Google Shape;3350;p34"/>
                  <p:cNvCxnSpPr/>
                  <p:nvPr/>
                </p:nvCxnSpPr>
                <p:spPr>
                  <a:xfrm>
                    <a:off x="8488731" y="5258048"/>
                    <a:ext cx="914184" cy="468622"/>
                  </a:xfrm>
                  <a:prstGeom prst="straightConnector1">
                    <a:avLst/>
                  </a:prstGeom>
                  <a:noFill/>
                  <a:ln cap="flat" cmpd="sng" w="9525">
                    <a:solidFill>
                      <a:schemeClr val="dk1"/>
                    </a:solidFill>
                    <a:prstDash val="solid"/>
                    <a:round/>
                    <a:headEnd len="sm" w="sm" type="none"/>
                    <a:tailEnd len="sm" w="sm" type="none"/>
                  </a:ln>
                </p:spPr>
              </p:cxnSp>
              <p:cxnSp>
                <p:nvCxnSpPr>
                  <p:cNvPr id="3351" name="Google Shape;3351;p34"/>
                  <p:cNvCxnSpPr/>
                  <p:nvPr/>
                </p:nvCxnSpPr>
                <p:spPr>
                  <a:xfrm flipH="1" rot="5400000">
                    <a:off x="9885545" y="5583471"/>
                    <a:ext cx="366793" cy="1482"/>
                  </a:xfrm>
                  <a:prstGeom prst="straightConnector1">
                    <a:avLst/>
                  </a:prstGeom>
                  <a:noFill/>
                  <a:ln cap="flat" cmpd="sng" w="12700">
                    <a:solidFill>
                      <a:schemeClr val="dk1"/>
                    </a:solidFill>
                    <a:prstDash val="solid"/>
                    <a:round/>
                    <a:headEnd len="sm" w="sm" type="none"/>
                    <a:tailEnd len="sm" w="sm" type="none"/>
                  </a:ln>
                </p:spPr>
              </p:cxnSp>
              <p:pic>
                <p:nvPicPr>
                  <p:cNvPr descr="antenna_radiation_stylized" id="3352" name="Google Shape;3352;p34"/>
                  <p:cNvPicPr preferRelativeResize="0"/>
                  <p:nvPr/>
                </p:nvPicPr>
                <p:blipFill rotWithShape="1">
                  <a:blip r:embed="rId22">
                    <a:alphaModFix/>
                  </a:blip>
                  <a:srcRect b="0" l="0" r="0" t="0"/>
                  <a:stretch/>
                </p:blipFill>
                <p:spPr>
                  <a:xfrm>
                    <a:off x="9242073" y="5480938"/>
                    <a:ext cx="452014" cy="95159"/>
                  </a:xfrm>
                  <a:prstGeom prst="rect">
                    <a:avLst/>
                  </a:prstGeom>
                  <a:noFill/>
                  <a:ln>
                    <a:noFill/>
                  </a:ln>
                </p:spPr>
              </p:pic>
              <p:pic>
                <p:nvPicPr>
                  <p:cNvPr descr="access_point_stylized_small" id="3353" name="Google Shape;3353;p34"/>
                  <p:cNvPicPr preferRelativeResize="0"/>
                  <p:nvPr/>
                </p:nvPicPr>
                <p:blipFill rotWithShape="1">
                  <a:blip r:embed="rId18">
                    <a:alphaModFix/>
                  </a:blip>
                  <a:srcRect b="0" l="0" r="0" t="0"/>
                  <a:stretch/>
                </p:blipFill>
                <p:spPr>
                  <a:xfrm>
                    <a:off x="9290610" y="5473433"/>
                    <a:ext cx="380935" cy="317464"/>
                  </a:xfrm>
                  <a:prstGeom prst="rect">
                    <a:avLst/>
                  </a:prstGeom>
                  <a:noFill/>
                  <a:ln>
                    <a:noFill/>
                  </a:ln>
                </p:spPr>
              </p:pic>
              <p:grpSp>
                <p:nvGrpSpPr>
                  <p:cNvPr id="3354" name="Google Shape;3354;p34"/>
                  <p:cNvGrpSpPr/>
                  <p:nvPr/>
                </p:nvGrpSpPr>
                <p:grpSpPr>
                  <a:xfrm>
                    <a:off x="9783558" y="4989983"/>
                    <a:ext cx="393760" cy="218578"/>
                    <a:chOff x="7493876" y="2774731"/>
                    <a:chExt cx="1481958" cy="894622"/>
                  </a:xfrm>
                </p:grpSpPr>
                <p:sp>
                  <p:nvSpPr>
                    <p:cNvPr id="3355" name="Google Shape;3355;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356" name="Google Shape;3356;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357" name="Google Shape;3357;p34"/>
                    <p:cNvGrpSpPr/>
                    <p:nvPr/>
                  </p:nvGrpSpPr>
                  <p:grpSpPr>
                    <a:xfrm>
                      <a:off x="7713663" y="2848339"/>
                      <a:ext cx="1042107" cy="425543"/>
                      <a:chOff x="7786941" y="2884917"/>
                      <a:chExt cx="897649" cy="353919"/>
                    </a:xfrm>
                  </p:grpSpPr>
                  <p:sp>
                    <p:nvSpPr>
                      <p:cNvPr id="3358" name="Google Shape;3358;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9" name="Google Shape;3359;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0" name="Google Shape;3360;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1" name="Google Shape;3361;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62" name="Google Shape;3362;p34"/>
                  <p:cNvGrpSpPr/>
                  <p:nvPr/>
                </p:nvGrpSpPr>
                <p:grpSpPr>
                  <a:xfrm>
                    <a:off x="9849365" y="5339037"/>
                    <a:ext cx="309740" cy="190838"/>
                    <a:chOff x="3668110" y="2448910"/>
                    <a:chExt cx="3794234" cy="2165130"/>
                  </a:xfrm>
                </p:grpSpPr>
                <p:sp>
                  <p:nvSpPr>
                    <p:cNvPr id="3363" name="Google Shape;3363;p3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4" name="Google Shape;3364;p3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365" name="Google Shape;3365;p34"/>
                    <p:cNvGrpSpPr/>
                    <p:nvPr/>
                  </p:nvGrpSpPr>
                  <p:grpSpPr>
                    <a:xfrm>
                      <a:off x="3941378" y="2603243"/>
                      <a:ext cx="3202061" cy="1066110"/>
                      <a:chOff x="7939341" y="3037317"/>
                      <a:chExt cx="897649" cy="353919"/>
                    </a:xfrm>
                  </p:grpSpPr>
                  <p:sp>
                    <p:nvSpPr>
                      <p:cNvPr id="3366" name="Google Shape;3366;p3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7" name="Google Shape;3367;p3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8" name="Google Shape;3368;p3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9" name="Google Shape;3369;p3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70" name="Google Shape;3370;p34"/>
                  <p:cNvGrpSpPr/>
                  <p:nvPr/>
                </p:nvGrpSpPr>
                <p:grpSpPr>
                  <a:xfrm>
                    <a:off x="8676619" y="4967420"/>
                    <a:ext cx="393760" cy="218578"/>
                    <a:chOff x="7493876" y="2774731"/>
                    <a:chExt cx="1481958" cy="894622"/>
                  </a:xfrm>
                </p:grpSpPr>
                <p:sp>
                  <p:nvSpPr>
                    <p:cNvPr id="3371" name="Google Shape;3371;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372" name="Google Shape;3372;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373" name="Google Shape;3373;p34"/>
                    <p:cNvGrpSpPr/>
                    <p:nvPr/>
                  </p:nvGrpSpPr>
                  <p:grpSpPr>
                    <a:xfrm>
                      <a:off x="7713663" y="2848339"/>
                      <a:ext cx="1042107" cy="425543"/>
                      <a:chOff x="7786941" y="2884917"/>
                      <a:chExt cx="897649" cy="353919"/>
                    </a:xfrm>
                  </p:grpSpPr>
                  <p:sp>
                    <p:nvSpPr>
                      <p:cNvPr id="3374" name="Google Shape;3374;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75" name="Google Shape;3375;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76" name="Google Shape;3376;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77" name="Google Shape;3377;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78" name="Google Shape;3378;p34"/>
                  <p:cNvGrpSpPr/>
                  <p:nvPr/>
                </p:nvGrpSpPr>
                <p:grpSpPr>
                  <a:xfrm>
                    <a:off x="8311520" y="5194433"/>
                    <a:ext cx="309740" cy="190838"/>
                    <a:chOff x="3668110" y="2448910"/>
                    <a:chExt cx="3794234" cy="2165130"/>
                  </a:xfrm>
                </p:grpSpPr>
                <p:sp>
                  <p:nvSpPr>
                    <p:cNvPr id="3379" name="Google Shape;3379;p3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80" name="Google Shape;3380;p3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381" name="Google Shape;3381;p34"/>
                    <p:cNvGrpSpPr/>
                    <p:nvPr/>
                  </p:nvGrpSpPr>
                  <p:grpSpPr>
                    <a:xfrm>
                      <a:off x="3941378" y="2603243"/>
                      <a:ext cx="3202061" cy="1066110"/>
                      <a:chOff x="7939341" y="3037317"/>
                      <a:chExt cx="897649" cy="353919"/>
                    </a:xfrm>
                  </p:grpSpPr>
                  <p:sp>
                    <p:nvSpPr>
                      <p:cNvPr id="3382" name="Google Shape;3382;p3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83" name="Google Shape;3383;p3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84" name="Google Shape;3384;p3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85" name="Google Shape;3385;p3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86" name="Google Shape;3386;p34"/>
                  <p:cNvGrpSpPr/>
                  <p:nvPr/>
                </p:nvGrpSpPr>
                <p:grpSpPr>
                  <a:xfrm>
                    <a:off x="9247893" y="4775686"/>
                    <a:ext cx="393760" cy="218578"/>
                    <a:chOff x="7493876" y="2774731"/>
                    <a:chExt cx="1481958" cy="894622"/>
                  </a:xfrm>
                </p:grpSpPr>
                <p:sp>
                  <p:nvSpPr>
                    <p:cNvPr id="3387" name="Google Shape;3387;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388" name="Google Shape;3388;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389" name="Google Shape;3389;p34"/>
                    <p:cNvGrpSpPr/>
                    <p:nvPr/>
                  </p:nvGrpSpPr>
                  <p:grpSpPr>
                    <a:xfrm>
                      <a:off x="7713663" y="2848339"/>
                      <a:ext cx="1042107" cy="425543"/>
                      <a:chOff x="7786941" y="2884917"/>
                      <a:chExt cx="897649" cy="353919"/>
                    </a:xfrm>
                  </p:grpSpPr>
                  <p:sp>
                    <p:nvSpPr>
                      <p:cNvPr id="3390" name="Google Shape;3390;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91" name="Google Shape;3391;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92" name="Google Shape;3392;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93" name="Google Shape;3393;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stylized" id="3394" name="Google Shape;3394;p34"/>
                  <p:cNvPicPr preferRelativeResize="0"/>
                  <p:nvPr/>
                </p:nvPicPr>
                <p:blipFill rotWithShape="1">
                  <a:blip r:embed="rId23">
                    <a:alphaModFix/>
                  </a:blip>
                  <a:srcRect b="0" l="0" r="0" t="0"/>
                  <a:stretch/>
                </p:blipFill>
                <p:spPr>
                  <a:xfrm>
                    <a:off x="9570652" y="5742696"/>
                    <a:ext cx="374931" cy="164509"/>
                  </a:xfrm>
                  <a:prstGeom prst="rect">
                    <a:avLst/>
                  </a:prstGeom>
                  <a:noFill/>
                  <a:ln>
                    <a:noFill/>
                  </a:ln>
                </p:spPr>
              </p:pic>
            </p:grpSp>
          </p:grpSp>
          <p:grpSp>
            <p:nvGrpSpPr>
              <p:cNvPr id="3395" name="Google Shape;3395;p34"/>
              <p:cNvGrpSpPr/>
              <p:nvPr/>
            </p:nvGrpSpPr>
            <p:grpSpPr>
              <a:xfrm>
                <a:off x="10925982" y="4188911"/>
                <a:ext cx="657413" cy="451816"/>
                <a:chOff x="10925982" y="4188911"/>
                <a:chExt cx="657413" cy="451816"/>
              </a:xfrm>
            </p:grpSpPr>
            <p:grpSp>
              <p:nvGrpSpPr>
                <p:cNvPr id="3396" name="Google Shape;3396;p34"/>
                <p:cNvGrpSpPr/>
                <p:nvPr/>
              </p:nvGrpSpPr>
              <p:grpSpPr>
                <a:xfrm>
                  <a:off x="11093556" y="4188911"/>
                  <a:ext cx="489839" cy="451816"/>
                  <a:chOff x="5103720" y="2693365"/>
                  <a:chExt cx="611650" cy="414788"/>
                </a:xfrm>
              </p:grpSpPr>
              <p:cxnSp>
                <p:nvCxnSpPr>
                  <p:cNvPr id="3397" name="Google Shape;3397;p3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398" name="Google Shape;3398;p34"/>
                  <p:cNvGrpSpPr/>
                  <p:nvPr/>
                </p:nvGrpSpPr>
                <p:grpSpPr>
                  <a:xfrm>
                    <a:off x="5275406" y="2693365"/>
                    <a:ext cx="439964" cy="414788"/>
                    <a:chOff x="5275406" y="2711455"/>
                    <a:chExt cx="452949" cy="405518"/>
                  </a:xfrm>
                </p:grpSpPr>
                <p:pic>
                  <p:nvPicPr>
                    <p:cNvPr descr="server_rack.png" id="3399" name="Google Shape;3399;p34"/>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3400" name="Google Shape;3400;p34"/>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3401" name="Google Shape;3401;p34"/>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nvGrpSpPr>
                <p:cNvPr id="3402" name="Google Shape;3402;p34"/>
                <p:cNvGrpSpPr/>
                <p:nvPr/>
              </p:nvGrpSpPr>
              <p:grpSpPr>
                <a:xfrm>
                  <a:off x="10925982" y="4369125"/>
                  <a:ext cx="228295" cy="120400"/>
                  <a:chOff x="7493876" y="2774731"/>
                  <a:chExt cx="1481958" cy="894622"/>
                </a:xfrm>
              </p:grpSpPr>
              <p:sp>
                <p:nvSpPr>
                  <p:cNvPr id="3403" name="Google Shape;3403;p3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404" name="Google Shape;3404;p3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405" name="Google Shape;3405;p34"/>
                  <p:cNvGrpSpPr/>
                  <p:nvPr/>
                </p:nvGrpSpPr>
                <p:grpSpPr>
                  <a:xfrm>
                    <a:off x="7713663" y="2848339"/>
                    <a:ext cx="1042107" cy="425543"/>
                    <a:chOff x="7786941" y="2884917"/>
                    <a:chExt cx="897649" cy="353919"/>
                  </a:xfrm>
                </p:grpSpPr>
                <p:sp>
                  <p:nvSpPr>
                    <p:cNvPr id="3406" name="Google Shape;3406;p3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07" name="Google Shape;3407;p3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08" name="Google Shape;3408;p3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09" name="Google Shape;3409;p3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grpSp>
          <p:nvGrpSpPr>
            <p:cNvPr id="3410" name="Google Shape;3410;p34"/>
            <p:cNvGrpSpPr/>
            <p:nvPr/>
          </p:nvGrpSpPr>
          <p:grpSpPr>
            <a:xfrm flipH="1">
              <a:off x="8241315" y="5290645"/>
              <a:ext cx="345630" cy="320302"/>
              <a:chOff x="2839" y="3501"/>
              <a:chExt cx="755" cy="803"/>
            </a:xfrm>
          </p:grpSpPr>
          <p:pic>
            <p:nvPicPr>
              <p:cNvPr descr="desktop_computer_stylized_medium" id="3411" name="Google Shape;3411;p34"/>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3412" name="Google Shape;3412;p3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413" name="Google Shape;3413;p34"/>
            <p:cNvGrpSpPr/>
            <p:nvPr/>
          </p:nvGrpSpPr>
          <p:grpSpPr>
            <a:xfrm flipH="1">
              <a:off x="7807599" y="5100666"/>
              <a:ext cx="345630" cy="320302"/>
              <a:chOff x="2839" y="3501"/>
              <a:chExt cx="755" cy="803"/>
            </a:xfrm>
          </p:grpSpPr>
          <p:pic>
            <p:nvPicPr>
              <p:cNvPr descr="desktop_computer_stylized_medium" id="3414" name="Google Shape;3414;p34"/>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3415" name="Google Shape;3415;p3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416" name="Google Shape;3416;p34"/>
            <p:cNvGrpSpPr/>
            <p:nvPr/>
          </p:nvGrpSpPr>
          <p:grpSpPr>
            <a:xfrm>
              <a:off x="10024601" y="5489612"/>
              <a:ext cx="141376" cy="246700"/>
              <a:chOff x="4140" y="429"/>
              <a:chExt cx="1425" cy="2396"/>
            </a:xfrm>
          </p:grpSpPr>
          <p:sp>
            <p:nvSpPr>
              <p:cNvPr id="3417" name="Google Shape;3417;p3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18" name="Google Shape;3418;p3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419" name="Google Shape;3419;p3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20" name="Google Shape;3420;p3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21" name="Google Shape;3421;p3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422" name="Google Shape;3422;p34"/>
              <p:cNvGrpSpPr/>
              <p:nvPr/>
            </p:nvGrpSpPr>
            <p:grpSpPr>
              <a:xfrm>
                <a:off x="4748" y="666"/>
                <a:ext cx="578" cy="150"/>
                <a:chOff x="613" y="2566"/>
                <a:chExt cx="721" cy="144"/>
              </a:xfrm>
            </p:grpSpPr>
            <p:sp>
              <p:nvSpPr>
                <p:cNvPr id="3423" name="Google Shape;3423;p3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424" name="Google Shape;3424;p3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425" name="Google Shape;3425;p3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426" name="Google Shape;3426;p34"/>
              <p:cNvGrpSpPr/>
              <p:nvPr/>
            </p:nvGrpSpPr>
            <p:grpSpPr>
              <a:xfrm>
                <a:off x="4748" y="990"/>
                <a:ext cx="578" cy="134"/>
                <a:chOff x="615" y="2564"/>
                <a:chExt cx="721" cy="139"/>
              </a:xfrm>
            </p:grpSpPr>
            <p:sp>
              <p:nvSpPr>
                <p:cNvPr id="3427" name="Google Shape;3427;p3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428" name="Google Shape;3428;p3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429" name="Google Shape;3429;p3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430" name="Google Shape;3430;p3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431" name="Google Shape;3431;p34"/>
              <p:cNvGrpSpPr/>
              <p:nvPr/>
            </p:nvGrpSpPr>
            <p:grpSpPr>
              <a:xfrm>
                <a:off x="4738" y="1647"/>
                <a:ext cx="578" cy="135"/>
                <a:chOff x="618" y="2586"/>
                <a:chExt cx="720" cy="124"/>
              </a:xfrm>
            </p:grpSpPr>
            <p:sp>
              <p:nvSpPr>
                <p:cNvPr id="3432" name="Google Shape;3432;p3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433" name="Google Shape;3433;p3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434" name="Google Shape;3434;p3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435" name="Google Shape;3435;p34"/>
              <p:cNvGrpSpPr/>
              <p:nvPr/>
            </p:nvGrpSpPr>
            <p:grpSpPr>
              <a:xfrm>
                <a:off x="4738" y="1330"/>
                <a:ext cx="588" cy="134"/>
                <a:chOff x="613" y="2571"/>
                <a:chExt cx="732" cy="134"/>
              </a:xfrm>
            </p:grpSpPr>
            <p:sp>
              <p:nvSpPr>
                <p:cNvPr id="3436" name="Google Shape;3436;p3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437" name="Google Shape;3437;p3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438" name="Google Shape;3438;p3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439" name="Google Shape;3439;p3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0" name="Google Shape;3440;p3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1" name="Google Shape;3441;p3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442" name="Google Shape;3442;p3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3" name="Google Shape;3443;p3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444" name="Google Shape;3444;p3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445" name="Google Shape;3445;p3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446" name="Google Shape;3446;p3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3447" name="Google Shape;3447;p3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448" name="Google Shape;3448;p3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6">
                                            <p:txEl>
                                              <p:pRg end="0" st="0"/>
                                            </p:txEl>
                                          </p:spTgt>
                                        </p:tgtEl>
                                        <p:attrNameLst>
                                          <p:attrName>style.visibility</p:attrName>
                                        </p:attrNameLst>
                                      </p:cBhvr>
                                      <p:to>
                                        <p:strVal val="visible"/>
                                      </p:to>
                                    </p:set>
                                    <p:animEffect filter="fade" transition="in">
                                      <p:cBhvr>
                                        <p:cTn dur="500"/>
                                        <p:tgtEl>
                                          <p:spTgt spid="30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6">
                                            <p:txEl>
                                              <p:pRg end="1" st="1"/>
                                            </p:txEl>
                                          </p:spTgt>
                                        </p:tgtEl>
                                        <p:attrNameLst>
                                          <p:attrName>style.visibility</p:attrName>
                                        </p:attrNameLst>
                                      </p:cBhvr>
                                      <p:to>
                                        <p:strVal val="visible"/>
                                      </p:to>
                                    </p:set>
                                    <p:animEffect filter="fade" transition="in">
                                      <p:cBhvr>
                                        <p:cTn dur="500"/>
                                        <p:tgtEl>
                                          <p:spTgt spid="30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6">
                                            <p:txEl>
                                              <p:pRg end="2" st="2"/>
                                            </p:txEl>
                                          </p:spTgt>
                                        </p:tgtEl>
                                        <p:attrNameLst>
                                          <p:attrName>style.visibility</p:attrName>
                                        </p:attrNameLst>
                                      </p:cBhvr>
                                      <p:to>
                                        <p:strVal val="visible"/>
                                      </p:to>
                                    </p:set>
                                    <p:animEffect filter="fade" transition="in">
                                      <p:cBhvr>
                                        <p:cTn dur="500"/>
                                        <p:tgtEl>
                                          <p:spTgt spid="30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6">
                                            <p:txEl>
                                              <p:pRg end="3" st="3"/>
                                            </p:txEl>
                                          </p:spTgt>
                                        </p:tgtEl>
                                        <p:attrNameLst>
                                          <p:attrName>style.visibility</p:attrName>
                                        </p:attrNameLst>
                                      </p:cBhvr>
                                      <p:to>
                                        <p:strVal val="visible"/>
                                      </p:to>
                                    </p:set>
                                    <p:animEffect filter="fade" transition="in">
                                      <p:cBhvr>
                                        <p:cTn dur="500"/>
                                        <p:tgtEl>
                                          <p:spTgt spid="30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6">
                                            <p:txEl>
                                              <p:pRg end="4" st="4"/>
                                            </p:txEl>
                                          </p:spTgt>
                                        </p:tgtEl>
                                        <p:attrNameLst>
                                          <p:attrName>style.visibility</p:attrName>
                                        </p:attrNameLst>
                                      </p:cBhvr>
                                      <p:to>
                                        <p:strVal val="visible"/>
                                      </p:to>
                                    </p:set>
                                    <p:animEffect filter="fade" transition="in">
                                      <p:cBhvr>
                                        <p:cTn dur="500"/>
                                        <p:tgtEl>
                                          <p:spTgt spid="30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6">
                                            <p:txEl>
                                              <p:pRg end="5" st="5"/>
                                            </p:txEl>
                                          </p:spTgt>
                                        </p:tgtEl>
                                        <p:attrNameLst>
                                          <p:attrName>style.visibility</p:attrName>
                                        </p:attrNameLst>
                                      </p:cBhvr>
                                      <p:to>
                                        <p:strVal val="visible"/>
                                      </p:to>
                                    </p:set>
                                    <p:animEffect filter="fade" transition="in">
                                      <p:cBhvr>
                                        <p:cTn dur="500"/>
                                        <p:tgtEl>
                                          <p:spTgt spid="30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7"/>
                                        </p:tgtEl>
                                        <p:attrNameLst>
                                          <p:attrName>style.visibility</p:attrName>
                                        </p:attrNameLst>
                                      </p:cBhvr>
                                      <p:to>
                                        <p:strVal val="visible"/>
                                      </p:to>
                                    </p:set>
                                    <p:animEffect filter="fade" transition="in">
                                      <p:cBhvr>
                                        <p:cTn dur="500"/>
                                        <p:tgtEl>
                                          <p:spTgt spid="30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3" name="Shape 3453"/>
        <p:cNvGrpSpPr/>
        <p:nvPr/>
      </p:nvGrpSpPr>
      <p:grpSpPr>
        <a:xfrm>
          <a:off x="0" y="0"/>
          <a:ext cx="0" cy="0"/>
          <a:chOff x="0" y="0"/>
          <a:chExt cx="0" cy="0"/>
        </a:xfrm>
      </p:grpSpPr>
      <p:sp>
        <p:nvSpPr>
          <p:cNvPr id="3454" name="Google Shape;3454;p35"/>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sp>
        <p:nvSpPr>
          <p:cNvPr id="3455" name="Google Shape;3455;p35"/>
          <p:cNvSpPr txBox="1"/>
          <p:nvPr/>
        </p:nvSpPr>
        <p:spPr>
          <a:xfrm>
            <a:off x="968218" y="1257581"/>
            <a:ext cx="10326105" cy="514434"/>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90000"/>
              </a:lnSpc>
              <a:spcBef>
                <a:spcPts val="0"/>
              </a:spcBef>
              <a:spcAft>
                <a:spcPts val="0"/>
              </a:spcAft>
              <a:buClr>
                <a:srgbClr val="0000A3"/>
              </a:buClr>
              <a:buSzPct val="75000"/>
              <a:buFont typeface="Noto Sans Symbols"/>
              <a:buNone/>
            </a:pPr>
            <a:r>
              <a:rPr b="0" i="1" lang="en-US" sz="2800" u="none" cap="none" strike="noStrike">
                <a:solidFill>
                  <a:srgbClr val="CC0000"/>
                </a:solidFill>
                <a:latin typeface="Calibri"/>
                <a:ea typeface="Calibri"/>
                <a:cs typeface="Calibri"/>
                <a:sym typeface="Calibri"/>
              </a:rPr>
              <a:t>Question: </a:t>
            </a:r>
            <a:r>
              <a:rPr b="0" i="0" lang="en-US" sz="2800" u="none" cap="none" strike="noStrike">
                <a:solidFill>
                  <a:srgbClr val="000000"/>
                </a:solidFill>
                <a:latin typeface="Calibri"/>
                <a:ea typeface="Calibri"/>
                <a:cs typeface="Calibri"/>
                <a:sym typeface="Calibri"/>
              </a:rPr>
              <a:t>given </a:t>
            </a:r>
            <a:r>
              <a:rPr b="0" i="1" lang="en-US" sz="2800" u="none" cap="none" strike="noStrike">
                <a:solidFill>
                  <a:srgbClr val="000000"/>
                </a:solidFill>
                <a:latin typeface="Calibri"/>
                <a:ea typeface="Calibri"/>
                <a:cs typeface="Calibri"/>
                <a:sym typeface="Calibri"/>
              </a:rPr>
              <a:t>millions</a:t>
            </a:r>
            <a:r>
              <a:rPr b="0" i="0" lang="en-US" sz="2800" u="none" cap="none" strike="noStrike">
                <a:solidFill>
                  <a:srgbClr val="000000"/>
                </a:solidFill>
                <a:latin typeface="Calibri"/>
                <a:ea typeface="Calibri"/>
                <a:cs typeface="Calibri"/>
                <a:sym typeface="Calibri"/>
              </a:rPr>
              <a:t> of access ISPs, how to connect them together?</a:t>
            </a:r>
            <a:endParaRPr b="0" i="0" sz="2800" u="none" cap="none" strike="noStrike">
              <a:solidFill>
                <a:srgbClr val="000000"/>
              </a:solidFill>
              <a:latin typeface="Calibri"/>
              <a:ea typeface="Calibri"/>
              <a:cs typeface="Calibri"/>
              <a:sym typeface="Calibri"/>
            </a:endParaRPr>
          </a:p>
        </p:txBody>
      </p:sp>
      <p:grpSp>
        <p:nvGrpSpPr>
          <p:cNvPr id="3456" name="Google Shape;3456;p35"/>
          <p:cNvGrpSpPr/>
          <p:nvPr/>
        </p:nvGrpSpPr>
        <p:grpSpPr>
          <a:xfrm>
            <a:off x="1589588" y="1850610"/>
            <a:ext cx="8467869" cy="4691676"/>
            <a:chOff x="124589" y="1837771"/>
            <a:chExt cx="8466729" cy="4692037"/>
          </a:xfrm>
        </p:grpSpPr>
        <p:grpSp>
          <p:nvGrpSpPr>
            <p:cNvPr id="3457" name="Google Shape;3457;p35"/>
            <p:cNvGrpSpPr/>
            <p:nvPr/>
          </p:nvGrpSpPr>
          <p:grpSpPr>
            <a:xfrm>
              <a:off x="1529396" y="2297655"/>
              <a:ext cx="648422" cy="418253"/>
              <a:chOff x="3053396" y="4304255"/>
              <a:chExt cx="648422" cy="418253"/>
            </a:xfrm>
          </p:grpSpPr>
          <p:sp>
            <p:nvSpPr>
              <p:cNvPr id="3458" name="Google Shape;3458;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59" name="Google Shape;3459;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60" name="Google Shape;3460;p35"/>
            <p:cNvGrpSpPr/>
            <p:nvPr/>
          </p:nvGrpSpPr>
          <p:grpSpPr>
            <a:xfrm>
              <a:off x="373696" y="3097755"/>
              <a:ext cx="648422" cy="418253"/>
              <a:chOff x="3053396" y="4304255"/>
              <a:chExt cx="648422" cy="418253"/>
            </a:xfrm>
          </p:grpSpPr>
          <p:sp>
            <p:nvSpPr>
              <p:cNvPr id="3461" name="Google Shape;3461;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62" name="Google Shape;3462;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63" name="Google Shape;3463;p35"/>
            <p:cNvGrpSpPr/>
            <p:nvPr/>
          </p:nvGrpSpPr>
          <p:grpSpPr>
            <a:xfrm>
              <a:off x="6037896" y="2551655"/>
              <a:ext cx="648422" cy="418253"/>
              <a:chOff x="3053396" y="4304255"/>
              <a:chExt cx="648422" cy="418253"/>
            </a:xfrm>
          </p:grpSpPr>
          <p:sp>
            <p:nvSpPr>
              <p:cNvPr id="3464" name="Google Shape;3464;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65" name="Google Shape;3465;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66" name="Google Shape;3466;p35"/>
            <p:cNvGrpSpPr/>
            <p:nvPr/>
          </p:nvGrpSpPr>
          <p:grpSpPr>
            <a:xfrm>
              <a:off x="945196" y="5409155"/>
              <a:ext cx="648422" cy="418253"/>
              <a:chOff x="3053396" y="4304255"/>
              <a:chExt cx="648422" cy="418253"/>
            </a:xfrm>
          </p:grpSpPr>
          <p:sp>
            <p:nvSpPr>
              <p:cNvPr id="3467" name="Google Shape;3467;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68" name="Google Shape;3468;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69" name="Google Shape;3469;p35"/>
            <p:cNvGrpSpPr/>
            <p:nvPr/>
          </p:nvGrpSpPr>
          <p:grpSpPr>
            <a:xfrm>
              <a:off x="526096" y="4786855"/>
              <a:ext cx="648422" cy="418253"/>
              <a:chOff x="3053396" y="4304255"/>
              <a:chExt cx="648422" cy="418253"/>
            </a:xfrm>
          </p:grpSpPr>
          <p:sp>
            <p:nvSpPr>
              <p:cNvPr id="3470" name="Google Shape;3470;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71" name="Google Shape;3471;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72" name="Google Shape;3472;p35"/>
            <p:cNvGrpSpPr/>
            <p:nvPr/>
          </p:nvGrpSpPr>
          <p:grpSpPr>
            <a:xfrm>
              <a:off x="297496" y="4126455"/>
              <a:ext cx="648422" cy="418253"/>
              <a:chOff x="3053396" y="4304255"/>
              <a:chExt cx="648422" cy="418253"/>
            </a:xfrm>
          </p:grpSpPr>
          <p:sp>
            <p:nvSpPr>
              <p:cNvPr id="3473" name="Google Shape;3473;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74" name="Google Shape;3474;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75" name="Google Shape;3475;p35"/>
            <p:cNvGrpSpPr/>
            <p:nvPr/>
          </p:nvGrpSpPr>
          <p:grpSpPr>
            <a:xfrm>
              <a:off x="6787196" y="2983455"/>
              <a:ext cx="648422" cy="418253"/>
              <a:chOff x="3053396" y="4304255"/>
              <a:chExt cx="648422" cy="418253"/>
            </a:xfrm>
          </p:grpSpPr>
          <p:sp>
            <p:nvSpPr>
              <p:cNvPr id="3476" name="Google Shape;3476;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77" name="Google Shape;3477;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78" name="Google Shape;3478;p35"/>
            <p:cNvGrpSpPr/>
            <p:nvPr/>
          </p:nvGrpSpPr>
          <p:grpSpPr>
            <a:xfrm>
              <a:off x="3129596" y="2056355"/>
              <a:ext cx="648422" cy="418253"/>
              <a:chOff x="3053396" y="4304255"/>
              <a:chExt cx="648422" cy="418253"/>
            </a:xfrm>
          </p:grpSpPr>
          <p:sp>
            <p:nvSpPr>
              <p:cNvPr id="3479" name="Google Shape;3479;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0" name="Google Shape;3480;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81" name="Google Shape;3481;p35"/>
            <p:cNvGrpSpPr/>
            <p:nvPr/>
          </p:nvGrpSpPr>
          <p:grpSpPr>
            <a:xfrm>
              <a:off x="754696" y="2704055"/>
              <a:ext cx="648422" cy="418253"/>
              <a:chOff x="3053396" y="4304255"/>
              <a:chExt cx="648422" cy="418253"/>
            </a:xfrm>
          </p:grpSpPr>
          <p:sp>
            <p:nvSpPr>
              <p:cNvPr id="3482" name="Google Shape;3482;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3" name="Google Shape;3483;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84" name="Google Shape;3484;p35"/>
            <p:cNvGrpSpPr/>
            <p:nvPr/>
          </p:nvGrpSpPr>
          <p:grpSpPr>
            <a:xfrm>
              <a:off x="4043996" y="2030955"/>
              <a:ext cx="648422" cy="418253"/>
              <a:chOff x="3053396" y="4304255"/>
              <a:chExt cx="648422" cy="418253"/>
            </a:xfrm>
          </p:grpSpPr>
          <p:sp>
            <p:nvSpPr>
              <p:cNvPr id="3485" name="Google Shape;3485;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6" name="Google Shape;3486;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87" name="Google Shape;3487;p35"/>
            <p:cNvGrpSpPr/>
            <p:nvPr/>
          </p:nvGrpSpPr>
          <p:grpSpPr>
            <a:xfrm>
              <a:off x="7104696" y="5663155"/>
              <a:ext cx="648422" cy="418253"/>
              <a:chOff x="3053396" y="4304255"/>
              <a:chExt cx="648422" cy="418253"/>
            </a:xfrm>
          </p:grpSpPr>
          <p:sp>
            <p:nvSpPr>
              <p:cNvPr id="3488" name="Google Shape;3488;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9" name="Google Shape;3489;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90" name="Google Shape;3490;p35"/>
            <p:cNvGrpSpPr/>
            <p:nvPr/>
          </p:nvGrpSpPr>
          <p:grpSpPr>
            <a:xfrm>
              <a:off x="7942896" y="5015455"/>
              <a:ext cx="648422" cy="418253"/>
              <a:chOff x="3053396" y="4304255"/>
              <a:chExt cx="648422" cy="418253"/>
            </a:xfrm>
          </p:grpSpPr>
          <p:sp>
            <p:nvSpPr>
              <p:cNvPr id="3491" name="Google Shape;3491;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92" name="Google Shape;3492;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93" name="Google Shape;3493;p35"/>
            <p:cNvGrpSpPr/>
            <p:nvPr/>
          </p:nvGrpSpPr>
          <p:grpSpPr>
            <a:xfrm>
              <a:off x="7714296" y="4101055"/>
              <a:ext cx="648422" cy="418253"/>
              <a:chOff x="3053396" y="4304255"/>
              <a:chExt cx="648422" cy="418253"/>
            </a:xfrm>
          </p:grpSpPr>
          <p:sp>
            <p:nvSpPr>
              <p:cNvPr id="3494" name="Google Shape;3494;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95" name="Google Shape;3495;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96" name="Google Shape;3496;p35"/>
            <p:cNvGrpSpPr/>
            <p:nvPr/>
          </p:nvGrpSpPr>
          <p:grpSpPr>
            <a:xfrm>
              <a:off x="4869496" y="5904455"/>
              <a:ext cx="648422" cy="418253"/>
              <a:chOff x="3053396" y="4304255"/>
              <a:chExt cx="648422" cy="418253"/>
            </a:xfrm>
          </p:grpSpPr>
          <p:sp>
            <p:nvSpPr>
              <p:cNvPr id="3497" name="Google Shape;3497;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98" name="Google Shape;3498;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499" name="Google Shape;3499;p35"/>
            <p:cNvGrpSpPr/>
            <p:nvPr/>
          </p:nvGrpSpPr>
          <p:grpSpPr>
            <a:xfrm>
              <a:off x="3955096" y="6044155"/>
              <a:ext cx="648422" cy="418253"/>
              <a:chOff x="3053396" y="4304255"/>
              <a:chExt cx="648422" cy="418253"/>
            </a:xfrm>
          </p:grpSpPr>
          <p:sp>
            <p:nvSpPr>
              <p:cNvPr id="3500" name="Google Shape;3500;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1" name="Google Shape;3501;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502" name="Google Shape;3502;p35"/>
            <p:cNvGrpSpPr/>
            <p:nvPr/>
          </p:nvGrpSpPr>
          <p:grpSpPr>
            <a:xfrm>
              <a:off x="2735896" y="5891755"/>
              <a:ext cx="648422" cy="418253"/>
              <a:chOff x="3053396" y="4304255"/>
              <a:chExt cx="648422" cy="418253"/>
            </a:xfrm>
          </p:grpSpPr>
          <p:sp>
            <p:nvSpPr>
              <p:cNvPr id="3503" name="Google Shape;3503;p35"/>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4" name="Google Shape;3504;p35"/>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sp>
          <p:nvSpPr>
            <p:cNvPr id="3505" name="Google Shape;3505;p35"/>
            <p:cNvSpPr txBox="1"/>
            <p:nvPr/>
          </p:nvSpPr>
          <p:spPr>
            <a:xfrm rot="1053502">
              <a:off x="5143500" y="1955800"/>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506" name="Google Shape;3506;p35"/>
            <p:cNvSpPr txBox="1"/>
            <p:nvPr/>
          </p:nvSpPr>
          <p:spPr>
            <a:xfrm rot="2829263">
              <a:off x="7429500" y="3429000"/>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507" name="Google Shape;3507;p35"/>
            <p:cNvSpPr txBox="1"/>
            <p:nvPr/>
          </p:nvSpPr>
          <p:spPr>
            <a:xfrm rot="9845918">
              <a:off x="6098241" y="5942112"/>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508" name="Google Shape;3508;p35"/>
            <p:cNvSpPr txBox="1"/>
            <p:nvPr/>
          </p:nvSpPr>
          <p:spPr>
            <a:xfrm rot="-9948738">
              <a:off x="1730786" y="5845469"/>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509" name="Google Shape;3509;p35"/>
            <p:cNvSpPr txBox="1"/>
            <p:nvPr/>
          </p:nvSpPr>
          <p:spPr>
            <a:xfrm rot="-4992697">
              <a:off x="144631" y="3539025"/>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510" name="Google Shape;3510;p35"/>
            <p:cNvSpPr txBox="1"/>
            <p:nvPr/>
          </p:nvSpPr>
          <p:spPr>
            <a:xfrm rot="-1017263">
              <a:off x="2330376" y="1905681"/>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5" name="Shape 3515"/>
        <p:cNvGrpSpPr/>
        <p:nvPr/>
      </p:nvGrpSpPr>
      <p:grpSpPr>
        <a:xfrm>
          <a:off x="0" y="0"/>
          <a:ext cx="0" cy="0"/>
          <a:chOff x="0" y="0"/>
          <a:chExt cx="0" cy="0"/>
        </a:xfrm>
      </p:grpSpPr>
      <p:grpSp>
        <p:nvGrpSpPr>
          <p:cNvPr id="3516" name="Google Shape;3516;p36"/>
          <p:cNvGrpSpPr/>
          <p:nvPr/>
        </p:nvGrpSpPr>
        <p:grpSpPr>
          <a:xfrm>
            <a:off x="2167030" y="2360613"/>
            <a:ext cx="7377058" cy="3824137"/>
            <a:chOff x="872304" y="2295063"/>
            <a:chExt cx="7377592" cy="3825115"/>
          </a:xfrm>
        </p:grpSpPr>
        <p:cxnSp>
          <p:nvCxnSpPr>
            <p:cNvPr id="3517" name="Google Shape;3517;p36"/>
            <p:cNvCxnSpPr/>
            <p:nvPr/>
          </p:nvCxnSpPr>
          <p:spPr>
            <a:xfrm flipH="1" rot="10800000">
              <a:off x="1661409" y="2570969"/>
              <a:ext cx="577293" cy="2802668"/>
            </a:xfrm>
            <a:prstGeom prst="straightConnector1">
              <a:avLst/>
            </a:prstGeom>
            <a:noFill/>
            <a:ln cap="flat" cmpd="sng" w="9525">
              <a:solidFill>
                <a:schemeClr val="dk1"/>
              </a:solidFill>
              <a:prstDash val="solid"/>
              <a:round/>
              <a:headEnd len="sm" w="sm" type="none"/>
              <a:tailEnd len="sm" w="sm" type="none"/>
            </a:ln>
          </p:spPr>
        </p:cxnSp>
        <p:cxnSp>
          <p:nvCxnSpPr>
            <p:cNvPr id="3518" name="Google Shape;3518;p36"/>
            <p:cNvCxnSpPr/>
            <p:nvPr/>
          </p:nvCxnSpPr>
          <p:spPr>
            <a:xfrm rot="10800000">
              <a:off x="1509155" y="3032403"/>
              <a:ext cx="171469" cy="2327124"/>
            </a:xfrm>
            <a:prstGeom prst="straightConnector1">
              <a:avLst/>
            </a:prstGeom>
            <a:noFill/>
            <a:ln cap="flat" cmpd="sng" w="9525">
              <a:solidFill>
                <a:schemeClr val="dk1"/>
              </a:solidFill>
              <a:prstDash val="solid"/>
              <a:round/>
              <a:headEnd len="sm" w="sm" type="none"/>
              <a:tailEnd len="sm" w="sm" type="none"/>
            </a:ln>
          </p:spPr>
        </p:cxnSp>
        <p:cxnSp>
          <p:nvCxnSpPr>
            <p:cNvPr id="3519" name="Google Shape;3519;p36"/>
            <p:cNvCxnSpPr/>
            <p:nvPr/>
          </p:nvCxnSpPr>
          <p:spPr>
            <a:xfrm rot="10800000">
              <a:off x="1185287" y="3451504"/>
              <a:ext cx="495337" cy="1908023"/>
            </a:xfrm>
            <a:prstGeom prst="straightConnector1">
              <a:avLst/>
            </a:prstGeom>
            <a:noFill/>
            <a:ln cap="flat" cmpd="sng" w="9525">
              <a:solidFill>
                <a:schemeClr val="dk1"/>
              </a:solidFill>
              <a:prstDash val="solid"/>
              <a:round/>
              <a:headEnd len="sm" w="sm" type="none"/>
              <a:tailEnd len="sm" w="sm" type="none"/>
            </a:ln>
          </p:spPr>
        </p:cxnSp>
        <p:cxnSp>
          <p:nvCxnSpPr>
            <p:cNvPr id="3520" name="Google Shape;3520;p36"/>
            <p:cNvCxnSpPr/>
            <p:nvPr/>
          </p:nvCxnSpPr>
          <p:spPr>
            <a:xfrm rot="10800000">
              <a:off x="1181567" y="4298698"/>
              <a:ext cx="499057" cy="1060829"/>
            </a:xfrm>
            <a:prstGeom prst="straightConnector1">
              <a:avLst/>
            </a:prstGeom>
            <a:noFill/>
            <a:ln cap="flat" cmpd="sng" w="9525">
              <a:solidFill>
                <a:schemeClr val="dk1"/>
              </a:solidFill>
              <a:prstDash val="solid"/>
              <a:round/>
              <a:headEnd len="sm" w="sm" type="none"/>
              <a:tailEnd len="sm" w="sm" type="none"/>
            </a:ln>
          </p:spPr>
        </p:cxnSp>
        <p:cxnSp>
          <p:nvCxnSpPr>
            <p:cNvPr id="3521" name="Google Shape;3521;p36"/>
            <p:cNvCxnSpPr/>
            <p:nvPr/>
          </p:nvCxnSpPr>
          <p:spPr>
            <a:xfrm rot="10800000">
              <a:off x="1386886" y="4980292"/>
              <a:ext cx="293738" cy="379235"/>
            </a:xfrm>
            <a:prstGeom prst="straightConnector1">
              <a:avLst/>
            </a:prstGeom>
            <a:noFill/>
            <a:ln cap="flat" cmpd="sng" w="9525">
              <a:solidFill>
                <a:schemeClr val="dk1"/>
              </a:solidFill>
              <a:prstDash val="solid"/>
              <a:round/>
              <a:headEnd len="sm" w="sm" type="none"/>
              <a:tailEnd len="sm" w="sm" type="none"/>
            </a:ln>
          </p:spPr>
        </p:cxnSp>
        <p:cxnSp>
          <p:nvCxnSpPr>
            <p:cNvPr id="3522" name="Google Shape;3522;p36"/>
            <p:cNvCxnSpPr/>
            <p:nvPr/>
          </p:nvCxnSpPr>
          <p:spPr>
            <a:xfrm rot="10800000">
              <a:off x="1661409" y="5373637"/>
              <a:ext cx="1526432" cy="593006"/>
            </a:xfrm>
            <a:prstGeom prst="straightConnector1">
              <a:avLst/>
            </a:prstGeom>
            <a:noFill/>
            <a:ln cap="flat" cmpd="sng" w="9525">
              <a:solidFill>
                <a:schemeClr val="dk1"/>
              </a:solidFill>
              <a:prstDash val="solid"/>
              <a:round/>
              <a:headEnd len="sm" w="sm" type="none"/>
              <a:tailEnd len="sm" w="sm" type="none"/>
            </a:ln>
          </p:spPr>
        </p:cxnSp>
        <p:cxnSp>
          <p:nvCxnSpPr>
            <p:cNvPr id="3523" name="Google Shape;3523;p36"/>
            <p:cNvCxnSpPr/>
            <p:nvPr/>
          </p:nvCxnSpPr>
          <p:spPr>
            <a:xfrm rot="10800000">
              <a:off x="1680624" y="5359527"/>
              <a:ext cx="2723702" cy="703074"/>
            </a:xfrm>
            <a:prstGeom prst="straightConnector1">
              <a:avLst/>
            </a:prstGeom>
            <a:noFill/>
            <a:ln cap="flat" cmpd="sng" w="9525">
              <a:solidFill>
                <a:schemeClr val="dk1"/>
              </a:solidFill>
              <a:prstDash val="solid"/>
              <a:round/>
              <a:headEnd len="sm" w="sm" type="none"/>
              <a:tailEnd len="sm" w="sm" type="none"/>
            </a:ln>
          </p:spPr>
        </p:cxnSp>
        <p:cxnSp>
          <p:nvCxnSpPr>
            <p:cNvPr id="3524" name="Google Shape;3524;p36"/>
            <p:cNvCxnSpPr/>
            <p:nvPr/>
          </p:nvCxnSpPr>
          <p:spPr>
            <a:xfrm rot="10800000">
              <a:off x="1680624" y="5359527"/>
              <a:ext cx="3605885" cy="619006"/>
            </a:xfrm>
            <a:prstGeom prst="straightConnector1">
              <a:avLst/>
            </a:prstGeom>
            <a:noFill/>
            <a:ln cap="flat" cmpd="sng" w="9525">
              <a:solidFill>
                <a:schemeClr val="dk1"/>
              </a:solidFill>
              <a:prstDash val="solid"/>
              <a:round/>
              <a:headEnd len="sm" w="sm" type="none"/>
              <a:tailEnd len="sm" w="sm" type="none"/>
            </a:ln>
          </p:spPr>
        </p:cxnSp>
        <p:cxnSp>
          <p:nvCxnSpPr>
            <p:cNvPr id="3525" name="Google Shape;3525;p36"/>
            <p:cNvCxnSpPr/>
            <p:nvPr/>
          </p:nvCxnSpPr>
          <p:spPr>
            <a:xfrm flipH="1">
              <a:off x="1680624" y="5184745"/>
              <a:ext cx="6569272" cy="174782"/>
            </a:xfrm>
            <a:prstGeom prst="straightConnector1">
              <a:avLst/>
            </a:prstGeom>
            <a:noFill/>
            <a:ln cap="flat" cmpd="sng" w="9525">
              <a:solidFill>
                <a:schemeClr val="dk1"/>
              </a:solidFill>
              <a:prstDash val="solid"/>
              <a:round/>
              <a:headEnd len="sm" w="sm" type="none"/>
              <a:tailEnd len="sm" w="sm" type="none"/>
            </a:ln>
          </p:spPr>
        </p:cxnSp>
        <p:cxnSp>
          <p:nvCxnSpPr>
            <p:cNvPr id="3526" name="Google Shape;3526;p36"/>
            <p:cNvCxnSpPr/>
            <p:nvPr/>
          </p:nvCxnSpPr>
          <p:spPr>
            <a:xfrm rot="10800000">
              <a:off x="1680624" y="5359527"/>
              <a:ext cx="5742435" cy="486708"/>
            </a:xfrm>
            <a:prstGeom prst="straightConnector1">
              <a:avLst/>
            </a:prstGeom>
            <a:noFill/>
            <a:ln cap="flat" cmpd="sng" w="9525">
              <a:solidFill>
                <a:schemeClr val="dk1"/>
              </a:solidFill>
              <a:prstDash val="solid"/>
              <a:round/>
              <a:headEnd len="sm" w="sm" type="none"/>
              <a:tailEnd len="sm" w="sm" type="none"/>
            </a:ln>
          </p:spPr>
        </p:cxnSp>
        <p:cxnSp>
          <p:nvCxnSpPr>
            <p:cNvPr id="3527" name="Google Shape;3527;p36"/>
            <p:cNvCxnSpPr/>
            <p:nvPr/>
          </p:nvCxnSpPr>
          <p:spPr>
            <a:xfrm flipH="1">
              <a:off x="1680624" y="4311835"/>
              <a:ext cx="6338019" cy="1047692"/>
            </a:xfrm>
            <a:prstGeom prst="straightConnector1">
              <a:avLst/>
            </a:prstGeom>
            <a:noFill/>
            <a:ln cap="flat" cmpd="sng" w="9525">
              <a:solidFill>
                <a:schemeClr val="dk1"/>
              </a:solidFill>
              <a:prstDash val="solid"/>
              <a:round/>
              <a:headEnd len="sm" w="sm" type="none"/>
              <a:tailEnd len="sm" w="sm" type="none"/>
            </a:ln>
          </p:spPr>
        </p:cxnSp>
        <p:cxnSp>
          <p:nvCxnSpPr>
            <p:cNvPr id="3528" name="Google Shape;3528;p36"/>
            <p:cNvCxnSpPr/>
            <p:nvPr/>
          </p:nvCxnSpPr>
          <p:spPr>
            <a:xfrm flipH="1">
              <a:off x="1680624" y="3273553"/>
              <a:ext cx="5749312" cy="2085974"/>
            </a:xfrm>
            <a:prstGeom prst="straightConnector1">
              <a:avLst/>
            </a:prstGeom>
            <a:noFill/>
            <a:ln cap="flat" cmpd="sng" w="9525">
              <a:solidFill>
                <a:schemeClr val="dk1"/>
              </a:solidFill>
              <a:prstDash val="solid"/>
              <a:round/>
              <a:headEnd len="sm" w="sm" type="none"/>
              <a:tailEnd len="sm" w="sm" type="none"/>
            </a:ln>
          </p:spPr>
        </p:cxnSp>
        <p:cxnSp>
          <p:nvCxnSpPr>
            <p:cNvPr id="3529" name="Google Shape;3529;p36"/>
            <p:cNvCxnSpPr/>
            <p:nvPr/>
          </p:nvCxnSpPr>
          <p:spPr>
            <a:xfrm flipH="1">
              <a:off x="1680624" y="2784308"/>
              <a:ext cx="4942318" cy="2575219"/>
            </a:xfrm>
            <a:prstGeom prst="straightConnector1">
              <a:avLst/>
            </a:prstGeom>
            <a:noFill/>
            <a:ln cap="flat" cmpd="sng" w="9525">
              <a:solidFill>
                <a:schemeClr val="dk1"/>
              </a:solidFill>
              <a:prstDash val="solid"/>
              <a:round/>
              <a:headEnd len="sm" w="sm" type="none"/>
              <a:tailEnd len="sm" w="sm" type="none"/>
            </a:ln>
          </p:spPr>
        </p:cxnSp>
        <p:cxnSp>
          <p:nvCxnSpPr>
            <p:cNvPr id="3530" name="Google Shape;3530;p36"/>
            <p:cNvCxnSpPr/>
            <p:nvPr/>
          </p:nvCxnSpPr>
          <p:spPr>
            <a:xfrm flipH="1">
              <a:off x="1680624" y="2295063"/>
              <a:ext cx="2971398" cy="3064464"/>
            </a:xfrm>
            <a:prstGeom prst="straightConnector1">
              <a:avLst/>
            </a:prstGeom>
            <a:noFill/>
            <a:ln cap="flat" cmpd="sng" w="9525">
              <a:solidFill>
                <a:schemeClr val="dk1"/>
              </a:solidFill>
              <a:prstDash val="solid"/>
              <a:round/>
              <a:headEnd len="sm" w="sm" type="none"/>
              <a:tailEnd len="sm" w="sm" type="none"/>
            </a:ln>
          </p:spPr>
        </p:cxnSp>
        <p:cxnSp>
          <p:nvCxnSpPr>
            <p:cNvPr id="3531" name="Google Shape;3531;p36"/>
            <p:cNvCxnSpPr/>
            <p:nvPr/>
          </p:nvCxnSpPr>
          <p:spPr>
            <a:xfrm flipH="1">
              <a:off x="1680624" y="2295321"/>
              <a:ext cx="2025496" cy="3064206"/>
            </a:xfrm>
            <a:prstGeom prst="straightConnector1">
              <a:avLst/>
            </a:prstGeom>
            <a:noFill/>
            <a:ln cap="flat" cmpd="sng" w="9525">
              <a:solidFill>
                <a:schemeClr val="dk1"/>
              </a:solidFill>
              <a:prstDash val="solid"/>
              <a:round/>
              <a:headEnd len="sm" w="sm" type="none"/>
              <a:tailEnd len="sm" w="sm" type="none"/>
            </a:ln>
          </p:spPr>
        </p:cxnSp>
        <p:sp>
          <p:nvSpPr>
            <p:cNvPr id="3532" name="Google Shape;3532;p36"/>
            <p:cNvSpPr txBox="1"/>
            <p:nvPr/>
          </p:nvSpPr>
          <p:spPr>
            <a:xfrm rot="5710989">
              <a:off x="859913" y="4114468"/>
              <a:ext cx="3642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533" name="Google Shape;3533;p36"/>
            <p:cNvSpPr txBox="1"/>
            <p:nvPr/>
          </p:nvSpPr>
          <p:spPr>
            <a:xfrm rot="7515077">
              <a:off x="4511491" y="5728762"/>
              <a:ext cx="3642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534" name="Google Shape;3534;p36"/>
            <p:cNvSpPr txBox="1"/>
            <p:nvPr/>
          </p:nvSpPr>
          <p:spPr>
            <a:xfrm rot="3940343">
              <a:off x="6392354" y="3846211"/>
              <a:ext cx="49244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p:txBody>
        </p:sp>
        <p:sp>
          <p:nvSpPr>
            <p:cNvPr id="3535" name="Google Shape;3535;p36"/>
            <p:cNvSpPr txBox="1"/>
            <p:nvPr/>
          </p:nvSpPr>
          <p:spPr>
            <a:xfrm rot="2048420">
              <a:off x="4482993" y="2684685"/>
              <a:ext cx="49244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p:txBody>
        </p:sp>
        <p:sp>
          <p:nvSpPr>
            <p:cNvPr id="3536" name="Google Shape;3536;p36"/>
            <p:cNvSpPr txBox="1"/>
            <p:nvPr/>
          </p:nvSpPr>
          <p:spPr>
            <a:xfrm rot="-316136">
              <a:off x="2189980" y="2687381"/>
              <a:ext cx="49244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p:txBody>
        </p:sp>
      </p:grpSp>
      <p:grpSp>
        <p:nvGrpSpPr>
          <p:cNvPr id="3537" name="Google Shape;3537;p36"/>
          <p:cNvGrpSpPr/>
          <p:nvPr/>
        </p:nvGrpSpPr>
        <p:grpSpPr>
          <a:xfrm>
            <a:off x="2375578" y="2337843"/>
            <a:ext cx="7094538" cy="3695700"/>
            <a:chOff x="862570" y="2361120"/>
            <a:chExt cx="7094553" cy="3695520"/>
          </a:xfrm>
        </p:grpSpPr>
        <p:cxnSp>
          <p:nvCxnSpPr>
            <p:cNvPr id="3538" name="Google Shape;3538;p36"/>
            <p:cNvCxnSpPr/>
            <p:nvPr/>
          </p:nvCxnSpPr>
          <p:spPr>
            <a:xfrm flipH="1">
              <a:off x="1446332" y="2897188"/>
              <a:ext cx="4736982" cy="2535176"/>
            </a:xfrm>
            <a:prstGeom prst="straightConnector1">
              <a:avLst/>
            </a:prstGeom>
            <a:noFill/>
            <a:ln cap="flat" cmpd="sng" w="9525">
              <a:solidFill>
                <a:schemeClr val="dk1"/>
              </a:solidFill>
              <a:prstDash val="solid"/>
              <a:round/>
              <a:headEnd len="sm" w="sm" type="none"/>
              <a:tailEnd len="sm" w="sm" type="none"/>
            </a:ln>
          </p:spPr>
        </p:cxnSp>
        <p:cxnSp>
          <p:nvCxnSpPr>
            <p:cNvPr id="3539" name="Google Shape;3539;p36"/>
            <p:cNvCxnSpPr/>
            <p:nvPr/>
          </p:nvCxnSpPr>
          <p:spPr>
            <a:xfrm flipH="1">
              <a:off x="2972043" y="2885760"/>
              <a:ext cx="3213953" cy="3041280"/>
            </a:xfrm>
            <a:prstGeom prst="straightConnector1">
              <a:avLst/>
            </a:prstGeom>
            <a:noFill/>
            <a:ln cap="flat" cmpd="sng" w="9525">
              <a:solidFill>
                <a:schemeClr val="dk1"/>
              </a:solidFill>
              <a:prstDash val="solid"/>
              <a:round/>
              <a:headEnd len="sm" w="sm" type="none"/>
              <a:tailEnd len="sm" w="sm" type="none"/>
            </a:ln>
          </p:spPr>
        </p:cxnSp>
        <p:cxnSp>
          <p:nvCxnSpPr>
            <p:cNvPr id="3540" name="Google Shape;3540;p36"/>
            <p:cNvCxnSpPr/>
            <p:nvPr/>
          </p:nvCxnSpPr>
          <p:spPr>
            <a:xfrm flipH="1">
              <a:off x="4328465" y="2877120"/>
              <a:ext cx="1866171" cy="3179520"/>
            </a:xfrm>
            <a:prstGeom prst="straightConnector1">
              <a:avLst/>
            </a:prstGeom>
            <a:noFill/>
            <a:ln cap="flat" cmpd="sng" w="9525">
              <a:solidFill>
                <a:schemeClr val="dk1"/>
              </a:solidFill>
              <a:prstDash val="solid"/>
              <a:round/>
              <a:headEnd len="sm" w="sm" type="none"/>
              <a:tailEnd len="sm" w="sm" type="none"/>
            </a:ln>
          </p:spPr>
        </p:cxnSp>
        <p:cxnSp>
          <p:nvCxnSpPr>
            <p:cNvPr id="3541" name="Google Shape;3541;p36"/>
            <p:cNvCxnSpPr/>
            <p:nvPr/>
          </p:nvCxnSpPr>
          <p:spPr>
            <a:xfrm flipH="1">
              <a:off x="5270184" y="2877120"/>
              <a:ext cx="915812" cy="3058560"/>
            </a:xfrm>
            <a:prstGeom prst="straightConnector1">
              <a:avLst/>
            </a:prstGeom>
            <a:noFill/>
            <a:ln cap="flat" cmpd="sng" w="9525">
              <a:solidFill>
                <a:schemeClr val="dk1"/>
              </a:solidFill>
              <a:prstDash val="solid"/>
              <a:round/>
              <a:headEnd len="sm" w="sm" type="none"/>
              <a:tailEnd len="sm" w="sm" type="none"/>
            </a:ln>
          </p:spPr>
        </p:cxnSp>
        <p:cxnSp>
          <p:nvCxnSpPr>
            <p:cNvPr id="3542" name="Google Shape;3542;p36"/>
            <p:cNvCxnSpPr/>
            <p:nvPr/>
          </p:nvCxnSpPr>
          <p:spPr>
            <a:xfrm>
              <a:off x="6167438" y="2901156"/>
              <a:ext cx="1141702" cy="2801244"/>
            </a:xfrm>
            <a:prstGeom prst="straightConnector1">
              <a:avLst/>
            </a:prstGeom>
            <a:noFill/>
            <a:ln cap="flat" cmpd="sng" w="9525">
              <a:solidFill>
                <a:schemeClr val="dk1"/>
              </a:solidFill>
              <a:prstDash val="solid"/>
              <a:round/>
              <a:headEnd len="sm" w="sm" type="none"/>
              <a:tailEnd len="sm" w="sm" type="none"/>
            </a:ln>
          </p:spPr>
        </p:cxnSp>
        <p:cxnSp>
          <p:nvCxnSpPr>
            <p:cNvPr id="3543" name="Google Shape;3543;p36"/>
            <p:cNvCxnSpPr/>
            <p:nvPr/>
          </p:nvCxnSpPr>
          <p:spPr>
            <a:xfrm>
              <a:off x="6171406" y="2889250"/>
              <a:ext cx="1785717" cy="2355230"/>
            </a:xfrm>
            <a:prstGeom prst="straightConnector1">
              <a:avLst/>
            </a:prstGeom>
            <a:noFill/>
            <a:ln cap="flat" cmpd="sng" w="9525">
              <a:solidFill>
                <a:schemeClr val="dk1"/>
              </a:solidFill>
              <a:prstDash val="solid"/>
              <a:round/>
              <a:headEnd len="sm" w="sm" type="none"/>
              <a:tailEnd len="sm" w="sm" type="none"/>
            </a:ln>
          </p:spPr>
        </p:cxnSp>
        <p:cxnSp>
          <p:nvCxnSpPr>
            <p:cNvPr id="3544" name="Google Shape;3544;p36"/>
            <p:cNvCxnSpPr/>
            <p:nvPr/>
          </p:nvCxnSpPr>
          <p:spPr>
            <a:xfrm>
              <a:off x="6179344" y="2881313"/>
              <a:ext cx="1587707" cy="1386847"/>
            </a:xfrm>
            <a:prstGeom prst="straightConnector1">
              <a:avLst/>
            </a:prstGeom>
            <a:noFill/>
            <a:ln cap="flat" cmpd="sng" w="9525">
              <a:solidFill>
                <a:schemeClr val="dk1"/>
              </a:solidFill>
              <a:prstDash val="solid"/>
              <a:round/>
              <a:headEnd len="sm" w="sm" type="none"/>
              <a:tailEnd len="sm" w="sm" type="none"/>
            </a:ln>
          </p:spPr>
        </p:cxnSp>
        <p:cxnSp>
          <p:nvCxnSpPr>
            <p:cNvPr id="3545" name="Google Shape;3545;p36"/>
            <p:cNvCxnSpPr/>
            <p:nvPr/>
          </p:nvCxnSpPr>
          <p:spPr>
            <a:xfrm>
              <a:off x="6179344" y="2897188"/>
              <a:ext cx="602786" cy="290972"/>
            </a:xfrm>
            <a:prstGeom prst="straightConnector1">
              <a:avLst/>
            </a:prstGeom>
            <a:noFill/>
            <a:ln cap="flat" cmpd="sng" w="9525">
              <a:solidFill>
                <a:schemeClr val="dk1"/>
              </a:solidFill>
              <a:prstDash val="solid"/>
              <a:round/>
              <a:headEnd len="sm" w="sm" type="none"/>
              <a:tailEnd len="sm" w="sm" type="none"/>
            </a:ln>
          </p:spPr>
        </p:cxnSp>
        <p:cxnSp>
          <p:nvCxnSpPr>
            <p:cNvPr id="3546" name="Google Shape;3546;p36"/>
            <p:cNvCxnSpPr/>
            <p:nvPr/>
          </p:nvCxnSpPr>
          <p:spPr>
            <a:xfrm>
              <a:off x="4584546" y="2364240"/>
              <a:ext cx="1558252" cy="512880"/>
            </a:xfrm>
            <a:prstGeom prst="straightConnector1">
              <a:avLst/>
            </a:prstGeom>
            <a:noFill/>
            <a:ln cap="flat" cmpd="sng" w="9525">
              <a:solidFill>
                <a:schemeClr val="dk1"/>
              </a:solidFill>
              <a:prstDash val="solid"/>
              <a:round/>
              <a:headEnd len="sm" w="sm" type="none"/>
              <a:tailEnd len="sm" w="sm" type="none"/>
            </a:ln>
          </p:spPr>
        </p:cxnSp>
        <p:cxnSp>
          <p:nvCxnSpPr>
            <p:cNvPr id="3547" name="Google Shape;3547;p36"/>
            <p:cNvCxnSpPr/>
            <p:nvPr/>
          </p:nvCxnSpPr>
          <p:spPr>
            <a:xfrm>
              <a:off x="3691549" y="2361120"/>
              <a:ext cx="2485808" cy="533280"/>
            </a:xfrm>
            <a:prstGeom prst="straightConnector1">
              <a:avLst/>
            </a:prstGeom>
            <a:noFill/>
            <a:ln cap="flat" cmpd="sng" w="9525">
              <a:solidFill>
                <a:schemeClr val="dk1"/>
              </a:solidFill>
              <a:prstDash val="solid"/>
              <a:round/>
              <a:headEnd len="sm" w="sm" type="none"/>
              <a:tailEnd len="sm" w="sm" type="none"/>
            </a:ln>
          </p:spPr>
        </p:cxnSp>
        <p:cxnSp>
          <p:nvCxnSpPr>
            <p:cNvPr id="3548" name="Google Shape;3548;p36"/>
            <p:cNvCxnSpPr/>
            <p:nvPr/>
          </p:nvCxnSpPr>
          <p:spPr>
            <a:xfrm>
              <a:off x="2081460" y="2548080"/>
              <a:ext cx="4078617" cy="337680"/>
            </a:xfrm>
            <a:prstGeom prst="straightConnector1">
              <a:avLst/>
            </a:prstGeom>
            <a:noFill/>
            <a:ln cap="flat" cmpd="sng" w="9525">
              <a:solidFill>
                <a:schemeClr val="dk1"/>
              </a:solidFill>
              <a:prstDash val="solid"/>
              <a:round/>
              <a:headEnd len="sm" w="sm" type="none"/>
              <a:tailEnd len="sm" w="sm" type="none"/>
            </a:ln>
          </p:spPr>
        </p:cxnSp>
        <p:cxnSp>
          <p:nvCxnSpPr>
            <p:cNvPr id="3549" name="Google Shape;3549;p36"/>
            <p:cNvCxnSpPr/>
            <p:nvPr/>
          </p:nvCxnSpPr>
          <p:spPr>
            <a:xfrm flipH="1" rot="10800000">
              <a:off x="1309418" y="2903040"/>
              <a:ext cx="4842020" cy="30720"/>
            </a:xfrm>
            <a:prstGeom prst="straightConnector1">
              <a:avLst/>
            </a:prstGeom>
            <a:noFill/>
            <a:ln cap="flat" cmpd="sng" w="9525">
              <a:solidFill>
                <a:schemeClr val="dk1"/>
              </a:solidFill>
              <a:prstDash val="solid"/>
              <a:round/>
              <a:headEnd len="sm" w="sm" type="none"/>
              <a:tailEnd len="sm" w="sm" type="none"/>
            </a:ln>
          </p:spPr>
        </p:cxnSp>
        <p:cxnSp>
          <p:nvCxnSpPr>
            <p:cNvPr id="3550" name="Google Shape;3550;p36"/>
            <p:cNvCxnSpPr/>
            <p:nvPr/>
          </p:nvCxnSpPr>
          <p:spPr>
            <a:xfrm flipH="1" rot="10800000">
              <a:off x="934801" y="2894400"/>
              <a:ext cx="5242556" cy="377040"/>
            </a:xfrm>
            <a:prstGeom prst="straightConnector1">
              <a:avLst/>
            </a:prstGeom>
            <a:noFill/>
            <a:ln cap="flat" cmpd="sng" w="9525">
              <a:solidFill>
                <a:schemeClr val="dk1"/>
              </a:solidFill>
              <a:prstDash val="solid"/>
              <a:round/>
              <a:headEnd len="sm" w="sm" type="none"/>
              <a:tailEnd len="sm" w="sm" type="none"/>
            </a:ln>
          </p:spPr>
        </p:cxnSp>
        <p:cxnSp>
          <p:nvCxnSpPr>
            <p:cNvPr id="3551" name="Google Shape;3551;p36"/>
            <p:cNvCxnSpPr/>
            <p:nvPr/>
          </p:nvCxnSpPr>
          <p:spPr>
            <a:xfrm flipH="1" rot="10800000">
              <a:off x="862570" y="2901156"/>
              <a:ext cx="5296930" cy="1386684"/>
            </a:xfrm>
            <a:prstGeom prst="straightConnector1">
              <a:avLst/>
            </a:prstGeom>
            <a:noFill/>
            <a:ln cap="flat" cmpd="sng" w="9525">
              <a:solidFill>
                <a:schemeClr val="dk1"/>
              </a:solidFill>
              <a:prstDash val="solid"/>
              <a:round/>
              <a:headEnd len="sm" w="sm" type="none"/>
              <a:tailEnd len="sm" w="sm" type="none"/>
            </a:ln>
          </p:spPr>
        </p:cxnSp>
        <p:cxnSp>
          <p:nvCxnSpPr>
            <p:cNvPr id="3552" name="Google Shape;3552;p36"/>
            <p:cNvCxnSpPr/>
            <p:nvPr/>
          </p:nvCxnSpPr>
          <p:spPr>
            <a:xfrm flipH="1" rot="10800000">
              <a:off x="1101367" y="2901156"/>
              <a:ext cx="5077977" cy="2026044"/>
            </a:xfrm>
            <a:prstGeom prst="straightConnector1">
              <a:avLst/>
            </a:prstGeom>
            <a:noFill/>
            <a:ln cap="flat" cmpd="sng" w="9525">
              <a:solidFill>
                <a:schemeClr val="dk1"/>
              </a:solidFill>
              <a:prstDash val="solid"/>
              <a:round/>
              <a:headEnd len="sm" w="sm" type="none"/>
              <a:tailEnd len="sm" w="sm" type="none"/>
            </a:ln>
          </p:spPr>
        </p:cxnSp>
      </p:grpSp>
      <p:grpSp>
        <p:nvGrpSpPr>
          <p:cNvPr id="3553" name="Google Shape;3553;p36"/>
          <p:cNvGrpSpPr/>
          <p:nvPr/>
        </p:nvGrpSpPr>
        <p:grpSpPr>
          <a:xfrm>
            <a:off x="2308603" y="2230021"/>
            <a:ext cx="7158038" cy="3798887"/>
            <a:chOff x="799176" y="2251902"/>
            <a:chExt cx="7158126" cy="3799069"/>
          </a:xfrm>
        </p:grpSpPr>
        <p:cxnSp>
          <p:nvCxnSpPr>
            <p:cNvPr id="3554" name="Google Shape;3554;p36"/>
            <p:cNvCxnSpPr/>
            <p:nvPr/>
          </p:nvCxnSpPr>
          <p:spPr>
            <a:xfrm>
              <a:off x="2012365" y="2732956"/>
              <a:ext cx="3121627" cy="3204340"/>
            </a:xfrm>
            <a:prstGeom prst="straightConnector1">
              <a:avLst/>
            </a:prstGeom>
            <a:noFill/>
            <a:ln cap="flat" cmpd="sng" w="9525">
              <a:solidFill>
                <a:schemeClr val="dk1"/>
              </a:solidFill>
              <a:prstDash val="solid"/>
              <a:round/>
              <a:headEnd len="sm" w="sm" type="none"/>
              <a:tailEnd len="sm" w="sm" type="none"/>
            </a:ln>
          </p:spPr>
        </p:cxnSp>
        <p:cxnSp>
          <p:nvCxnSpPr>
            <p:cNvPr id="3555" name="Google Shape;3555;p36"/>
            <p:cNvCxnSpPr/>
            <p:nvPr/>
          </p:nvCxnSpPr>
          <p:spPr>
            <a:xfrm>
              <a:off x="2009682" y="2721528"/>
              <a:ext cx="2384511" cy="3329443"/>
            </a:xfrm>
            <a:prstGeom prst="straightConnector1">
              <a:avLst/>
            </a:prstGeom>
            <a:noFill/>
            <a:ln cap="flat" cmpd="sng" w="9525">
              <a:solidFill>
                <a:schemeClr val="dk1"/>
              </a:solidFill>
              <a:prstDash val="solid"/>
              <a:round/>
              <a:headEnd len="sm" w="sm" type="none"/>
              <a:tailEnd len="sm" w="sm" type="none"/>
            </a:ln>
          </p:spPr>
        </p:cxnSp>
        <p:cxnSp>
          <p:nvCxnSpPr>
            <p:cNvPr id="3556" name="Google Shape;3556;p36"/>
            <p:cNvCxnSpPr/>
            <p:nvPr/>
          </p:nvCxnSpPr>
          <p:spPr>
            <a:xfrm>
              <a:off x="2001042" y="2712888"/>
              <a:ext cx="1091382" cy="3197870"/>
            </a:xfrm>
            <a:prstGeom prst="straightConnector1">
              <a:avLst/>
            </a:prstGeom>
            <a:noFill/>
            <a:ln cap="flat" cmpd="sng" w="9525">
              <a:solidFill>
                <a:schemeClr val="dk1"/>
              </a:solidFill>
              <a:prstDash val="solid"/>
              <a:round/>
              <a:headEnd len="sm" w="sm" type="none"/>
              <a:tailEnd len="sm" w="sm" type="none"/>
            </a:ln>
          </p:spPr>
        </p:cxnSp>
        <p:cxnSp>
          <p:nvCxnSpPr>
            <p:cNvPr id="3557" name="Google Shape;3557;p36"/>
            <p:cNvCxnSpPr/>
            <p:nvPr/>
          </p:nvCxnSpPr>
          <p:spPr>
            <a:xfrm flipH="1">
              <a:off x="1471306" y="2712888"/>
              <a:ext cx="538376" cy="2698126"/>
            </a:xfrm>
            <a:prstGeom prst="straightConnector1">
              <a:avLst/>
            </a:prstGeom>
            <a:noFill/>
            <a:ln cap="flat" cmpd="sng" w="9525">
              <a:solidFill>
                <a:schemeClr val="dk1"/>
              </a:solidFill>
              <a:prstDash val="solid"/>
              <a:round/>
              <a:headEnd len="sm" w="sm" type="none"/>
              <a:tailEnd len="sm" w="sm" type="none"/>
            </a:ln>
          </p:spPr>
        </p:cxnSp>
        <p:cxnSp>
          <p:nvCxnSpPr>
            <p:cNvPr id="3558" name="Google Shape;3558;p36"/>
            <p:cNvCxnSpPr/>
            <p:nvPr/>
          </p:nvCxnSpPr>
          <p:spPr>
            <a:xfrm flipH="1">
              <a:off x="1007181" y="2736924"/>
              <a:ext cx="1021059" cy="2069561"/>
            </a:xfrm>
            <a:prstGeom prst="straightConnector1">
              <a:avLst/>
            </a:prstGeom>
            <a:noFill/>
            <a:ln cap="flat" cmpd="sng" w="9525">
              <a:solidFill>
                <a:schemeClr val="dk1"/>
              </a:solidFill>
              <a:prstDash val="solid"/>
              <a:round/>
              <a:headEnd len="sm" w="sm" type="none"/>
              <a:tailEnd len="sm" w="sm" type="none"/>
            </a:ln>
          </p:spPr>
        </p:cxnSp>
        <p:cxnSp>
          <p:nvCxnSpPr>
            <p:cNvPr id="3559" name="Google Shape;3559;p36"/>
            <p:cNvCxnSpPr/>
            <p:nvPr/>
          </p:nvCxnSpPr>
          <p:spPr>
            <a:xfrm flipH="1">
              <a:off x="799176" y="2725018"/>
              <a:ext cx="1225097" cy="1413595"/>
            </a:xfrm>
            <a:prstGeom prst="straightConnector1">
              <a:avLst/>
            </a:prstGeom>
            <a:noFill/>
            <a:ln cap="flat" cmpd="sng" w="9525">
              <a:solidFill>
                <a:schemeClr val="dk1"/>
              </a:solidFill>
              <a:prstDash val="solid"/>
              <a:round/>
              <a:headEnd len="sm" w="sm" type="none"/>
              <a:tailEnd len="sm" w="sm" type="none"/>
            </a:ln>
          </p:spPr>
        </p:cxnSp>
        <p:cxnSp>
          <p:nvCxnSpPr>
            <p:cNvPr id="3560" name="Google Shape;3560;p36"/>
            <p:cNvCxnSpPr/>
            <p:nvPr/>
          </p:nvCxnSpPr>
          <p:spPr>
            <a:xfrm flipH="1">
              <a:off x="932218" y="2704755"/>
              <a:ext cx="1107153" cy="588968"/>
            </a:xfrm>
            <a:prstGeom prst="straightConnector1">
              <a:avLst/>
            </a:prstGeom>
            <a:noFill/>
            <a:ln cap="flat" cmpd="sng" w="9525">
              <a:solidFill>
                <a:schemeClr val="dk1"/>
              </a:solidFill>
              <a:prstDash val="solid"/>
              <a:round/>
              <a:headEnd len="sm" w="sm" type="none"/>
              <a:tailEnd len="sm" w="sm" type="none"/>
            </a:ln>
          </p:spPr>
        </p:cxnSp>
        <p:cxnSp>
          <p:nvCxnSpPr>
            <p:cNvPr id="3561" name="Google Shape;3561;p36"/>
            <p:cNvCxnSpPr/>
            <p:nvPr/>
          </p:nvCxnSpPr>
          <p:spPr>
            <a:xfrm flipH="1">
              <a:off x="1293642" y="2704755"/>
              <a:ext cx="745729" cy="216744"/>
            </a:xfrm>
            <a:prstGeom prst="straightConnector1">
              <a:avLst/>
            </a:prstGeom>
            <a:noFill/>
            <a:ln cap="flat" cmpd="sng" w="9525">
              <a:solidFill>
                <a:schemeClr val="dk1"/>
              </a:solidFill>
              <a:prstDash val="solid"/>
              <a:round/>
              <a:headEnd len="sm" w="sm" type="none"/>
              <a:tailEnd len="sm" w="sm" type="none"/>
            </a:ln>
          </p:spPr>
        </p:cxnSp>
        <p:cxnSp>
          <p:nvCxnSpPr>
            <p:cNvPr id="3562" name="Google Shape;3562;p36"/>
            <p:cNvCxnSpPr/>
            <p:nvPr/>
          </p:nvCxnSpPr>
          <p:spPr>
            <a:xfrm flipH="1">
              <a:off x="2052880" y="2251902"/>
              <a:ext cx="1141349" cy="460986"/>
            </a:xfrm>
            <a:prstGeom prst="straightConnector1">
              <a:avLst/>
            </a:prstGeom>
            <a:noFill/>
            <a:ln cap="flat" cmpd="sng" w="9525">
              <a:solidFill>
                <a:schemeClr val="dk1"/>
              </a:solidFill>
              <a:prstDash val="solid"/>
              <a:round/>
              <a:headEnd len="sm" w="sm" type="none"/>
              <a:tailEnd len="sm" w="sm" type="none"/>
            </a:ln>
          </p:spPr>
        </p:cxnSp>
        <p:cxnSp>
          <p:nvCxnSpPr>
            <p:cNvPr id="3563" name="Google Shape;3563;p36"/>
            <p:cNvCxnSpPr/>
            <p:nvPr/>
          </p:nvCxnSpPr>
          <p:spPr>
            <a:xfrm flipH="1">
              <a:off x="2018321" y="2332076"/>
              <a:ext cx="2284094" cy="398092"/>
            </a:xfrm>
            <a:prstGeom prst="straightConnector1">
              <a:avLst/>
            </a:prstGeom>
            <a:noFill/>
            <a:ln cap="flat" cmpd="sng" w="9525">
              <a:solidFill>
                <a:schemeClr val="dk1"/>
              </a:solidFill>
              <a:prstDash val="solid"/>
              <a:round/>
              <a:headEnd len="sm" w="sm" type="none"/>
              <a:tailEnd len="sm" w="sm" type="none"/>
            </a:ln>
          </p:spPr>
        </p:cxnSp>
        <p:cxnSp>
          <p:nvCxnSpPr>
            <p:cNvPr id="3564" name="Google Shape;3564;p36"/>
            <p:cNvCxnSpPr/>
            <p:nvPr/>
          </p:nvCxnSpPr>
          <p:spPr>
            <a:xfrm rot="10800000">
              <a:off x="2035602" y="2721528"/>
              <a:ext cx="4016700" cy="14158"/>
            </a:xfrm>
            <a:prstGeom prst="straightConnector1">
              <a:avLst/>
            </a:prstGeom>
            <a:noFill/>
            <a:ln cap="flat" cmpd="sng" w="9525">
              <a:solidFill>
                <a:schemeClr val="dk1"/>
              </a:solidFill>
              <a:prstDash val="solid"/>
              <a:round/>
              <a:headEnd len="sm" w="sm" type="none"/>
              <a:tailEnd len="sm" w="sm" type="none"/>
            </a:ln>
          </p:spPr>
        </p:cxnSp>
        <p:cxnSp>
          <p:nvCxnSpPr>
            <p:cNvPr id="3565" name="Google Shape;3565;p36"/>
            <p:cNvCxnSpPr/>
            <p:nvPr/>
          </p:nvCxnSpPr>
          <p:spPr>
            <a:xfrm rot="10800000">
              <a:off x="2044240" y="2738808"/>
              <a:ext cx="4755057" cy="529059"/>
            </a:xfrm>
            <a:prstGeom prst="straightConnector1">
              <a:avLst/>
            </a:prstGeom>
            <a:noFill/>
            <a:ln cap="flat" cmpd="sng" w="9525">
              <a:solidFill>
                <a:schemeClr val="dk1"/>
              </a:solidFill>
              <a:prstDash val="solid"/>
              <a:round/>
              <a:headEnd len="sm" w="sm" type="none"/>
              <a:tailEnd len="sm" w="sm" type="none"/>
            </a:ln>
          </p:spPr>
        </p:cxnSp>
        <p:cxnSp>
          <p:nvCxnSpPr>
            <p:cNvPr id="3566" name="Google Shape;3566;p36"/>
            <p:cNvCxnSpPr/>
            <p:nvPr/>
          </p:nvCxnSpPr>
          <p:spPr>
            <a:xfrm rot="10800000">
              <a:off x="2018321" y="2730168"/>
              <a:ext cx="5710381" cy="1554918"/>
            </a:xfrm>
            <a:prstGeom prst="straightConnector1">
              <a:avLst/>
            </a:prstGeom>
            <a:noFill/>
            <a:ln cap="flat" cmpd="sng" w="9525">
              <a:solidFill>
                <a:schemeClr val="dk1"/>
              </a:solidFill>
              <a:prstDash val="solid"/>
              <a:round/>
              <a:headEnd len="sm" w="sm" type="none"/>
              <a:tailEnd len="sm" w="sm" type="none"/>
            </a:ln>
          </p:spPr>
        </p:cxnSp>
        <p:cxnSp>
          <p:nvCxnSpPr>
            <p:cNvPr id="3567" name="Google Shape;3567;p36"/>
            <p:cNvCxnSpPr/>
            <p:nvPr/>
          </p:nvCxnSpPr>
          <p:spPr>
            <a:xfrm rot="10800000">
              <a:off x="2036178" y="2736924"/>
              <a:ext cx="5921124" cy="2462562"/>
            </a:xfrm>
            <a:prstGeom prst="straightConnector1">
              <a:avLst/>
            </a:prstGeom>
            <a:noFill/>
            <a:ln cap="flat" cmpd="sng" w="9525">
              <a:solidFill>
                <a:schemeClr val="dk1"/>
              </a:solidFill>
              <a:prstDash val="solid"/>
              <a:round/>
              <a:headEnd len="sm" w="sm" type="none"/>
              <a:tailEnd len="sm" w="sm" type="none"/>
            </a:ln>
          </p:spPr>
        </p:cxnSp>
        <p:cxnSp>
          <p:nvCxnSpPr>
            <p:cNvPr id="3568" name="Google Shape;3568;p36"/>
            <p:cNvCxnSpPr/>
            <p:nvPr/>
          </p:nvCxnSpPr>
          <p:spPr>
            <a:xfrm rot="10800000">
              <a:off x="2016335" y="2736924"/>
              <a:ext cx="5165304" cy="3000202"/>
            </a:xfrm>
            <a:prstGeom prst="straightConnector1">
              <a:avLst/>
            </a:prstGeom>
            <a:noFill/>
            <a:ln cap="flat" cmpd="sng" w="9525">
              <a:solidFill>
                <a:schemeClr val="dk1"/>
              </a:solidFill>
              <a:prstDash val="solid"/>
              <a:round/>
              <a:headEnd len="sm" w="sm" type="none"/>
              <a:tailEnd len="sm" w="sm" type="none"/>
            </a:ln>
          </p:spPr>
        </p:cxnSp>
      </p:grpSp>
      <p:sp>
        <p:nvSpPr>
          <p:cNvPr id="3569" name="Google Shape;3569;p36"/>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sp>
        <p:nvSpPr>
          <p:cNvPr id="3570" name="Google Shape;3570;p36"/>
          <p:cNvSpPr txBox="1"/>
          <p:nvPr/>
        </p:nvSpPr>
        <p:spPr>
          <a:xfrm>
            <a:off x="968218" y="1257581"/>
            <a:ext cx="10326105" cy="514434"/>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90000"/>
              </a:lnSpc>
              <a:spcBef>
                <a:spcPts val="0"/>
              </a:spcBef>
              <a:spcAft>
                <a:spcPts val="0"/>
              </a:spcAft>
              <a:buClr>
                <a:srgbClr val="0000A3"/>
              </a:buClr>
              <a:buSzPct val="75000"/>
              <a:buFont typeface="Noto Sans Symbols"/>
              <a:buNone/>
            </a:pPr>
            <a:r>
              <a:rPr b="0" i="1" lang="en-US" sz="2800" u="none" cap="none" strike="noStrike">
                <a:solidFill>
                  <a:srgbClr val="CC0000"/>
                </a:solidFill>
                <a:latin typeface="Calibri"/>
                <a:ea typeface="Calibri"/>
                <a:cs typeface="Calibri"/>
                <a:sym typeface="Calibri"/>
              </a:rPr>
              <a:t>Question: </a:t>
            </a:r>
            <a:r>
              <a:rPr b="0" i="0" lang="en-US" sz="2800" u="none" cap="none" strike="noStrike">
                <a:solidFill>
                  <a:srgbClr val="000000"/>
                </a:solidFill>
                <a:latin typeface="Calibri"/>
                <a:ea typeface="Calibri"/>
                <a:cs typeface="Calibri"/>
                <a:sym typeface="Calibri"/>
              </a:rPr>
              <a:t>given </a:t>
            </a:r>
            <a:r>
              <a:rPr b="0" i="1" lang="en-US" sz="2800" u="none" cap="none" strike="noStrike">
                <a:solidFill>
                  <a:srgbClr val="000000"/>
                </a:solidFill>
                <a:latin typeface="Calibri"/>
                <a:ea typeface="Calibri"/>
                <a:cs typeface="Calibri"/>
                <a:sym typeface="Calibri"/>
              </a:rPr>
              <a:t>millions</a:t>
            </a:r>
            <a:r>
              <a:rPr b="0" i="0" lang="en-US" sz="2800" u="none" cap="none" strike="noStrike">
                <a:solidFill>
                  <a:srgbClr val="000000"/>
                </a:solidFill>
                <a:latin typeface="Calibri"/>
                <a:ea typeface="Calibri"/>
                <a:cs typeface="Calibri"/>
                <a:sym typeface="Calibri"/>
              </a:rPr>
              <a:t> of access ISPs, how to connect them together?</a:t>
            </a:r>
            <a:endParaRPr b="0" i="0" sz="2800" u="none" cap="none" strike="noStrike">
              <a:solidFill>
                <a:srgbClr val="000000"/>
              </a:solidFill>
              <a:latin typeface="Calibri"/>
              <a:ea typeface="Calibri"/>
              <a:cs typeface="Calibri"/>
              <a:sym typeface="Calibri"/>
            </a:endParaRPr>
          </a:p>
        </p:txBody>
      </p:sp>
      <p:grpSp>
        <p:nvGrpSpPr>
          <p:cNvPr id="3571" name="Google Shape;3571;p36"/>
          <p:cNvGrpSpPr/>
          <p:nvPr/>
        </p:nvGrpSpPr>
        <p:grpSpPr>
          <a:xfrm>
            <a:off x="1589588" y="1850610"/>
            <a:ext cx="8467869" cy="4691676"/>
            <a:chOff x="124589" y="1837771"/>
            <a:chExt cx="8466729" cy="4692037"/>
          </a:xfrm>
        </p:grpSpPr>
        <p:grpSp>
          <p:nvGrpSpPr>
            <p:cNvPr id="3572" name="Google Shape;3572;p36"/>
            <p:cNvGrpSpPr/>
            <p:nvPr/>
          </p:nvGrpSpPr>
          <p:grpSpPr>
            <a:xfrm>
              <a:off x="1529396" y="2297655"/>
              <a:ext cx="648422" cy="418253"/>
              <a:chOff x="3053396" y="4304255"/>
              <a:chExt cx="648422" cy="418253"/>
            </a:xfrm>
          </p:grpSpPr>
          <p:sp>
            <p:nvSpPr>
              <p:cNvPr id="3573" name="Google Shape;3573;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74" name="Google Shape;3574;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575" name="Google Shape;3575;p36"/>
            <p:cNvGrpSpPr/>
            <p:nvPr/>
          </p:nvGrpSpPr>
          <p:grpSpPr>
            <a:xfrm>
              <a:off x="373696" y="3097755"/>
              <a:ext cx="648422" cy="418253"/>
              <a:chOff x="3053396" y="4304255"/>
              <a:chExt cx="648422" cy="418253"/>
            </a:xfrm>
          </p:grpSpPr>
          <p:sp>
            <p:nvSpPr>
              <p:cNvPr id="3576" name="Google Shape;3576;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77" name="Google Shape;3577;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578" name="Google Shape;3578;p36"/>
            <p:cNvGrpSpPr/>
            <p:nvPr/>
          </p:nvGrpSpPr>
          <p:grpSpPr>
            <a:xfrm>
              <a:off x="6037896" y="2551655"/>
              <a:ext cx="648422" cy="418253"/>
              <a:chOff x="3053396" y="4304255"/>
              <a:chExt cx="648422" cy="418253"/>
            </a:xfrm>
          </p:grpSpPr>
          <p:sp>
            <p:nvSpPr>
              <p:cNvPr id="3579" name="Google Shape;3579;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80" name="Google Shape;3580;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581" name="Google Shape;3581;p36"/>
            <p:cNvGrpSpPr/>
            <p:nvPr/>
          </p:nvGrpSpPr>
          <p:grpSpPr>
            <a:xfrm>
              <a:off x="945196" y="5409155"/>
              <a:ext cx="648422" cy="418253"/>
              <a:chOff x="3053396" y="4304255"/>
              <a:chExt cx="648422" cy="418253"/>
            </a:xfrm>
          </p:grpSpPr>
          <p:sp>
            <p:nvSpPr>
              <p:cNvPr id="3582" name="Google Shape;3582;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83" name="Google Shape;3583;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584" name="Google Shape;3584;p36"/>
            <p:cNvGrpSpPr/>
            <p:nvPr/>
          </p:nvGrpSpPr>
          <p:grpSpPr>
            <a:xfrm>
              <a:off x="526096" y="4786855"/>
              <a:ext cx="648422" cy="418253"/>
              <a:chOff x="3053396" y="4304255"/>
              <a:chExt cx="648422" cy="418253"/>
            </a:xfrm>
          </p:grpSpPr>
          <p:sp>
            <p:nvSpPr>
              <p:cNvPr id="3585" name="Google Shape;3585;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86" name="Google Shape;3586;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587" name="Google Shape;3587;p36"/>
            <p:cNvGrpSpPr/>
            <p:nvPr/>
          </p:nvGrpSpPr>
          <p:grpSpPr>
            <a:xfrm>
              <a:off x="297496" y="4126455"/>
              <a:ext cx="648422" cy="418253"/>
              <a:chOff x="3053396" y="4304255"/>
              <a:chExt cx="648422" cy="418253"/>
            </a:xfrm>
          </p:grpSpPr>
          <p:sp>
            <p:nvSpPr>
              <p:cNvPr id="3588" name="Google Shape;3588;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89" name="Google Shape;3589;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590" name="Google Shape;3590;p36"/>
            <p:cNvGrpSpPr/>
            <p:nvPr/>
          </p:nvGrpSpPr>
          <p:grpSpPr>
            <a:xfrm>
              <a:off x="6787196" y="2983455"/>
              <a:ext cx="648422" cy="418253"/>
              <a:chOff x="3053396" y="4304255"/>
              <a:chExt cx="648422" cy="418253"/>
            </a:xfrm>
          </p:grpSpPr>
          <p:sp>
            <p:nvSpPr>
              <p:cNvPr id="3591" name="Google Shape;3591;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92" name="Google Shape;3592;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593" name="Google Shape;3593;p36"/>
            <p:cNvGrpSpPr/>
            <p:nvPr/>
          </p:nvGrpSpPr>
          <p:grpSpPr>
            <a:xfrm>
              <a:off x="3129596" y="2056355"/>
              <a:ext cx="648422" cy="418253"/>
              <a:chOff x="3053396" y="4304255"/>
              <a:chExt cx="648422" cy="418253"/>
            </a:xfrm>
          </p:grpSpPr>
          <p:sp>
            <p:nvSpPr>
              <p:cNvPr id="3594" name="Google Shape;3594;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95" name="Google Shape;3595;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596" name="Google Shape;3596;p36"/>
            <p:cNvGrpSpPr/>
            <p:nvPr/>
          </p:nvGrpSpPr>
          <p:grpSpPr>
            <a:xfrm>
              <a:off x="754696" y="2704055"/>
              <a:ext cx="648422" cy="418253"/>
              <a:chOff x="3053396" y="4304255"/>
              <a:chExt cx="648422" cy="418253"/>
            </a:xfrm>
          </p:grpSpPr>
          <p:sp>
            <p:nvSpPr>
              <p:cNvPr id="3597" name="Google Shape;3597;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98" name="Google Shape;3598;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599" name="Google Shape;3599;p36"/>
            <p:cNvGrpSpPr/>
            <p:nvPr/>
          </p:nvGrpSpPr>
          <p:grpSpPr>
            <a:xfrm>
              <a:off x="4043996" y="2030955"/>
              <a:ext cx="648422" cy="418253"/>
              <a:chOff x="3053396" y="4304255"/>
              <a:chExt cx="648422" cy="418253"/>
            </a:xfrm>
          </p:grpSpPr>
          <p:sp>
            <p:nvSpPr>
              <p:cNvPr id="3600" name="Google Shape;3600;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01" name="Google Shape;3601;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602" name="Google Shape;3602;p36"/>
            <p:cNvGrpSpPr/>
            <p:nvPr/>
          </p:nvGrpSpPr>
          <p:grpSpPr>
            <a:xfrm>
              <a:off x="7104696" y="5663155"/>
              <a:ext cx="648422" cy="418253"/>
              <a:chOff x="3053396" y="4304255"/>
              <a:chExt cx="648422" cy="418253"/>
            </a:xfrm>
          </p:grpSpPr>
          <p:sp>
            <p:nvSpPr>
              <p:cNvPr id="3603" name="Google Shape;3603;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04" name="Google Shape;3604;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605" name="Google Shape;3605;p36"/>
            <p:cNvGrpSpPr/>
            <p:nvPr/>
          </p:nvGrpSpPr>
          <p:grpSpPr>
            <a:xfrm>
              <a:off x="7942896" y="5015455"/>
              <a:ext cx="648422" cy="418253"/>
              <a:chOff x="3053396" y="4304255"/>
              <a:chExt cx="648422" cy="418253"/>
            </a:xfrm>
          </p:grpSpPr>
          <p:sp>
            <p:nvSpPr>
              <p:cNvPr id="3606" name="Google Shape;3606;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07" name="Google Shape;3607;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608" name="Google Shape;3608;p36"/>
            <p:cNvGrpSpPr/>
            <p:nvPr/>
          </p:nvGrpSpPr>
          <p:grpSpPr>
            <a:xfrm>
              <a:off x="7714296" y="4101055"/>
              <a:ext cx="648422" cy="418253"/>
              <a:chOff x="3053396" y="4304255"/>
              <a:chExt cx="648422" cy="418253"/>
            </a:xfrm>
          </p:grpSpPr>
          <p:sp>
            <p:nvSpPr>
              <p:cNvPr id="3609" name="Google Shape;3609;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10" name="Google Shape;3610;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611" name="Google Shape;3611;p36"/>
            <p:cNvGrpSpPr/>
            <p:nvPr/>
          </p:nvGrpSpPr>
          <p:grpSpPr>
            <a:xfrm>
              <a:off x="4869496" y="5904455"/>
              <a:ext cx="648422" cy="418253"/>
              <a:chOff x="3053396" y="4304255"/>
              <a:chExt cx="648422" cy="418253"/>
            </a:xfrm>
          </p:grpSpPr>
          <p:sp>
            <p:nvSpPr>
              <p:cNvPr id="3612" name="Google Shape;3612;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13" name="Google Shape;3613;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614" name="Google Shape;3614;p36"/>
            <p:cNvGrpSpPr/>
            <p:nvPr/>
          </p:nvGrpSpPr>
          <p:grpSpPr>
            <a:xfrm>
              <a:off x="3955096" y="6044155"/>
              <a:ext cx="648422" cy="418253"/>
              <a:chOff x="3053396" y="4304255"/>
              <a:chExt cx="648422" cy="418253"/>
            </a:xfrm>
          </p:grpSpPr>
          <p:sp>
            <p:nvSpPr>
              <p:cNvPr id="3615" name="Google Shape;3615;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16" name="Google Shape;3616;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617" name="Google Shape;3617;p36"/>
            <p:cNvGrpSpPr/>
            <p:nvPr/>
          </p:nvGrpSpPr>
          <p:grpSpPr>
            <a:xfrm>
              <a:off x="2735896" y="5891755"/>
              <a:ext cx="648422" cy="418253"/>
              <a:chOff x="3053396" y="4304255"/>
              <a:chExt cx="648422" cy="418253"/>
            </a:xfrm>
          </p:grpSpPr>
          <p:sp>
            <p:nvSpPr>
              <p:cNvPr id="3618" name="Google Shape;3618;p36"/>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19" name="Google Shape;3619;p36"/>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sp>
          <p:nvSpPr>
            <p:cNvPr id="3620" name="Google Shape;3620;p36"/>
            <p:cNvSpPr txBox="1"/>
            <p:nvPr/>
          </p:nvSpPr>
          <p:spPr>
            <a:xfrm rot="1053502">
              <a:off x="5143500" y="1955800"/>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621" name="Google Shape;3621;p36"/>
            <p:cNvSpPr txBox="1"/>
            <p:nvPr/>
          </p:nvSpPr>
          <p:spPr>
            <a:xfrm rot="2829263">
              <a:off x="7429500" y="3429000"/>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622" name="Google Shape;3622;p36"/>
            <p:cNvSpPr txBox="1"/>
            <p:nvPr/>
          </p:nvSpPr>
          <p:spPr>
            <a:xfrm rot="9845918">
              <a:off x="6098241" y="5942112"/>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623" name="Google Shape;3623;p36"/>
            <p:cNvSpPr txBox="1"/>
            <p:nvPr/>
          </p:nvSpPr>
          <p:spPr>
            <a:xfrm rot="-9948738">
              <a:off x="1730786" y="5845469"/>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624" name="Google Shape;3624;p36"/>
            <p:cNvSpPr txBox="1"/>
            <p:nvPr/>
          </p:nvSpPr>
          <p:spPr>
            <a:xfrm rot="-4992697">
              <a:off x="144631" y="3539025"/>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625" name="Google Shape;3625;p36"/>
            <p:cNvSpPr txBox="1"/>
            <p:nvPr/>
          </p:nvSpPr>
          <p:spPr>
            <a:xfrm rot="-1017263">
              <a:off x="2330376" y="1905681"/>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grpSp>
      <p:sp>
        <p:nvSpPr>
          <p:cNvPr id="3626" name="Google Shape;3626;p36"/>
          <p:cNvSpPr txBox="1"/>
          <p:nvPr/>
        </p:nvSpPr>
        <p:spPr>
          <a:xfrm>
            <a:off x="3524875" y="3367370"/>
            <a:ext cx="4268787" cy="1200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connecting each access ISP to each other directly </a:t>
            </a:r>
            <a:r>
              <a:rPr b="0" i="1" lang="en-US" sz="2400" u="none" cap="none" strike="noStrike">
                <a:solidFill>
                  <a:srgbClr val="CC0000"/>
                </a:solidFill>
                <a:latin typeface="Calibri"/>
                <a:ea typeface="Calibri"/>
                <a:cs typeface="Calibri"/>
                <a:sym typeface="Calibri"/>
              </a:rPr>
              <a:t>doesn’t scale: </a:t>
            </a:r>
            <a:r>
              <a:rPr b="0" i="0" lang="en-US" sz="2400" u="none" cap="none" strike="noStrike">
                <a:solidFill>
                  <a:srgbClr val="000000"/>
                </a:solidFill>
                <a:latin typeface="Calibri"/>
                <a:ea typeface="Calibri"/>
                <a:cs typeface="Calibri"/>
                <a:sym typeface="Calibri"/>
              </a:rPr>
              <a:t>O(</a:t>
            </a:r>
            <a:r>
              <a:rPr b="0" i="1" lang="en-US" sz="2400" u="none" cap="none" strike="noStrike">
                <a:solidFill>
                  <a:srgbClr val="000000"/>
                </a:solidFill>
                <a:latin typeface="Calibri"/>
                <a:ea typeface="Calibri"/>
                <a:cs typeface="Calibri"/>
                <a:sym typeface="Calibri"/>
              </a:rPr>
              <a:t>N</a:t>
            </a:r>
            <a:r>
              <a:rPr b="0" baseline="30000" i="0" lang="en-US" sz="2400" u="none" cap="none" strike="noStrike">
                <a:solidFill>
                  <a:srgbClr val="000000"/>
                </a:solidFill>
                <a:latin typeface="Calibri"/>
                <a:ea typeface="Calibri"/>
                <a:cs typeface="Calibri"/>
                <a:sym typeface="Calibri"/>
              </a:rPr>
              <a:t>2</a:t>
            </a:r>
            <a:r>
              <a:rPr b="0" i="0" lang="en-US" sz="2400" u="none" cap="none" strike="noStrike">
                <a:solidFill>
                  <a:srgbClr val="000000"/>
                </a:solidFill>
                <a:latin typeface="Calibri"/>
                <a:ea typeface="Calibri"/>
                <a:cs typeface="Calibri"/>
                <a:sym typeface="Calibri"/>
              </a:rPr>
              <a:t>) connections.</a:t>
            </a:r>
            <a:endParaRPr b="0" i="0" sz="2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37"/>
                                        </p:tgtEl>
                                        <p:attrNameLst>
                                          <p:attrName>style.visibility</p:attrName>
                                        </p:attrNameLst>
                                      </p:cBhvr>
                                      <p:to>
                                        <p:strVal val="visible"/>
                                      </p:to>
                                    </p:set>
                                    <p:animEffect filter="fade" transition="in">
                                      <p:cBhvr>
                                        <p:cTn dur="1000"/>
                                        <p:tgtEl>
                                          <p:spTgt spid="353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516"/>
                                        </p:tgtEl>
                                        <p:attrNameLst>
                                          <p:attrName>style.visibility</p:attrName>
                                        </p:attrNameLst>
                                      </p:cBhvr>
                                      <p:to>
                                        <p:strVal val="visible"/>
                                      </p:to>
                                    </p:set>
                                    <p:animEffect filter="fade" transition="in">
                                      <p:cBhvr>
                                        <p:cTn dur="500"/>
                                        <p:tgtEl>
                                          <p:spTgt spid="3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6"/>
                                        </p:tgtEl>
                                        <p:attrNameLst>
                                          <p:attrName>style.visibility</p:attrName>
                                        </p:attrNameLst>
                                      </p:cBhvr>
                                      <p:to>
                                        <p:strVal val="visible"/>
                                      </p:to>
                                    </p:set>
                                    <p:animEffect filter="fade" transition="in">
                                      <p:cBhvr>
                                        <p:cTn dur="1600"/>
                                        <p:tgtEl>
                                          <p:spTgt spid="36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1" name="Shape 3631"/>
        <p:cNvGrpSpPr/>
        <p:nvPr/>
      </p:nvGrpSpPr>
      <p:grpSpPr>
        <a:xfrm>
          <a:off x="0" y="0"/>
          <a:ext cx="0" cy="0"/>
          <a:chOff x="0" y="0"/>
          <a:chExt cx="0" cy="0"/>
        </a:xfrm>
      </p:grpSpPr>
      <p:sp>
        <p:nvSpPr>
          <p:cNvPr id="3632" name="Google Shape;3632;p37"/>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sp>
        <p:nvSpPr>
          <p:cNvPr id="3633" name="Google Shape;3633;p37"/>
          <p:cNvSpPr txBox="1"/>
          <p:nvPr/>
        </p:nvSpPr>
        <p:spPr>
          <a:xfrm>
            <a:off x="2256991" y="1131358"/>
            <a:ext cx="8204200" cy="6731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00"/>
              <a:buFont typeface="Noto Sans Symbols"/>
              <a:buNone/>
            </a:pPr>
            <a:r>
              <a:rPr b="0" i="1" lang="en-US" sz="2400" u="none" cap="none" strike="noStrike">
                <a:solidFill>
                  <a:srgbClr val="CC0000"/>
                </a:solidFill>
                <a:latin typeface="Calibri"/>
                <a:ea typeface="Calibri"/>
                <a:cs typeface="Calibri"/>
                <a:sym typeface="Calibri"/>
              </a:rPr>
              <a:t>Option: </a:t>
            </a:r>
            <a:r>
              <a:rPr b="0" i="1" lang="en-US" sz="2400" u="none" cap="none" strike="noStrike">
                <a:solidFill>
                  <a:srgbClr val="000000"/>
                </a:solidFill>
                <a:latin typeface="Calibri"/>
                <a:ea typeface="Calibri"/>
                <a:cs typeface="Calibri"/>
                <a:sym typeface="Calibri"/>
              </a:rPr>
              <a:t>connect each access ISP to one global transit ISP? </a:t>
            </a:r>
            <a:endParaRPr b="0" i="1" sz="2400" u="none" cap="none" strike="noStrike">
              <a:solidFill>
                <a:srgbClr val="000000"/>
              </a:solidFill>
              <a:latin typeface="Calibri"/>
              <a:ea typeface="Calibri"/>
              <a:cs typeface="Calibri"/>
              <a:sym typeface="Calibri"/>
            </a:endParaRPr>
          </a:p>
          <a:p>
            <a:pPr indent="0" lvl="0" marL="0" marR="0" rtl="0" algn="l">
              <a:lnSpc>
                <a:spcPct val="85000"/>
              </a:lnSpc>
              <a:spcBef>
                <a:spcPts val="480"/>
              </a:spcBef>
              <a:spcAft>
                <a:spcPts val="0"/>
              </a:spcAft>
              <a:buClr>
                <a:srgbClr val="000099"/>
              </a:buClr>
              <a:buSzPts val="1800"/>
              <a:buFont typeface="Noto Sans Symbols"/>
              <a:buNone/>
            </a:pPr>
            <a:r>
              <a:rPr b="0" i="1" lang="en-US" sz="2400" u="none" cap="none" strike="noStrike">
                <a:solidFill>
                  <a:srgbClr val="C00000"/>
                </a:solidFill>
                <a:latin typeface="Calibri"/>
                <a:ea typeface="Calibri"/>
                <a:cs typeface="Calibri"/>
                <a:sym typeface="Calibri"/>
              </a:rPr>
              <a:t>Customer</a:t>
            </a:r>
            <a:r>
              <a:rPr b="0" i="1" lang="en-US" sz="2400" u="none" cap="none" strike="noStrike">
                <a:solidFill>
                  <a:srgbClr val="000000"/>
                </a:solidFill>
                <a:latin typeface="Calibri"/>
                <a:ea typeface="Calibri"/>
                <a:cs typeface="Calibri"/>
                <a:sym typeface="Calibri"/>
              </a:rPr>
              <a:t> and </a:t>
            </a:r>
            <a:r>
              <a:rPr b="0" i="1" lang="en-US" sz="2400" u="none" cap="none" strike="noStrike">
                <a:solidFill>
                  <a:srgbClr val="C00000"/>
                </a:solidFill>
                <a:latin typeface="Calibri"/>
                <a:ea typeface="Calibri"/>
                <a:cs typeface="Calibri"/>
                <a:sym typeface="Calibri"/>
              </a:rPr>
              <a:t>provider </a:t>
            </a:r>
            <a:r>
              <a:rPr b="0" i="1" lang="en-US" sz="2400" u="none" cap="none" strike="noStrike">
                <a:solidFill>
                  <a:srgbClr val="000000"/>
                </a:solidFill>
                <a:latin typeface="Calibri"/>
                <a:ea typeface="Calibri"/>
                <a:cs typeface="Calibri"/>
                <a:sym typeface="Calibri"/>
              </a:rPr>
              <a:t>ISPs have economic agreement.</a:t>
            </a:r>
            <a:endParaRPr b="0" i="0" sz="2400" u="none" cap="none" strike="noStrike">
              <a:solidFill>
                <a:srgbClr val="000000"/>
              </a:solidFill>
              <a:latin typeface="Calibri"/>
              <a:ea typeface="Calibri"/>
              <a:cs typeface="Calibri"/>
              <a:sym typeface="Calibri"/>
            </a:endParaRPr>
          </a:p>
        </p:txBody>
      </p:sp>
      <p:grpSp>
        <p:nvGrpSpPr>
          <p:cNvPr id="3634" name="Google Shape;3634;p37"/>
          <p:cNvGrpSpPr/>
          <p:nvPr/>
        </p:nvGrpSpPr>
        <p:grpSpPr>
          <a:xfrm>
            <a:off x="2298266" y="2316723"/>
            <a:ext cx="7177087" cy="3750366"/>
            <a:chOff x="2298266" y="2316723"/>
            <a:chExt cx="7177087" cy="3750366"/>
          </a:xfrm>
        </p:grpSpPr>
        <p:sp>
          <p:nvSpPr>
            <p:cNvPr id="3635" name="Google Shape;3635;p37"/>
            <p:cNvSpPr/>
            <p:nvPr/>
          </p:nvSpPr>
          <p:spPr>
            <a:xfrm>
              <a:off x="3774557" y="3143854"/>
              <a:ext cx="3864121" cy="1970736"/>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636" name="Google Shape;3636;p37"/>
            <p:cNvCxnSpPr/>
            <p:nvPr/>
          </p:nvCxnSpPr>
          <p:spPr>
            <a:xfrm>
              <a:off x="5154178" y="3581064"/>
              <a:ext cx="1224000" cy="96900"/>
            </a:xfrm>
            <a:prstGeom prst="straightConnector1">
              <a:avLst/>
            </a:prstGeom>
            <a:noFill/>
            <a:ln cap="flat" cmpd="sng" w="15875">
              <a:solidFill>
                <a:schemeClr val="dk1"/>
              </a:solidFill>
              <a:prstDash val="solid"/>
              <a:round/>
              <a:headEnd len="sm" w="sm" type="none"/>
              <a:tailEnd len="sm" w="sm" type="none"/>
            </a:ln>
          </p:spPr>
        </p:cxnSp>
        <p:cxnSp>
          <p:nvCxnSpPr>
            <p:cNvPr id="3637" name="Google Shape;3637;p37"/>
            <p:cNvCxnSpPr/>
            <p:nvPr/>
          </p:nvCxnSpPr>
          <p:spPr>
            <a:xfrm>
              <a:off x="5787591" y="3984289"/>
              <a:ext cx="139700" cy="112713"/>
            </a:xfrm>
            <a:prstGeom prst="straightConnector1">
              <a:avLst/>
            </a:prstGeom>
            <a:noFill/>
            <a:ln cap="flat" cmpd="sng" w="15875">
              <a:solidFill>
                <a:schemeClr val="dk1"/>
              </a:solidFill>
              <a:prstDash val="solid"/>
              <a:round/>
              <a:headEnd len="sm" w="sm" type="none"/>
              <a:tailEnd len="sm" w="sm" type="none"/>
            </a:ln>
          </p:spPr>
        </p:cxnSp>
        <p:cxnSp>
          <p:nvCxnSpPr>
            <p:cNvPr id="3638" name="Google Shape;3638;p37"/>
            <p:cNvCxnSpPr/>
            <p:nvPr/>
          </p:nvCxnSpPr>
          <p:spPr>
            <a:xfrm flipH="1" rot="10800000">
              <a:off x="5557403" y="4260514"/>
              <a:ext cx="280988" cy="61913"/>
            </a:xfrm>
            <a:prstGeom prst="straightConnector1">
              <a:avLst/>
            </a:prstGeom>
            <a:noFill/>
            <a:ln cap="flat" cmpd="sng" w="15875">
              <a:solidFill>
                <a:schemeClr val="dk1"/>
              </a:solidFill>
              <a:prstDash val="solid"/>
              <a:round/>
              <a:headEnd len="sm" w="sm" type="none"/>
              <a:tailEnd len="sm" w="sm" type="none"/>
            </a:ln>
          </p:spPr>
        </p:cxnSp>
        <p:cxnSp>
          <p:nvCxnSpPr>
            <p:cNvPr id="3639" name="Google Shape;3639;p37"/>
            <p:cNvCxnSpPr/>
            <p:nvPr/>
          </p:nvCxnSpPr>
          <p:spPr>
            <a:xfrm flipH="1" rot="10800000">
              <a:off x="5214503" y="4022389"/>
              <a:ext cx="223838" cy="149225"/>
            </a:xfrm>
            <a:prstGeom prst="straightConnector1">
              <a:avLst/>
            </a:prstGeom>
            <a:noFill/>
            <a:ln cap="flat" cmpd="sng" w="15875">
              <a:solidFill>
                <a:schemeClr val="dk1"/>
              </a:solidFill>
              <a:prstDash val="solid"/>
              <a:round/>
              <a:headEnd len="sm" w="sm" type="none"/>
              <a:tailEnd len="sm" w="sm" type="none"/>
            </a:ln>
          </p:spPr>
        </p:cxnSp>
        <p:cxnSp>
          <p:nvCxnSpPr>
            <p:cNvPr id="3640" name="Google Shape;3640;p37"/>
            <p:cNvCxnSpPr/>
            <p:nvPr/>
          </p:nvCxnSpPr>
          <p:spPr>
            <a:xfrm flipH="1" rot="10800000">
              <a:off x="4854141" y="4427052"/>
              <a:ext cx="238200" cy="133500"/>
            </a:xfrm>
            <a:prstGeom prst="straightConnector1">
              <a:avLst/>
            </a:prstGeom>
            <a:noFill/>
            <a:ln cap="flat" cmpd="sng" w="15875">
              <a:solidFill>
                <a:schemeClr val="dk1"/>
              </a:solidFill>
              <a:prstDash val="solid"/>
              <a:round/>
              <a:headEnd len="sm" w="sm" type="none"/>
              <a:tailEnd len="sm" w="sm" type="none"/>
            </a:ln>
          </p:spPr>
        </p:cxnSp>
        <p:cxnSp>
          <p:nvCxnSpPr>
            <p:cNvPr id="3641" name="Google Shape;3641;p37"/>
            <p:cNvCxnSpPr/>
            <p:nvPr/>
          </p:nvCxnSpPr>
          <p:spPr>
            <a:xfrm flipH="1" rot="10800000">
              <a:off x="5806641" y="4327189"/>
              <a:ext cx="292100" cy="342900"/>
            </a:xfrm>
            <a:prstGeom prst="straightConnector1">
              <a:avLst/>
            </a:prstGeom>
            <a:noFill/>
            <a:ln cap="flat" cmpd="sng" w="15875">
              <a:solidFill>
                <a:schemeClr val="dk1"/>
              </a:solidFill>
              <a:prstDash val="solid"/>
              <a:round/>
              <a:headEnd len="sm" w="sm" type="none"/>
              <a:tailEnd len="sm" w="sm" type="none"/>
            </a:ln>
          </p:spPr>
        </p:cxnSp>
        <p:cxnSp>
          <p:nvCxnSpPr>
            <p:cNvPr id="3642" name="Google Shape;3642;p37"/>
            <p:cNvCxnSpPr/>
            <p:nvPr/>
          </p:nvCxnSpPr>
          <p:spPr>
            <a:xfrm rot="10800000">
              <a:off x="6374966" y="4308139"/>
              <a:ext cx="412750" cy="168275"/>
            </a:xfrm>
            <a:prstGeom prst="straightConnector1">
              <a:avLst/>
            </a:prstGeom>
            <a:noFill/>
            <a:ln cap="flat" cmpd="sng" w="15875">
              <a:solidFill>
                <a:schemeClr val="dk1"/>
              </a:solidFill>
              <a:prstDash val="solid"/>
              <a:round/>
              <a:headEnd len="sm" w="sm" type="none"/>
              <a:tailEnd len="sm" w="sm" type="none"/>
            </a:ln>
          </p:spPr>
        </p:cxnSp>
        <p:cxnSp>
          <p:nvCxnSpPr>
            <p:cNvPr id="3643" name="Google Shape;3643;p37"/>
            <p:cNvCxnSpPr/>
            <p:nvPr/>
          </p:nvCxnSpPr>
          <p:spPr>
            <a:xfrm flipH="1" rot="10800000">
              <a:off x="6359091" y="3836652"/>
              <a:ext cx="328612" cy="266700"/>
            </a:xfrm>
            <a:prstGeom prst="straightConnector1">
              <a:avLst/>
            </a:prstGeom>
            <a:noFill/>
            <a:ln cap="flat" cmpd="sng" w="15875">
              <a:solidFill>
                <a:schemeClr val="dk1"/>
              </a:solidFill>
              <a:prstDash val="solid"/>
              <a:round/>
              <a:headEnd len="sm" w="sm" type="none"/>
              <a:tailEnd len="sm" w="sm" type="none"/>
            </a:ln>
          </p:spPr>
        </p:cxnSp>
        <p:cxnSp>
          <p:nvCxnSpPr>
            <p:cNvPr id="3644" name="Google Shape;3644;p37"/>
            <p:cNvCxnSpPr/>
            <p:nvPr/>
          </p:nvCxnSpPr>
          <p:spPr>
            <a:xfrm rot="10800000">
              <a:off x="5155803" y="3660402"/>
              <a:ext cx="261900" cy="119100"/>
            </a:xfrm>
            <a:prstGeom prst="straightConnector1">
              <a:avLst/>
            </a:prstGeom>
            <a:noFill/>
            <a:ln cap="flat" cmpd="sng" w="15875">
              <a:solidFill>
                <a:schemeClr val="dk1"/>
              </a:solidFill>
              <a:prstDash val="solid"/>
              <a:round/>
              <a:headEnd len="sm" w="sm" type="none"/>
              <a:tailEnd len="sm" w="sm" type="none"/>
            </a:ln>
          </p:spPr>
        </p:cxnSp>
        <p:sp>
          <p:nvSpPr>
            <p:cNvPr id="3645" name="Google Shape;3645;p37"/>
            <p:cNvSpPr txBox="1"/>
            <p:nvPr/>
          </p:nvSpPr>
          <p:spPr>
            <a:xfrm>
              <a:off x="4019116" y="3644564"/>
              <a:ext cx="960519"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global</a:t>
              </a:r>
              <a:br>
                <a:rPr b="0" i="1" lang="en-US" sz="2400" u="none" cap="none" strike="noStrike">
                  <a:solidFill>
                    <a:srgbClr val="FFFFFF"/>
                  </a:solidFill>
                  <a:latin typeface="Calibri"/>
                  <a:ea typeface="Calibri"/>
                  <a:cs typeface="Calibri"/>
                  <a:sym typeface="Calibri"/>
                </a:rPr>
              </a:br>
              <a:r>
                <a:rPr b="0" i="1" lang="en-US" sz="2400" u="none" cap="none" strike="noStrike">
                  <a:solidFill>
                    <a:srgbClr val="FFFFFF"/>
                  </a:solidFill>
                  <a:latin typeface="Calibri"/>
                  <a:ea typeface="Calibri"/>
                  <a:cs typeface="Calibri"/>
                  <a:sym typeface="Calibri"/>
                </a:rPr>
                <a:t>ISP</a:t>
              </a:r>
              <a:endParaRPr b="0" i="1" sz="2400" u="none" cap="none" strike="noStrike">
                <a:solidFill>
                  <a:srgbClr val="FFFFFF"/>
                </a:solidFill>
                <a:latin typeface="Calibri"/>
                <a:ea typeface="Calibri"/>
                <a:cs typeface="Calibri"/>
                <a:sym typeface="Calibri"/>
              </a:endParaRPr>
            </a:p>
          </p:txBody>
        </p:sp>
        <p:cxnSp>
          <p:nvCxnSpPr>
            <p:cNvPr id="3646" name="Google Shape;3646;p37"/>
            <p:cNvCxnSpPr/>
            <p:nvPr/>
          </p:nvCxnSpPr>
          <p:spPr>
            <a:xfrm>
              <a:off x="2298266" y="4320839"/>
              <a:ext cx="1971675" cy="211138"/>
            </a:xfrm>
            <a:prstGeom prst="straightConnector1">
              <a:avLst/>
            </a:prstGeom>
            <a:noFill/>
            <a:ln cap="flat" cmpd="sng" w="9525">
              <a:solidFill>
                <a:schemeClr val="dk1"/>
              </a:solidFill>
              <a:prstDash val="solid"/>
              <a:round/>
              <a:headEnd len="sm" w="sm" type="none"/>
              <a:tailEnd len="sm" w="sm" type="none"/>
            </a:ln>
          </p:spPr>
        </p:cxnSp>
        <p:cxnSp>
          <p:nvCxnSpPr>
            <p:cNvPr id="3647" name="Google Shape;3647;p37"/>
            <p:cNvCxnSpPr/>
            <p:nvPr/>
          </p:nvCxnSpPr>
          <p:spPr>
            <a:xfrm flipH="1" rot="10800000">
              <a:off x="2525278" y="4633577"/>
              <a:ext cx="1744663" cy="411162"/>
            </a:xfrm>
            <a:prstGeom prst="straightConnector1">
              <a:avLst/>
            </a:prstGeom>
            <a:noFill/>
            <a:ln cap="flat" cmpd="sng" w="9525">
              <a:solidFill>
                <a:schemeClr val="dk1"/>
              </a:solidFill>
              <a:prstDash val="solid"/>
              <a:round/>
              <a:headEnd len="sm" w="sm" type="none"/>
              <a:tailEnd len="sm" w="sm" type="none"/>
            </a:ln>
          </p:spPr>
        </p:cxnSp>
        <p:cxnSp>
          <p:nvCxnSpPr>
            <p:cNvPr id="3648" name="Google Shape;3648;p37"/>
            <p:cNvCxnSpPr/>
            <p:nvPr/>
          </p:nvCxnSpPr>
          <p:spPr>
            <a:xfrm flipH="1" rot="10800000">
              <a:off x="2928503" y="4682789"/>
              <a:ext cx="1431925" cy="755650"/>
            </a:xfrm>
            <a:prstGeom prst="straightConnector1">
              <a:avLst/>
            </a:prstGeom>
            <a:noFill/>
            <a:ln cap="flat" cmpd="sng" w="9525">
              <a:solidFill>
                <a:schemeClr val="dk1"/>
              </a:solidFill>
              <a:prstDash val="solid"/>
              <a:round/>
              <a:headEnd len="sm" w="sm" type="none"/>
              <a:tailEnd len="sm" w="sm" type="none"/>
            </a:ln>
          </p:spPr>
        </p:cxnSp>
        <p:cxnSp>
          <p:nvCxnSpPr>
            <p:cNvPr id="3649" name="Google Shape;3649;p37"/>
            <p:cNvCxnSpPr/>
            <p:nvPr/>
          </p:nvCxnSpPr>
          <p:spPr>
            <a:xfrm flipH="1" rot="10800000">
              <a:off x="4520766" y="4703427"/>
              <a:ext cx="57150" cy="1211262"/>
            </a:xfrm>
            <a:prstGeom prst="straightConnector1">
              <a:avLst/>
            </a:prstGeom>
            <a:noFill/>
            <a:ln cap="flat" cmpd="sng" w="9525">
              <a:solidFill>
                <a:schemeClr val="dk1"/>
              </a:solidFill>
              <a:prstDash val="solid"/>
              <a:round/>
              <a:headEnd len="sm" w="sm" type="none"/>
              <a:tailEnd len="sm" w="sm" type="none"/>
            </a:ln>
          </p:spPr>
        </p:cxnSp>
        <p:cxnSp>
          <p:nvCxnSpPr>
            <p:cNvPr id="3650" name="Google Shape;3650;p37"/>
            <p:cNvCxnSpPr/>
            <p:nvPr/>
          </p:nvCxnSpPr>
          <p:spPr>
            <a:xfrm flipH="1" rot="10800000">
              <a:off x="5747903" y="4932027"/>
              <a:ext cx="6350" cy="1135062"/>
            </a:xfrm>
            <a:prstGeom prst="straightConnector1">
              <a:avLst/>
            </a:prstGeom>
            <a:noFill/>
            <a:ln cap="flat" cmpd="sng" w="9525">
              <a:solidFill>
                <a:schemeClr val="dk1"/>
              </a:solidFill>
              <a:prstDash val="solid"/>
              <a:round/>
              <a:headEnd len="sm" w="sm" type="none"/>
              <a:tailEnd len="sm" w="sm" type="none"/>
            </a:ln>
          </p:spPr>
        </p:cxnSp>
        <p:cxnSp>
          <p:nvCxnSpPr>
            <p:cNvPr id="3651" name="Google Shape;3651;p37"/>
            <p:cNvCxnSpPr/>
            <p:nvPr/>
          </p:nvCxnSpPr>
          <p:spPr>
            <a:xfrm rot="10800000">
              <a:off x="6055878" y="4881227"/>
              <a:ext cx="506413" cy="1058862"/>
            </a:xfrm>
            <a:prstGeom prst="straightConnector1">
              <a:avLst/>
            </a:prstGeom>
            <a:noFill/>
            <a:ln cap="flat" cmpd="sng" w="9525">
              <a:solidFill>
                <a:schemeClr val="dk1"/>
              </a:solidFill>
              <a:prstDash val="solid"/>
              <a:round/>
              <a:headEnd len="sm" w="sm" type="none"/>
              <a:tailEnd len="sm" w="sm" type="none"/>
            </a:ln>
          </p:spPr>
        </p:cxnSp>
        <p:cxnSp>
          <p:nvCxnSpPr>
            <p:cNvPr id="3652" name="Google Shape;3652;p37"/>
            <p:cNvCxnSpPr/>
            <p:nvPr/>
          </p:nvCxnSpPr>
          <p:spPr>
            <a:xfrm rot="10800000">
              <a:off x="7173466" y="4646252"/>
              <a:ext cx="1512900" cy="1082700"/>
            </a:xfrm>
            <a:prstGeom prst="straightConnector1">
              <a:avLst/>
            </a:prstGeom>
            <a:noFill/>
            <a:ln cap="flat" cmpd="sng" w="9525">
              <a:solidFill>
                <a:schemeClr val="dk1"/>
              </a:solidFill>
              <a:prstDash val="solid"/>
              <a:round/>
              <a:headEnd len="sm" w="sm" type="none"/>
              <a:tailEnd len="sm" w="sm" type="none"/>
            </a:ln>
          </p:spPr>
        </p:cxnSp>
        <p:cxnSp>
          <p:nvCxnSpPr>
            <p:cNvPr id="3653" name="Google Shape;3653;p37"/>
            <p:cNvCxnSpPr/>
            <p:nvPr/>
          </p:nvCxnSpPr>
          <p:spPr>
            <a:xfrm rot="10800000">
              <a:off x="7230628" y="4524039"/>
              <a:ext cx="2244725" cy="609600"/>
            </a:xfrm>
            <a:prstGeom prst="straightConnector1">
              <a:avLst/>
            </a:prstGeom>
            <a:noFill/>
            <a:ln cap="flat" cmpd="sng" w="9525">
              <a:solidFill>
                <a:schemeClr val="dk1"/>
              </a:solidFill>
              <a:prstDash val="solid"/>
              <a:round/>
              <a:headEnd len="sm" w="sm" type="none"/>
              <a:tailEnd len="sm" w="sm" type="none"/>
            </a:ln>
          </p:spPr>
        </p:cxnSp>
        <p:cxnSp>
          <p:nvCxnSpPr>
            <p:cNvPr id="3654" name="Google Shape;3654;p37"/>
            <p:cNvCxnSpPr/>
            <p:nvPr/>
          </p:nvCxnSpPr>
          <p:spPr>
            <a:xfrm flipH="1">
              <a:off x="7172041" y="4219239"/>
              <a:ext cx="2076300" cy="193800"/>
            </a:xfrm>
            <a:prstGeom prst="straightConnector1">
              <a:avLst/>
            </a:prstGeom>
            <a:noFill/>
            <a:ln cap="flat" cmpd="sng" w="9525">
              <a:solidFill>
                <a:schemeClr val="dk1"/>
              </a:solidFill>
              <a:prstDash val="solid"/>
              <a:round/>
              <a:headEnd len="sm" w="sm" type="none"/>
              <a:tailEnd len="sm" w="sm" type="none"/>
            </a:ln>
          </p:spPr>
        </p:cxnSp>
        <p:cxnSp>
          <p:nvCxnSpPr>
            <p:cNvPr id="3655" name="Google Shape;3655;p37"/>
            <p:cNvCxnSpPr/>
            <p:nvPr/>
          </p:nvCxnSpPr>
          <p:spPr>
            <a:xfrm flipH="1">
              <a:off x="6992503" y="3287377"/>
              <a:ext cx="1422400" cy="454025"/>
            </a:xfrm>
            <a:prstGeom prst="straightConnector1">
              <a:avLst/>
            </a:prstGeom>
            <a:noFill/>
            <a:ln cap="flat" cmpd="sng" w="9525">
              <a:solidFill>
                <a:schemeClr val="dk1"/>
              </a:solidFill>
              <a:prstDash val="solid"/>
              <a:round/>
              <a:headEnd len="sm" w="sm" type="none"/>
              <a:tailEnd len="sm" w="sm" type="none"/>
            </a:ln>
          </p:spPr>
        </p:cxnSp>
        <p:cxnSp>
          <p:nvCxnSpPr>
            <p:cNvPr id="3656" name="Google Shape;3656;p37"/>
            <p:cNvCxnSpPr/>
            <p:nvPr/>
          </p:nvCxnSpPr>
          <p:spPr>
            <a:xfrm flipH="1">
              <a:off x="6816291" y="2863514"/>
              <a:ext cx="898525" cy="728663"/>
            </a:xfrm>
            <a:prstGeom prst="straightConnector1">
              <a:avLst/>
            </a:prstGeom>
            <a:noFill/>
            <a:ln cap="flat" cmpd="sng" w="9525">
              <a:solidFill>
                <a:schemeClr val="dk1"/>
              </a:solidFill>
              <a:prstDash val="solid"/>
              <a:round/>
              <a:headEnd len="sm" w="sm" type="none"/>
              <a:tailEnd len="sm" w="sm" type="none"/>
            </a:ln>
          </p:spPr>
        </p:cxnSp>
        <p:cxnSp>
          <p:nvCxnSpPr>
            <p:cNvPr id="3657" name="Google Shape;3657;p37"/>
            <p:cNvCxnSpPr/>
            <p:nvPr/>
          </p:nvCxnSpPr>
          <p:spPr>
            <a:xfrm>
              <a:off x="5981266" y="2441239"/>
              <a:ext cx="555625" cy="1125538"/>
            </a:xfrm>
            <a:prstGeom prst="straightConnector1">
              <a:avLst/>
            </a:prstGeom>
            <a:noFill/>
            <a:ln cap="flat" cmpd="sng" w="9525">
              <a:solidFill>
                <a:schemeClr val="dk1"/>
              </a:solidFill>
              <a:prstDash val="solid"/>
              <a:round/>
              <a:headEnd len="sm" w="sm" type="none"/>
              <a:tailEnd len="sm" w="sm" type="none"/>
            </a:ln>
          </p:spPr>
        </p:cxnSp>
        <p:cxnSp>
          <p:nvCxnSpPr>
            <p:cNvPr id="3658" name="Google Shape;3658;p37"/>
            <p:cNvCxnSpPr/>
            <p:nvPr/>
          </p:nvCxnSpPr>
          <p:spPr>
            <a:xfrm>
              <a:off x="3493653" y="2638089"/>
              <a:ext cx="1230313" cy="796925"/>
            </a:xfrm>
            <a:prstGeom prst="straightConnector1">
              <a:avLst/>
            </a:prstGeom>
            <a:noFill/>
            <a:ln cap="flat" cmpd="sng" w="9525">
              <a:solidFill>
                <a:schemeClr val="dk1"/>
              </a:solidFill>
              <a:prstDash val="solid"/>
              <a:round/>
              <a:headEnd len="sm" w="sm" type="none"/>
              <a:tailEnd len="sm" w="sm" type="none"/>
            </a:ln>
          </p:spPr>
        </p:cxnSp>
        <p:cxnSp>
          <p:nvCxnSpPr>
            <p:cNvPr id="3659" name="Google Shape;3659;p37"/>
            <p:cNvCxnSpPr/>
            <p:nvPr/>
          </p:nvCxnSpPr>
          <p:spPr>
            <a:xfrm>
              <a:off x="2749116" y="2969877"/>
              <a:ext cx="1885950" cy="519112"/>
            </a:xfrm>
            <a:prstGeom prst="straightConnector1">
              <a:avLst/>
            </a:prstGeom>
            <a:noFill/>
            <a:ln cap="flat" cmpd="sng" w="9525">
              <a:solidFill>
                <a:schemeClr val="dk1"/>
              </a:solidFill>
              <a:prstDash val="solid"/>
              <a:round/>
              <a:headEnd len="sm" w="sm" type="none"/>
              <a:tailEnd len="sm" w="sm" type="none"/>
            </a:ln>
          </p:spPr>
        </p:cxnSp>
        <p:cxnSp>
          <p:nvCxnSpPr>
            <p:cNvPr id="3660" name="Google Shape;3660;p37"/>
            <p:cNvCxnSpPr/>
            <p:nvPr/>
          </p:nvCxnSpPr>
          <p:spPr>
            <a:xfrm>
              <a:off x="2361766" y="3338177"/>
              <a:ext cx="2273300" cy="260350"/>
            </a:xfrm>
            <a:prstGeom prst="straightConnector1">
              <a:avLst/>
            </a:prstGeom>
            <a:noFill/>
            <a:ln cap="flat" cmpd="sng" w="9525">
              <a:solidFill>
                <a:schemeClr val="dk1"/>
              </a:solidFill>
              <a:prstDash val="solid"/>
              <a:round/>
              <a:headEnd len="sm" w="sm" type="none"/>
              <a:tailEnd len="sm" w="sm" type="none"/>
            </a:ln>
          </p:spPr>
        </p:cxnSp>
        <p:grpSp>
          <p:nvGrpSpPr>
            <p:cNvPr id="3661" name="Google Shape;3661;p37"/>
            <p:cNvGrpSpPr/>
            <p:nvPr/>
          </p:nvGrpSpPr>
          <p:grpSpPr>
            <a:xfrm>
              <a:off x="4279891" y="4448623"/>
              <a:ext cx="626338" cy="344849"/>
              <a:chOff x="7493876" y="2774731"/>
              <a:chExt cx="1481958" cy="894622"/>
            </a:xfrm>
          </p:grpSpPr>
          <p:sp>
            <p:nvSpPr>
              <p:cNvPr id="3662" name="Google Shape;3662;p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663" name="Google Shape;3663;p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664" name="Google Shape;3664;p37"/>
              <p:cNvGrpSpPr/>
              <p:nvPr/>
            </p:nvGrpSpPr>
            <p:grpSpPr>
              <a:xfrm>
                <a:off x="7713663" y="2848339"/>
                <a:ext cx="1042107" cy="425543"/>
                <a:chOff x="7786941" y="2884917"/>
                <a:chExt cx="897649" cy="353919"/>
              </a:xfrm>
            </p:grpSpPr>
            <p:sp>
              <p:nvSpPr>
                <p:cNvPr id="3665" name="Google Shape;3665;p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66" name="Google Shape;3666;p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67" name="Google Shape;3667;p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68" name="Google Shape;3668;p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69" name="Google Shape;3669;p37"/>
            <p:cNvGrpSpPr/>
            <p:nvPr/>
          </p:nvGrpSpPr>
          <p:grpSpPr>
            <a:xfrm>
              <a:off x="6344372" y="3546134"/>
              <a:ext cx="626338" cy="344849"/>
              <a:chOff x="7493876" y="2774731"/>
              <a:chExt cx="1481958" cy="894622"/>
            </a:xfrm>
          </p:grpSpPr>
          <p:sp>
            <p:nvSpPr>
              <p:cNvPr id="3670" name="Google Shape;3670;p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671" name="Google Shape;3671;p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672" name="Google Shape;3672;p37"/>
              <p:cNvGrpSpPr/>
              <p:nvPr/>
            </p:nvGrpSpPr>
            <p:grpSpPr>
              <a:xfrm>
                <a:off x="7713663" y="2848339"/>
                <a:ext cx="1042107" cy="425543"/>
                <a:chOff x="7786941" y="2884917"/>
                <a:chExt cx="897649" cy="353919"/>
              </a:xfrm>
            </p:grpSpPr>
            <p:sp>
              <p:nvSpPr>
                <p:cNvPr id="3673" name="Google Shape;3673;p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74" name="Google Shape;3674;p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75" name="Google Shape;3675;p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76" name="Google Shape;3676;p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77" name="Google Shape;3677;p37"/>
            <p:cNvGrpSpPr/>
            <p:nvPr/>
          </p:nvGrpSpPr>
          <p:grpSpPr>
            <a:xfrm>
              <a:off x="6727154" y="4298718"/>
              <a:ext cx="626338" cy="344849"/>
              <a:chOff x="7493876" y="2774731"/>
              <a:chExt cx="1481958" cy="894622"/>
            </a:xfrm>
          </p:grpSpPr>
          <p:sp>
            <p:nvSpPr>
              <p:cNvPr id="3678" name="Google Shape;3678;p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679" name="Google Shape;3679;p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680" name="Google Shape;3680;p37"/>
              <p:cNvGrpSpPr/>
              <p:nvPr/>
            </p:nvGrpSpPr>
            <p:grpSpPr>
              <a:xfrm>
                <a:off x="7713663" y="2848339"/>
                <a:ext cx="1042107" cy="425543"/>
                <a:chOff x="7786941" y="2884917"/>
                <a:chExt cx="897649" cy="353919"/>
              </a:xfrm>
            </p:grpSpPr>
            <p:sp>
              <p:nvSpPr>
                <p:cNvPr id="3681" name="Google Shape;3681;p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2" name="Google Shape;3682;p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3" name="Google Shape;3683;p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4" name="Google Shape;3684;p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85" name="Google Shape;3685;p37"/>
            <p:cNvGrpSpPr/>
            <p:nvPr/>
          </p:nvGrpSpPr>
          <p:grpSpPr>
            <a:xfrm>
              <a:off x="5837682" y="4055837"/>
              <a:ext cx="626338" cy="344849"/>
              <a:chOff x="7493876" y="2774731"/>
              <a:chExt cx="1481958" cy="894622"/>
            </a:xfrm>
          </p:grpSpPr>
          <p:sp>
            <p:nvSpPr>
              <p:cNvPr id="3686" name="Google Shape;3686;p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687" name="Google Shape;3687;p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688" name="Google Shape;3688;p37"/>
              <p:cNvGrpSpPr/>
              <p:nvPr/>
            </p:nvGrpSpPr>
            <p:grpSpPr>
              <a:xfrm>
                <a:off x="7713663" y="2848339"/>
                <a:ext cx="1042107" cy="425543"/>
                <a:chOff x="7786941" y="2884917"/>
                <a:chExt cx="897649" cy="353919"/>
              </a:xfrm>
            </p:grpSpPr>
            <p:sp>
              <p:nvSpPr>
                <p:cNvPr id="3689" name="Google Shape;3689;p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0" name="Google Shape;3690;p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1" name="Google Shape;3691;p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2" name="Google Shape;3692;p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93" name="Google Shape;3693;p37"/>
            <p:cNvGrpSpPr/>
            <p:nvPr/>
          </p:nvGrpSpPr>
          <p:grpSpPr>
            <a:xfrm>
              <a:off x="5550814" y="4588885"/>
              <a:ext cx="626338" cy="344849"/>
              <a:chOff x="7493876" y="2774731"/>
              <a:chExt cx="1481958" cy="894622"/>
            </a:xfrm>
          </p:grpSpPr>
          <p:sp>
            <p:nvSpPr>
              <p:cNvPr id="3694" name="Google Shape;3694;p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695" name="Google Shape;3695;p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696" name="Google Shape;3696;p37"/>
              <p:cNvGrpSpPr/>
              <p:nvPr/>
            </p:nvGrpSpPr>
            <p:grpSpPr>
              <a:xfrm>
                <a:off x="7713663" y="2848339"/>
                <a:ext cx="1042107" cy="425543"/>
                <a:chOff x="7786941" y="2884917"/>
                <a:chExt cx="897649" cy="353919"/>
              </a:xfrm>
            </p:grpSpPr>
            <p:sp>
              <p:nvSpPr>
                <p:cNvPr id="3697" name="Google Shape;3697;p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8" name="Google Shape;3698;p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9" name="Google Shape;3699;p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00" name="Google Shape;3700;p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701" name="Google Shape;3701;p37"/>
            <p:cNvGrpSpPr/>
            <p:nvPr/>
          </p:nvGrpSpPr>
          <p:grpSpPr>
            <a:xfrm>
              <a:off x="4962853" y="4139117"/>
              <a:ext cx="626338" cy="344849"/>
              <a:chOff x="7493876" y="2774731"/>
              <a:chExt cx="1481958" cy="894622"/>
            </a:xfrm>
          </p:grpSpPr>
          <p:sp>
            <p:nvSpPr>
              <p:cNvPr id="3702" name="Google Shape;3702;p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703" name="Google Shape;3703;p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704" name="Google Shape;3704;p37"/>
              <p:cNvGrpSpPr/>
              <p:nvPr/>
            </p:nvGrpSpPr>
            <p:grpSpPr>
              <a:xfrm>
                <a:off x="7713663" y="2848339"/>
                <a:ext cx="1042107" cy="425543"/>
                <a:chOff x="7786941" y="2884917"/>
                <a:chExt cx="897649" cy="353919"/>
              </a:xfrm>
            </p:grpSpPr>
            <p:sp>
              <p:nvSpPr>
                <p:cNvPr id="3705" name="Google Shape;3705;p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06" name="Google Shape;3706;p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07" name="Google Shape;3707;p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08" name="Google Shape;3708;p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709" name="Google Shape;3709;p37"/>
            <p:cNvGrpSpPr/>
            <p:nvPr/>
          </p:nvGrpSpPr>
          <p:grpSpPr>
            <a:xfrm>
              <a:off x="5243803" y="3734721"/>
              <a:ext cx="626338" cy="344849"/>
              <a:chOff x="7493876" y="2774731"/>
              <a:chExt cx="1481958" cy="894622"/>
            </a:xfrm>
          </p:grpSpPr>
          <p:sp>
            <p:nvSpPr>
              <p:cNvPr id="3710" name="Google Shape;3710;p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711" name="Google Shape;3711;p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712" name="Google Shape;3712;p37"/>
              <p:cNvGrpSpPr/>
              <p:nvPr/>
            </p:nvGrpSpPr>
            <p:grpSpPr>
              <a:xfrm>
                <a:off x="7713663" y="2848339"/>
                <a:ext cx="1042107" cy="425543"/>
                <a:chOff x="7786941" y="2884917"/>
                <a:chExt cx="897649" cy="353919"/>
              </a:xfrm>
            </p:grpSpPr>
            <p:sp>
              <p:nvSpPr>
                <p:cNvPr id="3713" name="Google Shape;3713;p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14" name="Google Shape;3714;p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15" name="Google Shape;3715;p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16" name="Google Shape;3716;p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3717" name="Google Shape;3717;p37"/>
            <p:cNvCxnSpPr>
              <a:endCxn id="3718" idx="9"/>
            </p:cNvCxnSpPr>
            <p:nvPr/>
          </p:nvCxnSpPr>
          <p:spPr>
            <a:xfrm flipH="1">
              <a:off x="4883202" y="2316723"/>
              <a:ext cx="105900" cy="1126500"/>
            </a:xfrm>
            <a:prstGeom prst="straightConnector1">
              <a:avLst/>
            </a:prstGeom>
            <a:noFill/>
            <a:ln cap="flat" cmpd="sng" w="9525">
              <a:solidFill>
                <a:schemeClr val="dk1"/>
              </a:solidFill>
              <a:prstDash val="solid"/>
              <a:round/>
              <a:headEnd len="sm" w="sm" type="none"/>
              <a:tailEnd len="sm" w="sm" type="none"/>
            </a:ln>
          </p:spPr>
        </p:cxnSp>
        <p:grpSp>
          <p:nvGrpSpPr>
            <p:cNvPr id="3719" name="Google Shape;3719;p37"/>
            <p:cNvGrpSpPr/>
            <p:nvPr/>
          </p:nvGrpSpPr>
          <p:grpSpPr>
            <a:xfrm>
              <a:off x="4570926" y="3361080"/>
              <a:ext cx="626338" cy="344849"/>
              <a:chOff x="7493876" y="2774731"/>
              <a:chExt cx="1481958" cy="894622"/>
            </a:xfrm>
          </p:grpSpPr>
          <p:sp>
            <p:nvSpPr>
              <p:cNvPr id="3720" name="Google Shape;3720;p3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721" name="Google Shape;3721;p3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722" name="Google Shape;3722;p37"/>
              <p:cNvGrpSpPr/>
              <p:nvPr/>
            </p:nvGrpSpPr>
            <p:grpSpPr>
              <a:xfrm>
                <a:off x="7713663" y="2848339"/>
                <a:ext cx="1042107" cy="425543"/>
                <a:chOff x="7786941" y="2884917"/>
                <a:chExt cx="897649" cy="353919"/>
              </a:xfrm>
            </p:grpSpPr>
            <p:sp>
              <p:nvSpPr>
                <p:cNvPr id="3718" name="Google Shape;3718;p3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23" name="Google Shape;3723;p3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24" name="Google Shape;3724;p3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25" name="Google Shape;3725;p3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3726" name="Google Shape;3726;p37"/>
          <p:cNvGrpSpPr/>
          <p:nvPr/>
        </p:nvGrpSpPr>
        <p:grpSpPr>
          <a:xfrm>
            <a:off x="1589588" y="1850610"/>
            <a:ext cx="8467869" cy="4691676"/>
            <a:chOff x="124589" y="1837771"/>
            <a:chExt cx="8466729" cy="4692037"/>
          </a:xfrm>
        </p:grpSpPr>
        <p:grpSp>
          <p:nvGrpSpPr>
            <p:cNvPr id="3727" name="Google Shape;3727;p37"/>
            <p:cNvGrpSpPr/>
            <p:nvPr/>
          </p:nvGrpSpPr>
          <p:grpSpPr>
            <a:xfrm>
              <a:off x="1529396" y="2297655"/>
              <a:ext cx="648422" cy="418253"/>
              <a:chOff x="3053396" y="4304255"/>
              <a:chExt cx="648422" cy="418253"/>
            </a:xfrm>
          </p:grpSpPr>
          <p:sp>
            <p:nvSpPr>
              <p:cNvPr id="3728" name="Google Shape;3728;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29" name="Google Shape;3729;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30" name="Google Shape;3730;p37"/>
            <p:cNvGrpSpPr/>
            <p:nvPr/>
          </p:nvGrpSpPr>
          <p:grpSpPr>
            <a:xfrm>
              <a:off x="373696" y="3097755"/>
              <a:ext cx="648422" cy="418253"/>
              <a:chOff x="3053396" y="4304255"/>
              <a:chExt cx="648422" cy="418253"/>
            </a:xfrm>
          </p:grpSpPr>
          <p:sp>
            <p:nvSpPr>
              <p:cNvPr id="3731" name="Google Shape;3731;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32" name="Google Shape;3732;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33" name="Google Shape;3733;p37"/>
            <p:cNvGrpSpPr/>
            <p:nvPr/>
          </p:nvGrpSpPr>
          <p:grpSpPr>
            <a:xfrm>
              <a:off x="6037896" y="2551655"/>
              <a:ext cx="648422" cy="418253"/>
              <a:chOff x="3053396" y="4304255"/>
              <a:chExt cx="648422" cy="418253"/>
            </a:xfrm>
          </p:grpSpPr>
          <p:sp>
            <p:nvSpPr>
              <p:cNvPr id="3734" name="Google Shape;3734;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35" name="Google Shape;3735;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36" name="Google Shape;3736;p37"/>
            <p:cNvGrpSpPr/>
            <p:nvPr/>
          </p:nvGrpSpPr>
          <p:grpSpPr>
            <a:xfrm>
              <a:off x="945196" y="5409155"/>
              <a:ext cx="648422" cy="418253"/>
              <a:chOff x="3053396" y="4304255"/>
              <a:chExt cx="648422" cy="418253"/>
            </a:xfrm>
          </p:grpSpPr>
          <p:sp>
            <p:nvSpPr>
              <p:cNvPr id="3737" name="Google Shape;3737;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38" name="Google Shape;3738;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39" name="Google Shape;3739;p37"/>
            <p:cNvGrpSpPr/>
            <p:nvPr/>
          </p:nvGrpSpPr>
          <p:grpSpPr>
            <a:xfrm>
              <a:off x="526096" y="4786855"/>
              <a:ext cx="648422" cy="418253"/>
              <a:chOff x="3053396" y="4304255"/>
              <a:chExt cx="648422" cy="418253"/>
            </a:xfrm>
          </p:grpSpPr>
          <p:sp>
            <p:nvSpPr>
              <p:cNvPr id="3740" name="Google Shape;3740;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41" name="Google Shape;3741;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42" name="Google Shape;3742;p37"/>
            <p:cNvGrpSpPr/>
            <p:nvPr/>
          </p:nvGrpSpPr>
          <p:grpSpPr>
            <a:xfrm>
              <a:off x="297496" y="4126455"/>
              <a:ext cx="648422" cy="418253"/>
              <a:chOff x="3053396" y="4304255"/>
              <a:chExt cx="648422" cy="418253"/>
            </a:xfrm>
          </p:grpSpPr>
          <p:sp>
            <p:nvSpPr>
              <p:cNvPr id="3743" name="Google Shape;3743;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44" name="Google Shape;3744;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45" name="Google Shape;3745;p37"/>
            <p:cNvGrpSpPr/>
            <p:nvPr/>
          </p:nvGrpSpPr>
          <p:grpSpPr>
            <a:xfrm>
              <a:off x="6787196" y="2983455"/>
              <a:ext cx="648422" cy="418253"/>
              <a:chOff x="3053396" y="4304255"/>
              <a:chExt cx="648422" cy="418253"/>
            </a:xfrm>
          </p:grpSpPr>
          <p:sp>
            <p:nvSpPr>
              <p:cNvPr id="3746" name="Google Shape;3746;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47" name="Google Shape;3747;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48" name="Google Shape;3748;p37"/>
            <p:cNvGrpSpPr/>
            <p:nvPr/>
          </p:nvGrpSpPr>
          <p:grpSpPr>
            <a:xfrm>
              <a:off x="3129596" y="2056355"/>
              <a:ext cx="648422" cy="418253"/>
              <a:chOff x="3053396" y="4304255"/>
              <a:chExt cx="648422" cy="418253"/>
            </a:xfrm>
          </p:grpSpPr>
          <p:sp>
            <p:nvSpPr>
              <p:cNvPr id="3749" name="Google Shape;3749;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50" name="Google Shape;3750;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51" name="Google Shape;3751;p37"/>
            <p:cNvGrpSpPr/>
            <p:nvPr/>
          </p:nvGrpSpPr>
          <p:grpSpPr>
            <a:xfrm>
              <a:off x="754696" y="2704055"/>
              <a:ext cx="648422" cy="418253"/>
              <a:chOff x="3053396" y="4304255"/>
              <a:chExt cx="648422" cy="418253"/>
            </a:xfrm>
          </p:grpSpPr>
          <p:sp>
            <p:nvSpPr>
              <p:cNvPr id="3752" name="Google Shape;3752;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53" name="Google Shape;3753;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54" name="Google Shape;3754;p37"/>
            <p:cNvGrpSpPr/>
            <p:nvPr/>
          </p:nvGrpSpPr>
          <p:grpSpPr>
            <a:xfrm>
              <a:off x="4043996" y="2030955"/>
              <a:ext cx="648422" cy="418253"/>
              <a:chOff x="3053396" y="4304255"/>
              <a:chExt cx="648422" cy="418253"/>
            </a:xfrm>
          </p:grpSpPr>
          <p:sp>
            <p:nvSpPr>
              <p:cNvPr id="3755" name="Google Shape;3755;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56" name="Google Shape;3756;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57" name="Google Shape;3757;p37"/>
            <p:cNvGrpSpPr/>
            <p:nvPr/>
          </p:nvGrpSpPr>
          <p:grpSpPr>
            <a:xfrm>
              <a:off x="7104696" y="5663155"/>
              <a:ext cx="648422" cy="418253"/>
              <a:chOff x="3053396" y="4304255"/>
              <a:chExt cx="648422" cy="418253"/>
            </a:xfrm>
          </p:grpSpPr>
          <p:sp>
            <p:nvSpPr>
              <p:cNvPr id="3758" name="Google Shape;3758;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59" name="Google Shape;3759;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60" name="Google Shape;3760;p37"/>
            <p:cNvGrpSpPr/>
            <p:nvPr/>
          </p:nvGrpSpPr>
          <p:grpSpPr>
            <a:xfrm>
              <a:off x="7942896" y="5015455"/>
              <a:ext cx="648422" cy="418253"/>
              <a:chOff x="3053396" y="4304255"/>
              <a:chExt cx="648422" cy="418253"/>
            </a:xfrm>
          </p:grpSpPr>
          <p:sp>
            <p:nvSpPr>
              <p:cNvPr id="3761" name="Google Shape;3761;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62" name="Google Shape;3762;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63" name="Google Shape;3763;p37"/>
            <p:cNvGrpSpPr/>
            <p:nvPr/>
          </p:nvGrpSpPr>
          <p:grpSpPr>
            <a:xfrm>
              <a:off x="7714296" y="4101055"/>
              <a:ext cx="648422" cy="418253"/>
              <a:chOff x="3053396" y="4304255"/>
              <a:chExt cx="648422" cy="418253"/>
            </a:xfrm>
          </p:grpSpPr>
          <p:sp>
            <p:nvSpPr>
              <p:cNvPr id="3764" name="Google Shape;3764;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65" name="Google Shape;3765;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66" name="Google Shape;3766;p37"/>
            <p:cNvGrpSpPr/>
            <p:nvPr/>
          </p:nvGrpSpPr>
          <p:grpSpPr>
            <a:xfrm>
              <a:off x="4869496" y="5904455"/>
              <a:ext cx="648422" cy="418253"/>
              <a:chOff x="3053396" y="4304255"/>
              <a:chExt cx="648422" cy="418253"/>
            </a:xfrm>
          </p:grpSpPr>
          <p:sp>
            <p:nvSpPr>
              <p:cNvPr id="3767" name="Google Shape;3767;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68" name="Google Shape;3768;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69" name="Google Shape;3769;p37"/>
            <p:cNvGrpSpPr/>
            <p:nvPr/>
          </p:nvGrpSpPr>
          <p:grpSpPr>
            <a:xfrm>
              <a:off x="3955096" y="6044155"/>
              <a:ext cx="648422" cy="418253"/>
              <a:chOff x="3053396" y="4304255"/>
              <a:chExt cx="648422" cy="418253"/>
            </a:xfrm>
          </p:grpSpPr>
          <p:sp>
            <p:nvSpPr>
              <p:cNvPr id="3770" name="Google Shape;3770;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71" name="Google Shape;3771;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3772" name="Google Shape;3772;p37"/>
            <p:cNvGrpSpPr/>
            <p:nvPr/>
          </p:nvGrpSpPr>
          <p:grpSpPr>
            <a:xfrm>
              <a:off x="2735896" y="5891755"/>
              <a:ext cx="648422" cy="418253"/>
              <a:chOff x="3053396" y="4304255"/>
              <a:chExt cx="648422" cy="418253"/>
            </a:xfrm>
          </p:grpSpPr>
          <p:sp>
            <p:nvSpPr>
              <p:cNvPr id="3773" name="Google Shape;3773;p3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74" name="Google Shape;3774;p3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sp>
          <p:nvSpPr>
            <p:cNvPr id="3775" name="Google Shape;3775;p37"/>
            <p:cNvSpPr txBox="1"/>
            <p:nvPr/>
          </p:nvSpPr>
          <p:spPr>
            <a:xfrm rot="1053502">
              <a:off x="5143500" y="1955800"/>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776" name="Google Shape;3776;p37"/>
            <p:cNvSpPr txBox="1"/>
            <p:nvPr/>
          </p:nvSpPr>
          <p:spPr>
            <a:xfrm rot="2829263">
              <a:off x="7429500" y="3429000"/>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777" name="Google Shape;3777;p37"/>
            <p:cNvSpPr txBox="1"/>
            <p:nvPr/>
          </p:nvSpPr>
          <p:spPr>
            <a:xfrm rot="9845918">
              <a:off x="6098241" y="5942112"/>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778" name="Google Shape;3778;p37"/>
            <p:cNvSpPr txBox="1"/>
            <p:nvPr/>
          </p:nvSpPr>
          <p:spPr>
            <a:xfrm rot="-9948738">
              <a:off x="1730786" y="5845469"/>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779" name="Google Shape;3779;p37"/>
            <p:cNvSpPr txBox="1"/>
            <p:nvPr/>
          </p:nvSpPr>
          <p:spPr>
            <a:xfrm rot="-4992697">
              <a:off x="144631" y="3539025"/>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3780" name="Google Shape;3780;p37"/>
            <p:cNvSpPr txBox="1"/>
            <p:nvPr/>
          </p:nvSpPr>
          <p:spPr>
            <a:xfrm rot="-1017263">
              <a:off x="2330376" y="1905681"/>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4"/>
                                        </p:tgtEl>
                                        <p:attrNameLst>
                                          <p:attrName>style.visibility</p:attrName>
                                        </p:attrNameLst>
                                      </p:cBhvr>
                                      <p:to>
                                        <p:strVal val="visible"/>
                                      </p:to>
                                    </p:set>
                                    <p:animEffect filter="fade" transition="in">
                                      <p:cBhvr>
                                        <p:cTn dur="500"/>
                                        <p:tgtEl>
                                          <p:spTgt spid="36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5" name="Shape 3785"/>
        <p:cNvGrpSpPr/>
        <p:nvPr/>
      </p:nvGrpSpPr>
      <p:grpSpPr>
        <a:xfrm>
          <a:off x="0" y="0"/>
          <a:ext cx="0" cy="0"/>
          <a:chOff x="0" y="0"/>
          <a:chExt cx="0" cy="0"/>
        </a:xfrm>
      </p:grpSpPr>
      <p:sp>
        <p:nvSpPr>
          <p:cNvPr id="3786" name="Google Shape;3786;p38"/>
          <p:cNvSpPr/>
          <p:nvPr/>
        </p:nvSpPr>
        <p:spPr>
          <a:xfrm>
            <a:off x="2884400" y="2782791"/>
            <a:ext cx="3475038" cy="13811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787" name="Google Shape;3787;p38"/>
          <p:cNvCxnSpPr/>
          <p:nvPr/>
        </p:nvCxnSpPr>
        <p:spPr>
          <a:xfrm>
            <a:off x="4108363" y="3025678"/>
            <a:ext cx="1146175" cy="73025"/>
          </a:xfrm>
          <a:prstGeom prst="straightConnector1">
            <a:avLst/>
          </a:prstGeom>
          <a:noFill/>
          <a:ln cap="flat" cmpd="sng" w="15875">
            <a:solidFill>
              <a:srgbClr val="000000"/>
            </a:solidFill>
            <a:prstDash val="solid"/>
            <a:round/>
            <a:headEnd len="sm" w="sm" type="none"/>
            <a:tailEnd len="sm" w="sm" type="none"/>
          </a:ln>
        </p:spPr>
      </p:cxnSp>
      <p:cxnSp>
        <p:nvCxnSpPr>
          <p:cNvPr id="3788" name="Google Shape;3788;p38"/>
          <p:cNvCxnSpPr/>
          <p:nvPr/>
        </p:nvCxnSpPr>
        <p:spPr>
          <a:xfrm>
            <a:off x="4702088" y="3325716"/>
            <a:ext cx="130175" cy="84137"/>
          </a:xfrm>
          <a:prstGeom prst="straightConnector1">
            <a:avLst/>
          </a:prstGeom>
          <a:noFill/>
          <a:ln cap="flat" cmpd="sng" w="15875">
            <a:solidFill>
              <a:srgbClr val="000000"/>
            </a:solidFill>
            <a:prstDash val="solid"/>
            <a:round/>
            <a:headEnd len="sm" w="sm" type="none"/>
            <a:tailEnd len="sm" w="sm" type="none"/>
          </a:ln>
        </p:spPr>
      </p:cxnSp>
      <p:cxnSp>
        <p:nvCxnSpPr>
          <p:cNvPr id="3789" name="Google Shape;3789;p38"/>
          <p:cNvCxnSpPr/>
          <p:nvPr/>
        </p:nvCxnSpPr>
        <p:spPr>
          <a:xfrm flipH="1" rot="10800000">
            <a:off x="4486188" y="3530503"/>
            <a:ext cx="263525" cy="46038"/>
          </a:xfrm>
          <a:prstGeom prst="straightConnector1">
            <a:avLst/>
          </a:prstGeom>
          <a:noFill/>
          <a:ln cap="flat" cmpd="sng" w="15875">
            <a:solidFill>
              <a:srgbClr val="000000"/>
            </a:solidFill>
            <a:prstDash val="solid"/>
            <a:round/>
            <a:headEnd len="sm" w="sm" type="none"/>
            <a:tailEnd len="sm" w="sm" type="none"/>
          </a:ln>
        </p:spPr>
      </p:cxnSp>
      <p:cxnSp>
        <p:nvCxnSpPr>
          <p:cNvPr id="3790" name="Google Shape;3790;p38"/>
          <p:cNvCxnSpPr/>
          <p:nvPr/>
        </p:nvCxnSpPr>
        <p:spPr>
          <a:xfrm flipH="1" rot="10800000">
            <a:off x="4165513" y="3354291"/>
            <a:ext cx="209550" cy="109537"/>
          </a:xfrm>
          <a:prstGeom prst="straightConnector1">
            <a:avLst/>
          </a:prstGeom>
          <a:noFill/>
          <a:ln cap="flat" cmpd="sng" w="15875">
            <a:solidFill>
              <a:srgbClr val="000000"/>
            </a:solidFill>
            <a:prstDash val="solid"/>
            <a:round/>
            <a:headEnd len="sm" w="sm" type="none"/>
            <a:tailEnd len="sm" w="sm" type="none"/>
          </a:ln>
        </p:spPr>
      </p:cxnSp>
      <p:cxnSp>
        <p:nvCxnSpPr>
          <p:cNvPr id="3791" name="Google Shape;3791;p38"/>
          <p:cNvCxnSpPr/>
          <p:nvPr/>
        </p:nvCxnSpPr>
        <p:spPr>
          <a:xfrm flipH="1" rot="10800000">
            <a:off x="3827375" y="3654328"/>
            <a:ext cx="222250" cy="98425"/>
          </a:xfrm>
          <a:prstGeom prst="straightConnector1">
            <a:avLst/>
          </a:prstGeom>
          <a:noFill/>
          <a:ln cap="flat" cmpd="sng" w="15875">
            <a:solidFill>
              <a:srgbClr val="000000"/>
            </a:solidFill>
            <a:prstDash val="solid"/>
            <a:round/>
            <a:headEnd len="sm" w="sm" type="none"/>
            <a:tailEnd len="sm" w="sm" type="none"/>
          </a:ln>
        </p:spPr>
      </p:cxnSp>
      <p:cxnSp>
        <p:nvCxnSpPr>
          <p:cNvPr id="3792" name="Google Shape;3792;p38"/>
          <p:cNvCxnSpPr/>
          <p:nvPr/>
        </p:nvCxnSpPr>
        <p:spPr>
          <a:xfrm flipH="1" rot="10800000">
            <a:off x="4719550" y="3579716"/>
            <a:ext cx="273050" cy="254000"/>
          </a:xfrm>
          <a:prstGeom prst="straightConnector1">
            <a:avLst/>
          </a:prstGeom>
          <a:noFill/>
          <a:ln cap="flat" cmpd="sng" w="15875">
            <a:solidFill>
              <a:srgbClr val="000000"/>
            </a:solidFill>
            <a:prstDash val="solid"/>
            <a:round/>
            <a:headEnd len="sm" w="sm" type="none"/>
            <a:tailEnd len="sm" w="sm" type="none"/>
          </a:ln>
        </p:spPr>
      </p:cxnSp>
      <p:cxnSp>
        <p:nvCxnSpPr>
          <p:cNvPr id="3793" name="Google Shape;3793;p38"/>
          <p:cNvCxnSpPr/>
          <p:nvPr/>
        </p:nvCxnSpPr>
        <p:spPr>
          <a:xfrm rot="10800000">
            <a:off x="5251363" y="3565428"/>
            <a:ext cx="387350" cy="125413"/>
          </a:xfrm>
          <a:prstGeom prst="straightConnector1">
            <a:avLst/>
          </a:prstGeom>
          <a:noFill/>
          <a:ln cap="flat" cmpd="sng" w="15875">
            <a:solidFill>
              <a:srgbClr val="000000"/>
            </a:solidFill>
            <a:prstDash val="solid"/>
            <a:round/>
            <a:headEnd len="sm" w="sm" type="none"/>
            <a:tailEnd len="sm" w="sm" type="none"/>
          </a:ln>
        </p:spPr>
      </p:cxnSp>
      <p:cxnSp>
        <p:nvCxnSpPr>
          <p:cNvPr id="3794" name="Google Shape;3794;p38"/>
          <p:cNvCxnSpPr/>
          <p:nvPr/>
        </p:nvCxnSpPr>
        <p:spPr>
          <a:xfrm flipH="1" rot="10800000">
            <a:off x="5237075" y="3216178"/>
            <a:ext cx="307975" cy="198438"/>
          </a:xfrm>
          <a:prstGeom prst="straightConnector1">
            <a:avLst/>
          </a:prstGeom>
          <a:noFill/>
          <a:ln cap="flat" cmpd="sng" w="15875">
            <a:solidFill>
              <a:srgbClr val="000000"/>
            </a:solidFill>
            <a:prstDash val="solid"/>
            <a:round/>
            <a:headEnd len="sm" w="sm" type="none"/>
            <a:tailEnd len="sm" w="sm" type="none"/>
          </a:ln>
        </p:spPr>
      </p:cxnSp>
      <p:cxnSp>
        <p:nvCxnSpPr>
          <p:cNvPr id="3795" name="Google Shape;3795;p38"/>
          <p:cNvCxnSpPr/>
          <p:nvPr/>
        </p:nvCxnSpPr>
        <p:spPr>
          <a:xfrm rot="10800000">
            <a:off x="4109950" y="3086003"/>
            <a:ext cx="246063" cy="87313"/>
          </a:xfrm>
          <a:prstGeom prst="straightConnector1">
            <a:avLst/>
          </a:prstGeom>
          <a:noFill/>
          <a:ln cap="flat" cmpd="sng" w="15875">
            <a:solidFill>
              <a:srgbClr val="000000"/>
            </a:solidFill>
            <a:prstDash val="solid"/>
            <a:round/>
            <a:headEnd len="sm" w="sm" type="none"/>
            <a:tailEnd len="sm" w="sm" type="none"/>
          </a:ln>
        </p:spPr>
      </p:cxnSp>
      <p:sp>
        <p:nvSpPr>
          <p:cNvPr id="3796" name="Google Shape;3796;p38"/>
          <p:cNvSpPr txBox="1"/>
          <p:nvPr/>
        </p:nvSpPr>
        <p:spPr>
          <a:xfrm>
            <a:off x="3044738" y="3127278"/>
            <a:ext cx="80663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ISP A</a:t>
            </a:r>
            <a:endParaRPr b="0" i="1" sz="2400" u="none" cap="none" strike="noStrike">
              <a:solidFill>
                <a:srgbClr val="FFFFFF"/>
              </a:solidFill>
              <a:latin typeface="Calibri"/>
              <a:ea typeface="Calibri"/>
              <a:cs typeface="Calibri"/>
              <a:sym typeface="Calibri"/>
            </a:endParaRPr>
          </a:p>
        </p:txBody>
      </p:sp>
      <p:grpSp>
        <p:nvGrpSpPr>
          <p:cNvPr id="3797" name="Google Shape;3797;p38"/>
          <p:cNvGrpSpPr/>
          <p:nvPr/>
        </p:nvGrpSpPr>
        <p:grpSpPr>
          <a:xfrm>
            <a:off x="4779875" y="3395180"/>
            <a:ext cx="541338" cy="223023"/>
            <a:chOff x="7493876" y="2774731"/>
            <a:chExt cx="1481958" cy="894622"/>
          </a:xfrm>
        </p:grpSpPr>
        <p:sp>
          <p:nvSpPr>
            <p:cNvPr id="3798" name="Google Shape;3798;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799" name="Google Shape;3799;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800" name="Google Shape;3800;p38"/>
            <p:cNvGrpSpPr/>
            <p:nvPr/>
          </p:nvGrpSpPr>
          <p:grpSpPr>
            <a:xfrm>
              <a:off x="7713663" y="2848339"/>
              <a:ext cx="1042107" cy="425543"/>
              <a:chOff x="7786941" y="2884917"/>
              <a:chExt cx="897649" cy="353919"/>
            </a:xfrm>
          </p:grpSpPr>
          <p:sp>
            <p:nvSpPr>
              <p:cNvPr id="3801" name="Google Shape;3801;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02" name="Google Shape;3802;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03" name="Google Shape;3803;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04" name="Google Shape;3804;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805" name="Google Shape;3805;p38"/>
          <p:cNvGrpSpPr/>
          <p:nvPr/>
        </p:nvGrpSpPr>
        <p:grpSpPr>
          <a:xfrm>
            <a:off x="5457737" y="3639654"/>
            <a:ext cx="541338" cy="223023"/>
            <a:chOff x="7493876" y="2774731"/>
            <a:chExt cx="1481958" cy="894622"/>
          </a:xfrm>
        </p:grpSpPr>
        <p:sp>
          <p:nvSpPr>
            <p:cNvPr id="3806" name="Google Shape;3806;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807" name="Google Shape;3807;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808" name="Google Shape;3808;p38"/>
            <p:cNvGrpSpPr/>
            <p:nvPr/>
          </p:nvGrpSpPr>
          <p:grpSpPr>
            <a:xfrm>
              <a:off x="7713663" y="2848339"/>
              <a:ext cx="1042107" cy="425543"/>
              <a:chOff x="7786941" y="2884917"/>
              <a:chExt cx="897649" cy="353919"/>
            </a:xfrm>
          </p:grpSpPr>
          <p:sp>
            <p:nvSpPr>
              <p:cNvPr id="3809" name="Google Shape;3809;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0" name="Google Shape;3810;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1" name="Google Shape;3811;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2" name="Google Shape;3812;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813" name="Google Shape;3813;p38"/>
          <p:cNvGrpSpPr/>
          <p:nvPr/>
        </p:nvGrpSpPr>
        <p:grpSpPr>
          <a:xfrm>
            <a:off x="4228292" y="3150704"/>
            <a:ext cx="541338" cy="223023"/>
            <a:chOff x="7493876" y="2774731"/>
            <a:chExt cx="1481958" cy="894622"/>
          </a:xfrm>
        </p:grpSpPr>
        <p:sp>
          <p:nvSpPr>
            <p:cNvPr id="3814" name="Google Shape;3814;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815" name="Google Shape;3815;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816" name="Google Shape;3816;p38"/>
            <p:cNvGrpSpPr/>
            <p:nvPr/>
          </p:nvGrpSpPr>
          <p:grpSpPr>
            <a:xfrm>
              <a:off x="7713663" y="2848339"/>
              <a:ext cx="1042107" cy="425543"/>
              <a:chOff x="7786941" y="2884917"/>
              <a:chExt cx="897649" cy="353919"/>
            </a:xfrm>
          </p:grpSpPr>
          <p:sp>
            <p:nvSpPr>
              <p:cNvPr id="3817" name="Google Shape;3817;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8" name="Google Shape;3818;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19" name="Google Shape;3819;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20" name="Google Shape;3820;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821" name="Google Shape;3821;p38"/>
          <p:cNvGrpSpPr/>
          <p:nvPr/>
        </p:nvGrpSpPr>
        <p:grpSpPr>
          <a:xfrm>
            <a:off x="3972632" y="3451642"/>
            <a:ext cx="541338" cy="223023"/>
            <a:chOff x="7493876" y="2774731"/>
            <a:chExt cx="1481958" cy="894622"/>
          </a:xfrm>
        </p:grpSpPr>
        <p:sp>
          <p:nvSpPr>
            <p:cNvPr id="3822" name="Google Shape;3822;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823" name="Google Shape;3823;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824" name="Google Shape;3824;p38"/>
            <p:cNvGrpSpPr/>
            <p:nvPr/>
          </p:nvGrpSpPr>
          <p:grpSpPr>
            <a:xfrm>
              <a:off x="7713663" y="2848339"/>
              <a:ext cx="1042107" cy="425543"/>
              <a:chOff x="7786941" y="2884917"/>
              <a:chExt cx="897649" cy="353919"/>
            </a:xfrm>
          </p:grpSpPr>
          <p:sp>
            <p:nvSpPr>
              <p:cNvPr id="3825" name="Google Shape;3825;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26" name="Google Shape;3826;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27" name="Google Shape;3827;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28" name="Google Shape;3828;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829" name="Google Shape;3829;p38"/>
          <p:cNvGrpSpPr/>
          <p:nvPr/>
        </p:nvGrpSpPr>
        <p:grpSpPr>
          <a:xfrm>
            <a:off x="3355534" y="3674009"/>
            <a:ext cx="541338" cy="223023"/>
            <a:chOff x="7493876" y="2774731"/>
            <a:chExt cx="1481958" cy="894622"/>
          </a:xfrm>
        </p:grpSpPr>
        <p:sp>
          <p:nvSpPr>
            <p:cNvPr id="3830" name="Google Shape;3830;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831" name="Google Shape;3831;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832" name="Google Shape;3832;p38"/>
            <p:cNvGrpSpPr/>
            <p:nvPr/>
          </p:nvGrpSpPr>
          <p:grpSpPr>
            <a:xfrm>
              <a:off x="7713663" y="2848339"/>
              <a:ext cx="1042107" cy="425543"/>
              <a:chOff x="7786941" y="2884917"/>
              <a:chExt cx="897649" cy="353919"/>
            </a:xfrm>
          </p:grpSpPr>
          <p:sp>
            <p:nvSpPr>
              <p:cNvPr id="3833" name="Google Shape;3833;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34" name="Google Shape;3834;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35" name="Google Shape;3835;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36" name="Google Shape;3836;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837" name="Google Shape;3837;p38"/>
          <p:cNvGrpSpPr/>
          <p:nvPr/>
        </p:nvGrpSpPr>
        <p:grpSpPr>
          <a:xfrm>
            <a:off x="4400287" y="3826770"/>
            <a:ext cx="541338" cy="223023"/>
            <a:chOff x="7493876" y="2774731"/>
            <a:chExt cx="1481958" cy="894622"/>
          </a:xfrm>
        </p:grpSpPr>
        <p:sp>
          <p:nvSpPr>
            <p:cNvPr id="3838" name="Google Shape;3838;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839" name="Google Shape;3839;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840" name="Google Shape;3840;p38"/>
            <p:cNvGrpSpPr/>
            <p:nvPr/>
          </p:nvGrpSpPr>
          <p:grpSpPr>
            <a:xfrm>
              <a:off x="7713663" y="2848339"/>
              <a:ext cx="1042107" cy="425543"/>
              <a:chOff x="7786941" y="2884917"/>
              <a:chExt cx="897649" cy="353919"/>
            </a:xfrm>
          </p:grpSpPr>
          <p:sp>
            <p:nvSpPr>
              <p:cNvPr id="3841" name="Google Shape;3841;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42" name="Google Shape;3842;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43" name="Google Shape;3843;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44" name="Google Shape;3844;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3845" name="Google Shape;3845;p38"/>
          <p:cNvSpPr/>
          <p:nvPr/>
        </p:nvSpPr>
        <p:spPr>
          <a:xfrm>
            <a:off x="2671675" y="4260753"/>
            <a:ext cx="2941638" cy="132397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846" name="Google Shape;3846;p38"/>
          <p:cNvCxnSpPr/>
          <p:nvPr/>
        </p:nvCxnSpPr>
        <p:spPr>
          <a:xfrm>
            <a:off x="3706725" y="4494116"/>
            <a:ext cx="969963" cy="68262"/>
          </a:xfrm>
          <a:prstGeom prst="straightConnector1">
            <a:avLst/>
          </a:prstGeom>
          <a:noFill/>
          <a:ln cap="flat" cmpd="sng" w="15875">
            <a:solidFill>
              <a:srgbClr val="000000"/>
            </a:solidFill>
            <a:prstDash val="solid"/>
            <a:round/>
            <a:headEnd len="sm" w="sm" type="none"/>
            <a:tailEnd len="sm" w="sm" type="none"/>
          </a:ln>
        </p:spPr>
      </p:cxnSp>
      <p:cxnSp>
        <p:nvCxnSpPr>
          <p:cNvPr id="3847" name="Google Shape;3847;p38"/>
          <p:cNvCxnSpPr/>
          <p:nvPr/>
        </p:nvCxnSpPr>
        <p:spPr>
          <a:xfrm>
            <a:off x="4209963" y="4781453"/>
            <a:ext cx="109537" cy="79375"/>
          </a:xfrm>
          <a:prstGeom prst="straightConnector1">
            <a:avLst/>
          </a:prstGeom>
          <a:noFill/>
          <a:ln cap="flat" cmpd="sng" w="15875">
            <a:solidFill>
              <a:srgbClr val="000000"/>
            </a:solidFill>
            <a:prstDash val="solid"/>
            <a:round/>
            <a:headEnd len="sm" w="sm" type="none"/>
            <a:tailEnd len="sm" w="sm" type="none"/>
          </a:ln>
        </p:spPr>
      </p:cxnSp>
      <p:cxnSp>
        <p:nvCxnSpPr>
          <p:cNvPr id="3848" name="Google Shape;3848;p38"/>
          <p:cNvCxnSpPr/>
          <p:nvPr/>
        </p:nvCxnSpPr>
        <p:spPr>
          <a:xfrm flipH="1" rot="10800000">
            <a:off x="4027400" y="4976716"/>
            <a:ext cx="222250" cy="44450"/>
          </a:xfrm>
          <a:prstGeom prst="straightConnector1">
            <a:avLst/>
          </a:prstGeom>
          <a:noFill/>
          <a:ln cap="flat" cmpd="sng" w="15875">
            <a:solidFill>
              <a:srgbClr val="000000"/>
            </a:solidFill>
            <a:prstDash val="solid"/>
            <a:round/>
            <a:headEnd len="sm" w="sm" type="none"/>
            <a:tailEnd len="sm" w="sm" type="none"/>
          </a:ln>
        </p:spPr>
      </p:cxnSp>
      <p:cxnSp>
        <p:nvCxnSpPr>
          <p:cNvPr id="3849" name="Google Shape;3849;p38"/>
          <p:cNvCxnSpPr/>
          <p:nvPr/>
        </p:nvCxnSpPr>
        <p:spPr>
          <a:xfrm flipH="1" rot="10800000">
            <a:off x="3754350" y="4808441"/>
            <a:ext cx="177800" cy="106362"/>
          </a:xfrm>
          <a:prstGeom prst="straightConnector1">
            <a:avLst/>
          </a:prstGeom>
          <a:noFill/>
          <a:ln cap="flat" cmpd="sng" w="15875">
            <a:solidFill>
              <a:srgbClr val="000000"/>
            </a:solidFill>
            <a:prstDash val="solid"/>
            <a:round/>
            <a:headEnd len="sm" w="sm" type="none"/>
            <a:tailEnd len="sm" w="sm" type="none"/>
          </a:ln>
        </p:spPr>
      </p:cxnSp>
      <p:cxnSp>
        <p:nvCxnSpPr>
          <p:cNvPr id="3850" name="Google Shape;3850;p38"/>
          <p:cNvCxnSpPr/>
          <p:nvPr/>
        </p:nvCxnSpPr>
        <p:spPr>
          <a:xfrm flipH="1" rot="10800000">
            <a:off x="3468600" y="5095778"/>
            <a:ext cx="188913" cy="95250"/>
          </a:xfrm>
          <a:prstGeom prst="straightConnector1">
            <a:avLst/>
          </a:prstGeom>
          <a:noFill/>
          <a:ln cap="flat" cmpd="sng" w="15875">
            <a:solidFill>
              <a:srgbClr val="000000"/>
            </a:solidFill>
            <a:prstDash val="solid"/>
            <a:round/>
            <a:headEnd len="sm" w="sm" type="none"/>
            <a:tailEnd len="sm" w="sm" type="none"/>
          </a:ln>
        </p:spPr>
      </p:cxnSp>
      <p:cxnSp>
        <p:nvCxnSpPr>
          <p:cNvPr id="3851" name="Google Shape;3851;p38"/>
          <p:cNvCxnSpPr/>
          <p:nvPr/>
        </p:nvCxnSpPr>
        <p:spPr>
          <a:xfrm flipH="1" rot="10800000">
            <a:off x="4224250" y="5024341"/>
            <a:ext cx="231775" cy="244475"/>
          </a:xfrm>
          <a:prstGeom prst="straightConnector1">
            <a:avLst/>
          </a:prstGeom>
          <a:noFill/>
          <a:ln cap="flat" cmpd="sng" w="15875">
            <a:solidFill>
              <a:srgbClr val="000000"/>
            </a:solidFill>
            <a:prstDash val="solid"/>
            <a:round/>
            <a:headEnd len="sm" w="sm" type="none"/>
            <a:tailEnd len="sm" w="sm" type="none"/>
          </a:ln>
        </p:spPr>
      </p:cxnSp>
      <p:cxnSp>
        <p:nvCxnSpPr>
          <p:cNvPr id="3852" name="Google Shape;3852;p38"/>
          <p:cNvCxnSpPr/>
          <p:nvPr/>
        </p:nvCxnSpPr>
        <p:spPr>
          <a:xfrm rot="10800000">
            <a:off x="4675100" y="5011641"/>
            <a:ext cx="327025" cy="119062"/>
          </a:xfrm>
          <a:prstGeom prst="straightConnector1">
            <a:avLst/>
          </a:prstGeom>
          <a:noFill/>
          <a:ln cap="flat" cmpd="sng" w="15875">
            <a:solidFill>
              <a:srgbClr val="000000"/>
            </a:solidFill>
            <a:prstDash val="solid"/>
            <a:round/>
            <a:headEnd len="sm" w="sm" type="none"/>
            <a:tailEnd len="sm" w="sm" type="none"/>
          </a:ln>
        </p:spPr>
      </p:cxnSp>
      <p:cxnSp>
        <p:nvCxnSpPr>
          <p:cNvPr id="3853" name="Google Shape;3853;p38"/>
          <p:cNvCxnSpPr/>
          <p:nvPr/>
        </p:nvCxnSpPr>
        <p:spPr>
          <a:xfrm flipH="1" rot="10800000">
            <a:off x="4662400" y="4676678"/>
            <a:ext cx="260350" cy="188913"/>
          </a:xfrm>
          <a:prstGeom prst="straightConnector1">
            <a:avLst/>
          </a:prstGeom>
          <a:noFill/>
          <a:ln cap="flat" cmpd="sng" w="15875">
            <a:solidFill>
              <a:srgbClr val="000000"/>
            </a:solidFill>
            <a:prstDash val="solid"/>
            <a:round/>
            <a:headEnd len="sm" w="sm" type="none"/>
            <a:tailEnd len="sm" w="sm" type="none"/>
          </a:ln>
        </p:spPr>
      </p:cxnSp>
      <p:cxnSp>
        <p:nvCxnSpPr>
          <p:cNvPr id="3854" name="Google Shape;3854;p38"/>
          <p:cNvCxnSpPr/>
          <p:nvPr/>
        </p:nvCxnSpPr>
        <p:spPr>
          <a:xfrm rot="10800000">
            <a:off x="3708313" y="4551266"/>
            <a:ext cx="207962" cy="84137"/>
          </a:xfrm>
          <a:prstGeom prst="straightConnector1">
            <a:avLst/>
          </a:prstGeom>
          <a:noFill/>
          <a:ln cap="flat" cmpd="sng" w="15875">
            <a:solidFill>
              <a:srgbClr val="000000"/>
            </a:solidFill>
            <a:prstDash val="solid"/>
            <a:round/>
            <a:headEnd len="sm" w="sm" type="none"/>
            <a:tailEnd len="sm" w="sm" type="none"/>
          </a:ln>
        </p:spPr>
      </p:cxnSp>
      <p:sp>
        <p:nvSpPr>
          <p:cNvPr id="3855" name="Google Shape;3855;p38"/>
          <p:cNvSpPr txBox="1"/>
          <p:nvPr/>
        </p:nvSpPr>
        <p:spPr>
          <a:xfrm>
            <a:off x="2806613" y="4590953"/>
            <a:ext cx="78899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ISP C</a:t>
            </a:r>
            <a:endParaRPr b="0" i="1" sz="2400" u="none" cap="none" strike="noStrike">
              <a:solidFill>
                <a:srgbClr val="FFFFFF"/>
              </a:solidFill>
              <a:latin typeface="Calibri"/>
              <a:ea typeface="Calibri"/>
              <a:cs typeface="Calibri"/>
              <a:sym typeface="Calibri"/>
            </a:endParaRPr>
          </a:p>
        </p:txBody>
      </p:sp>
      <p:sp>
        <p:nvSpPr>
          <p:cNvPr id="3856" name="Google Shape;3856;p38"/>
          <p:cNvSpPr/>
          <p:nvPr/>
        </p:nvSpPr>
        <p:spPr>
          <a:xfrm>
            <a:off x="5765713" y="3706716"/>
            <a:ext cx="3219450" cy="13430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857" name="Google Shape;3857;p38"/>
          <p:cNvCxnSpPr/>
          <p:nvPr/>
        </p:nvCxnSpPr>
        <p:spPr>
          <a:xfrm>
            <a:off x="6899188" y="3943253"/>
            <a:ext cx="1062037" cy="69850"/>
          </a:xfrm>
          <a:prstGeom prst="straightConnector1">
            <a:avLst/>
          </a:prstGeom>
          <a:noFill/>
          <a:ln cap="flat" cmpd="sng" w="15875">
            <a:solidFill>
              <a:srgbClr val="000000"/>
            </a:solidFill>
            <a:prstDash val="solid"/>
            <a:round/>
            <a:headEnd len="sm" w="sm" type="none"/>
            <a:tailEnd len="sm" w="sm" type="none"/>
          </a:ln>
        </p:spPr>
      </p:cxnSp>
      <p:cxnSp>
        <p:nvCxnSpPr>
          <p:cNvPr id="3858" name="Google Shape;3858;p38"/>
          <p:cNvCxnSpPr/>
          <p:nvPr/>
        </p:nvCxnSpPr>
        <p:spPr>
          <a:xfrm>
            <a:off x="7450050" y="4233766"/>
            <a:ext cx="120650" cy="82550"/>
          </a:xfrm>
          <a:prstGeom prst="straightConnector1">
            <a:avLst/>
          </a:prstGeom>
          <a:noFill/>
          <a:ln cap="flat" cmpd="sng" w="15875">
            <a:solidFill>
              <a:srgbClr val="000000"/>
            </a:solidFill>
            <a:prstDash val="solid"/>
            <a:round/>
            <a:headEnd len="sm" w="sm" type="none"/>
            <a:tailEnd len="sm" w="sm" type="none"/>
          </a:ln>
        </p:spPr>
      </p:cxnSp>
      <p:cxnSp>
        <p:nvCxnSpPr>
          <p:cNvPr id="3859" name="Google Shape;3859;p38"/>
          <p:cNvCxnSpPr/>
          <p:nvPr/>
        </p:nvCxnSpPr>
        <p:spPr>
          <a:xfrm flipH="1" rot="10800000">
            <a:off x="7250025" y="4433791"/>
            <a:ext cx="242888" cy="44450"/>
          </a:xfrm>
          <a:prstGeom prst="straightConnector1">
            <a:avLst/>
          </a:prstGeom>
          <a:noFill/>
          <a:ln cap="flat" cmpd="sng" w="15875">
            <a:solidFill>
              <a:srgbClr val="000000"/>
            </a:solidFill>
            <a:prstDash val="solid"/>
            <a:round/>
            <a:headEnd len="sm" w="sm" type="none"/>
            <a:tailEnd len="sm" w="sm" type="none"/>
          </a:ln>
        </p:spPr>
      </p:cxnSp>
      <p:cxnSp>
        <p:nvCxnSpPr>
          <p:cNvPr id="3860" name="Google Shape;3860;p38"/>
          <p:cNvCxnSpPr/>
          <p:nvPr/>
        </p:nvCxnSpPr>
        <p:spPr>
          <a:xfrm flipH="1" rot="10800000">
            <a:off x="6951575" y="4262341"/>
            <a:ext cx="195263" cy="106362"/>
          </a:xfrm>
          <a:prstGeom prst="straightConnector1">
            <a:avLst/>
          </a:prstGeom>
          <a:noFill/>
          <a:ln cap="flat" cmpd="sng" w="15875">
            <a:solidFill>
              <a:srgbClr val="000000"/>
            </a:solidFill>
            <a:prstDash val="solid"/>
            <a:round/>
            <a:headEnd len="sm" w="sm" type="none"/>
            <a:tailEnd len="sm" w="sm" type="none"/>
          </a:ln>
        </p:spPr>
      </p:cxnSp>
      <p:cxnSp>
        <p:nvCxnSpPr>
          <p:cNvPr id="3861" name="Google Shape;3861;p38"/>
          <p:cNvCxnSpPr/>
          <p:nvPr/>
        </p:nvCxnSpPr>
        <p:spPr>
          <a:xfrm flipH="1" rot="10800000">
            <a:off x="6638838" y="4554441"/>
            <a:ext cx="206375" cy="95250"/>
          </a:xfrm>
          <a:prstGeom prst="straightConnector1">
            <a:avLst/>
          </a:prstGeom>
          <a:noFill/>
          <a:ln cap="flat" cmpd="sng" w="15875">
            <a:solidFill>
              <a:srgbClr val="000000"/>
            </a:solidFill>
            <a:prstDash val="solid"/>
            <a:round/>
            <a:headEnd len="sm" w="sm" type="none"/>
            <a:tailEnd len="sm" w="sm" type="none"/>
          </a:ln>
        </p:spPr>
      </p:cxnSp>
      <p:cxnSp>
        <p:nvCxnSpPr>
          <p:cNvPr id="3862" name="Google Shape;3862;p38"/>
          <p:cNvCxnSpPr/>
          <p:nvPr/>
        </p:nvCxnSpPr>
        <p:spPr>
          <a:xfrm flipH="1" rot="10800000">
            <a:off x="7465925" y="4481416"/>
            <a:ext cx="254000" cy="247650"/>
          </a:xfrm>
          <a:prstGeom prst="straightConnector1">
            <a:avLst/>
          </a:prstGeom>
          <a:noFill/>
          <a:ln cap="flat" cmpd="sng" w="15875">
            <a:solidFill>
              <a:srgbClr val="000000"/>
            </a:solidFill>
            <a:prstDash val="solid"/>
            <a:round/>
            <a:headEnd len="sm" w="sm" type="none"/>
            <a:tailEnd len="sm" w="sm" type="none"/>
          </a:ln>
        </p:spPr>
      </p:cxnSp>
      <p:cxnSp>
        <p:nvCxnSpPr>
          <p:cNvPr id="3863" name="Google Shape;3863;p38"/>
          <p:cNvCxnSpPr/>
          <p:nvPr/>
        </p:nvCxnSpPr>
        <p:spPr>
          <a:xfrm rot="10800000">
            <a:off x="7929475" y="4460778"/>
            <a:ext cx="358775" cy="120650"/>
          </a:xfrm>
          <a:prstGeom prst="straightConnector1">
            <a:avLst/>
          </a:prstGeom>
          <a:noFill/>
          <a:ln cap="flat" cmpd="sng" w="15875">
            <a:solidFill>
              <a:srgbClr val="000000"/>
            </a:solidFill>
            <a:prstDash val="solid"/>
            <a:round/>
            <a:headEnd len="sm" w="sm" type="none"/>
            <a:tailEnd len="sm" w="sm" type="none"/>
          </a:ln>
        </p:spPr>
      </p:cxnSp>
      <p:cxnSp>
        <p:nvCxnSpPr>
          <p:cNvPr id="3864" name="Google Shape;3864;p38"/>
          <p:cNvCxnSpPr/>
          <p:nvPr/>
        </p:nvCxnSpPr>
        <p:spPr>
          <a:xfrm flipH="1" rot="10800000">
            <a:off x="7945350" y="4127403"/>
            <a:ext cx="285750" cy="192088"/>
          </a:xfrm>
          <a:prstGeom prst="straightConnector1">
            <a:avLst/>
          </a:prstGeom>
          <a:noFill/>
          <a:ln cap="flat" cmpd="sng" w="15875">
            <a:solidFill>
              <a:srgbClr val="000000"/>
            </a:solidFill>
            <a:prstDash val="solid"/>
            <a:round/>
            <a:headEnd len="sm" w="sm" type="none"/>
            <a:tailEnd len="sm" w="sm" type="none"/>
          </a:ln>
        </p:spPr>
      </p:cxnSp>
      <p:cxnSp>
        <p:nvCxnSpPr>
          <p:cNvPr id="3865" name="Google Shape;3865;p38"/>
          <p:cNvCxnSpPr/>
          <p:nvPr/>
        </p:nvCxnSpPr>
        <p:spPr>
          <a:xfrm rot="10800000">
            <a:off x="6900775" y="4000403"/>
            <a:ext cx="227013" cy="85725"/>
          </a:xfrm>
          <a:prstGeom prst="straightConnector1">
            <a:avLst/>
          </a:prstGeom>
          <a:noFill/>
          <a:ln cap="flat" cmpd="sng" w="15875">
            <a:solidFill>
              <a:srgbClr val="000000"/>
            </a:solidFill>
            <a:prstDash val="solid"/>
            <a:round/>
            <a:headEnd len="sm" w="sm" type="none"/>
            <a:tailEnd len="sm" w="sm" type="none"/>
          </a:ln>
        </p:spPr>
      </p:cxnSp>
      <p:sp>
        <p:nvSpPr>
          <p:cNvPr id="3866" name="Google Shape;3866;p38"/>
          <p:cNvSpPr txBox="1"/>
          <p:nvPr/>
        </p:nvSpPr>
        <p:spPr>
          <a:xfrm>
            <a:off x="5914938" y="4040091"/>
            <a:ext cx="79541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ISP B</a:t>
            </a:r>
            <a:endParaRPr b="0" i="1" sz="2400" u="none" cap="none" strike="noStrike">
              <a:solidFill>
                <a:srgbClr val="FFFFFF"/>
              </a:solidFill>
              <a:latin typeface="Calibri"/>
              <a:ea typeface="Calibri"/>
              <a:cs typeface="Calibri"/>
              <a:sym typeface="Calibri"/>
            </a:endParaRPr>
          </a:p>
        </p:txBody>
      </p:sp>
      <p:cxnSp>
        <p:nvCxnSpPr>
          <p:cNvPr id="3867" name="Google Shape;3867;p38"/>
          <p:cNvCxnSpPr/>
          <p:nvPr/>
        </p:nvCxnSpPr>
        <p:spPr>
          <a:xfrm>
            <a:off x="3533688" y="2666903"/>
            <a:ext cx="238125" cy="261938"/>
          </a:xfrm>
          <a:prstGeom prst="straightConnector1">
            <a:avLst/>
          </a:prstGeom>
          <a:noFill/>
          <a:ln cap="flat" cmpd="sng" w="9525">
            <a:solidFill>
              <a:srgbClr val="000000"/>
            </a:solidFill>
            <a:prstDash val="solid"/>
            <a:round/>
            <a:headEnd len="sm" w="sm" type="none"/>
            <a:tailEnd len="sm" w="sm" type="none"/>
          </a:ln>
        </p:spPr>
      </p:cxnSp>
      <p:cxnSp>
        <p:nvCxnSpPr>
          <p:cNvPr id="3868" name="Google Shape;3868;p38"/>
          <p:cNvCxnSpPr/>
          <p:nvPr/>
        </p:nvCxnSpPr>
        <p:spPr>
          <a:xfrm>
            <a:off x="2789150" y="2906616"/>
            <a:ext cx="831850" cy="61912"/>
          </a:xfrm>
          <a:prstGeom prst="straightConnector1">
            <a:avLst/>
          </a:prstGeom>
          <a:noFill/>
          <a:ln cap="flat" cmpd="sng" w="9525">
            <a:solidFill>
              <a:srgbClr val="000000"/>
            </a:solidFill>
            <a:prstDash val="solid"/>
            <a:round/>
            <a:headEnd len="sm" w="sm" type="none"/>
            <a:tailEnd len="sm" w="sm" type="none"/>
          </a:ln>
        </p:spPr>
      </p:cxnSp>
      <p:cxnSp>
        <p:nvCxnSpPr>
          <p:cNvPr id="3869" name="Google Shape;3869;p38"/>
          <p:cNvCxnSpPr/>
          <p:nvPr/>
        </p:nvCxnSpPr>
        <p:spPr>
          <a:xfrm flipH="1" rot="10800000">
            <a:off x="2385925" y="3030441"/>
            <a:ext cx="1303338" cy="277812"/>
          </a:xfrm>
          <a:prstGeom prst="straightConnector1">
            <a:avLst/>
          </a:prstGeom>
          <a:noFill/>
          <a:ln cap="flat" cmpd="sng" w="9525">
            <a:solidFill>
              <a:srgbClr val="000000"/>
            </a:solidFill>
            <a:prstDash val="solid"/>
            <a:round/>
            <a:headEnd len="sm" w="sm" type="none"/>
            <a:tailEnd len="sm" w="sm" type="none"/>
          </a:ln>
        </p:spPr>
      </p:cxnSp>
      <p:cxnSp>
        <p:nvCxnSpPr>
          <p:cNvPr id="3870" name="Google Shape;3870;p38"/>
          <p:cNvCxnSpPr/>
          <p:nvPr/>
        </p:nvCxnSpPr>
        <p:spPr>
          <a:xfrm>
            <a:off x="5067213" y="2468466"/>
            <a:ext cx="307975" cy="573087"/>
          </a:xfrm>
          <a:prstGeom prst="straightConnector1">
            <a:avLst/>
          </a:prstGeom>
          <a:noFill/>
          <a:ln cap="flat" cmpd="sng" w="9525">
            <a:solidFill>
              <a:srgbClr val="000000"/>
            </a:solidFill>
            <a:prstDash val="solid"/>
            <a:round/>
            <a:headEnd len="sm" w="sm" type="none"/>
            <a:tailEnd len="sm" w="sm" type="none"/>
          </a:ln>
        </p:spPr>
      </p:cxnSp>
      <p:cxnSp>
        <p:nvCxnSpPr>
          <p:cNvPr id="3871" name="Google Shape;3871;p38"/>
          <p:cNvCxnSpPr/>
          <p:nvPr/>
        </p:nvCxnSpPr>
        <p:spPr>
          <a:xfrm flipH="1">
            <a:off x="5576800" y="2446241"/>
            <a:ext cx="384175" cy="579437"/>
          </a:xfrm>
          <a:prstGeom prst="straightConnector1">
            <a:avLst/>
          </a:prstGeom>
          <a:noFill/>
          <a:ln cap="flat" cmpd="sng" w="9525">
            <a:solidFill>
              <a:srgbClr val="000000"/>
            </a:solidFill>
            <a:prstDash val="solid"/>
            <a:round/>
            <a:headEnd len="sm" w="sm" type="none"/>
            <a:tailEnd len="sm" w="sm" type="none"/>
          </a:ln>
        </p:spPr>
      </p:cxnSp>
      <p:cxnSp>
        <p:nvCxnSpPr>
          <p:cNvPr id="3872" name="Google Shape;3872;p38"/>
          <p:cNvCxnSpPr/>
          <p:nvPr/>
        </p:nvCxnSpPr>
        <p:spPr>
          <a:xfrm>
            <a:off x="7921538" y="2957416"/>
            <a:ext cx="215900" cy="1046162"/>
          </a:xfrm>
          <a:prstGeom prst="straightConnector1">
            <a:avLst/>
          </a:prstGeom>
          <a:noFill/>
          <a:ln cap="flat" cmpd="sng" w="9525">
            <a:solidFill>
              <a:srgbClr val="000000"/>
            </a:solidFill>
            <a:prstDash val="solid"/>
            <a:round/>
            <a:headEnd len="sm" w="sm" type="none"/>
            <a:tailEnd len="sm" w="sm" type="none"/>
          </a:ln>
        </p:spPr>
      </p:cxnSp>
      <p:cxnSp>
        <p:nvCxnSpPr>
          <p:cNvPr id="3873" name="Google Shape;3873;p38"/>
          <p:cNvCxnSpPr/>
          <p:nvPr/>
        </p:nvCxnSpPr>
        <p:spPr>
          <a:xfrm flipH="1">
            <a:off x="8288250" y="3308253"/>
            <a:ext cx="241300" cy="692150"/>
          </a:xfrm>
          <a:prstGeom prst="straightConnector1">
            <a:avLst/>
          </a:prstGeom>
          <a:noFill/>
          <a:ln cap="flat" cmpd="sng" w="9525">
            <a:solidFill>
              <a:srgbClr val="000000"/>
            </a:solidFill>
            <a:prstDash val="solid"/>
            <a:round/>
            <a:headEnd len="sm" w="sm" type="none"/>
            <a:tailEnd len="sm" w="sm" type="none"/>
          </a:ln>
        </p:spPr>
      </p:cxnSp>
      <p:cxnSp>
        <p:nvCxnSpPr>
          <p:cNvPr id="3874" name="Google Shape;3874;p38"/>
          <p:cNvCxnSpPr/>
          <p:nvPr/>
        </p:nvCxnSpPr>
        <p:spPr>
          <a:xfrm rot="10800000">
            <a:off x="8605750" y="4630641"/>
            <a:ext cx="796925" cy="614362"/>
          </a:xfrm>
          <a:prstGeom prst="straightConnector1">
            <a:avLst/>
          </a:prstGeom>
          <a:noFill/>
          <a:ln cap="flat" cmpd="sng" w="9525">
            <a:solidFill>
              <a:srgbClr val="000000"/>
            </a:solidFill>
            <a:prstDash val="solid"/>
            <a:round/>
            <a:headEnd len="sm" w="sm" type="none"/>
            <a:tailEnd len="sm" w="sm" type="none"/>
          </a:ln>
        </p:spPr>
      </p:cxnSp>
      <p:cxnSp>
        <p:nvCxnSpPr>
          <p:cNvPr id="3875" name="Google Shape;3875;p38"/>
          <p:cNvCxnSpPr/>
          <p:nvPr/>
        </p:nvCxnSpPr>
        <p:spPr>
          <a:xfrm rot="10800000">
            <a:off x="6470563" y="4751291"/>
            <a:ext cx="285750" cy="1160462"/>
          </a:xfrm>
          <a:prstGeom prst="straightConnector1">
            <a:avLst/>
          </a:prstGeom>
          <a:noFill/>
          <a:ln cap="flat" cmpd="sng" w="9525">
            <a:solidFill>
              <a:srgbClr val="000000"/>
            </a:solidFill>
            <a:prstDash val="solid"/>
            <a:round/>
            <a:headEnd len="sm" w="sm" type="none"/>
            <a:tailEnd len="sm" w="sm" type="none"/>
          </a:ln>
        </p:spPr>
      </p:cxnSp>
      <p:cxnSp>
        <p:nvCxnSpPr>
          <p:cNvPr id="3876" name="Google Shape;3876;p38"/>
          <p:cNvCxnSpPr/>
          <p:nvPr/>
        </p:nvCxnSpPr>
        <p:spPr>
          <a:xfrm rot="10800000">
            <a:off x="5219613" y="5102128"/>
            <a:ext cx="371475" cy="973138"/>
          </a:xfrm>
          <a:prstGeom prst="straightConnector1">
            <a:avLst/>
          </a:prstGeom>
          <a:noFill/>
          <a:ln cap="flat" cmpd="sng" w="9525">
            <a:solidFill>
              <a:srgbClr val="000000"/>
            </a:solidFill>
            <a:prstDash val="solid"/>
            <a:round/>
            <a:headEnd len="sm" w="sm" type="none"/>
            <a:tailEnd len="sm" w="sm" type="none"/>
          </a:ln>
        </p:spPr>
      </p:cxnSp>
      <p:cxnSp>
        <p:nvCxnSpPr>
          <p:cNvPr id="3877" name="Google Shape;3877;p38"/>
          <p:cNvCxnSpPr/>
          <p:nvPr/>
        </p:nvCxnSpPr>
        <p:spPr>
          <a:xfrm rot="10800000">
            <a:off x="4295688" y="5249766"/>
            <a:ext cx="244475" cy="661987"/>
          </a:xfrm>
          <a:prstGeom prst="straightConnector1">
            <a:avLst/>
          </a:prstGeom>
          <a:noFill/>
          <a:ln cap="flat" cmpd="sng" w="9525">
            <a:solidFill>
              <a:srgbClr val="000000"/>
            </a:solidFill>
            <a:prstDash val="solid"/>
            <a:round/>
            <a:headEnd len="sm" w="sm" type="none"/>
            <a:tailEnd len="sm" w="sm" type="none"/>
          </a:ln>
        </p:spPr>
      </p:cxnSp>
      <p:cxnSp>
        <p:nvCxnSpPr>
          <p:cNvPr id="3878" name="Google Shape;3878;p38"/>
          <p:cNvCxnSpPr/>
          <p:nvPr/>
        </p:nvCxnSpPr>
        <p:spPr>
          <a:xfrm flipH="1" rot="10800000">
            <a:off x="2941550" y="5218016"/>
            <a:ext cx="401638" cy="209550"/>
          </a:xfrm>
          <a:prstGeom prst="straightConnector1">
            <a:avLst/>
          </a:prstGeom>
          <a:noFill/>
          <a:ln cap="flat" cmpd="sng" w="9525">
            <a:solidFill>
              <a:srgbClr val="000000"/>
            </a:solidFill>
            <a:prstDash val="solid"/>
            <a:round/>
            <a:headEnd len="sm" w="sm" type="none"/>
            <a:tailEnd len="sm" w="sm" type="none"/>
          </a:ln>
        </p:spPr>
      </p:cxnSp>
      <p:cxnSp>
        <p:nvCxnSpPr>
          <p:cNvPr id="3879" name="Google Shape;3879;p38"/>
          <p:cNvCxnSpPr/>
          <p:nvPr/>
        </p:nvCxnSpPr>
        <p:spPr>
          <a:xfrm>
            <a:off x="2535150" y="5075141"/>
            <a:ext cx="450850" cy="115887"/>
          </a:xfrm>
          <a:prstGeom prst="straightConnector1">
            <a:avLst/>
          </a:prstGeom>
          <a:noFill/>
          <a:ln cap="flat" cmpd="sng" w="9525">
            <a:solidFill>
              <a:srgbClr val="000000"/>
            </a:solidFill>
            <a:prstDash val="solid"/>
            <a:round/>
            <a:headEnd len="sm" w="sm" type="none"/>
            <a:tailEnd len="sm" w="sm" type="none"/>
          </a:ln>
        </p:spPr>
      </p:cxnSp>
      <p:cxnSp>
        <p:nvCxnSpPr>
          <p:cNvPr id="3880" name="Google Shape;3880;p38"/>
          <p:cNvCxnSpPr/>
          <p:nvPr/>
        </p:nvCxnSpPr>
        <p:spPr>
          <a:xfrm>
            <a:off x="2306550" y="4433791"/>
            <a:ext cx="996950" cy="4762"/>
          </a:xfrm>
          <a:prstGeom prst="straightConnector1">
            <a:avLst/>
          </a:prstGeom>
          <a:noFill/>
          <a:ln cap="flat" cmpd="sng" w="9525">
            <a:solidFill>
              <a:srgbClr val="000000"/>
            </a:solidFill>
            <a:prstDash val="solid"/>
            <a:round/>
            <a:headEnd len="sm" w="sm" type="none"/>
            <a:tailEnd len="sm" w="sm" type="none"/>
          </a:ln>
        </p:spPr>
      </p:cxnSp>
      <p:cxnSp>
        <p:nvCxnSpPr>
          <p:cNvPr id="3881" name="Google Shape;3881;p38"/>
          <p:cNvCxnSpPr/>
          <p:nvPr/>
        </p:nvCxnSpPr>
        <p:spPr>
          <a:xfrm rot="10800000">
            <a:off x="7646900" y="4779866"/>
            <a:ext cx="1047750" cy="966787"/>
          </a:xfrm>
          <a:prstGeom prst="straightConnector1">
            <a:avLst/>
          </a:prstGeom>
          <a:noFill/>
          <a:ln cap="flat" cmpd="sng" w="9525">
            <a:solidFill>
              <a:srgbClr val="000000"/>
            </a:solidFill>
            <a:prstDash val="solid"/>
            <a:round/>
            <a:headEnd len="sm" w="sm" type="none"/>
            <a:tailEnd len="sm" w="sm" type="none"/>
          </a:ln>
        </p:spPr>
      </p:cxnSp>
      <p:cxnSp>
        <p:nvCxnSpPr>
          <p:cNvPr id="3882" name="Google Shape;3882;p38"/>
          <p:cNvCxnSpPr/>
          <p:nvPr/>
        </p:nvCxnSpPr>
        <p:spPr>
          <a:xfrm flipH="1">
            <a:off x="8716875" y="4368703"/>
            <a:ext cx="541338" cy="249238"/>
          </a:xfrm>
          <a:prstGeom prst="straightConnector1">
            <a:avLst/>
          </a:prstGeom>
          <a:noFill/>
          <a:ln cap="flat" cmpd="sng" w="9525">
            <a:solidFill>
              <a:srgbClr val="000000"/>
            </a:solidFill>
            <a:prstDash val="solid"/>
            <a:round/>
            <a:headEnd len="sm" w="sm" type="none"/>
            <a:tailEnd len="sm" w="sm" type="none"/>
          </a:ln>
        </p:spPr>
      </p:cxnSp>
      <p:grpSp>
        <p:nvGrpSpPr>
          <p:cNvPr id="3883" name="Google Shape;3883;p38"/>
          <p:cNvGrpSpPr/>
          <p:nvPr/>
        </p:nvGrpSpPr>
        <p:grpSpPr>
          <a:xfrm>
            <a:off x="5192625" y="3007829"/>
            <a:ext cx="541338" cy="223023"/>
            <a:chOff x="7493876" y="2774731"/>
            <a:chExt cx="1481958" cy="894622"/>
          </a:xfrm>
        </p:grpSpPr>
        <p:sp>
          <p:nvSpPr>
            <p:cNvPr id="3884" name="Google Shape;3884;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885" name="Google Shape;3885;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886" name="Google Shape;3886;p38"/>
            <p:cNvGrpSpPr/>
            <p:nvPr/>
          </p:nvGrpSpPr>
          <p:grpSpPr>
            <a:xfrm>
              <a:off x="7713663" y="2848339"/>
              <a:ext cx="1042107" cy="425543"/>
              <a:chOff x="7786941" y="2884917"/>
              <a:chExt cx="897649" cy="353919"/>
            </a:xfrm>
          </p:grpSpPr>
          <p:sp>
            <p:nvSpPr>
              <p:cNvPr id="3887" name="Google Shape;3887;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8" name="Google Shape;3888;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9" name="Google Shape;3889;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90" name="Google Shape;3890;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891" name="Google Shape;3891;p38"/>
          <p:cNvGrpSpPr/>
          <p:nvPr/>
        </p:nvGrpSpPr>
        <p:grpSpPr>
          <a:xfrm>
            <a:off x="3621872" y="2908203"/>
            <a:ext cx="541338" cy="223023"/>
            <a:chOff x="7493876" y="2774731"/>
            <a:chExt cx="1481958" cy="894622"/>
          </a:xfrm>
        </p:grpSpPr>
        <p:sp>
          <p:nvSpPr>
            <p:cNvPr id="3892" name="Google Shape;3892;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893" name="Google Shape;3893;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894" name="Google Shape;3894;p38"/>
            <p:cNvGrpSpPr/>
            <p:nvPr/>
          </p:nvGrpSpPr>
          <p:grpSpPr>
            <a:xfrm>
              <a:off x="7713663" y="2848339"/>
              <a:ext cx="1042107" cy="425543"/>
              <a:chOff x="7786941" y="2884917"/>
              <a:chExt cx="897649" cy="353919"/>
            </a:xfrm>
          </p:grpSpPr>
          <p:sp>
            <p:nvSpPr>
              <p:cNvPr id="3895" name="Google Shape;3895;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96" name="Google Shape;3896;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97" name="Google Shape;3897;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98" name="Google Shape;3898;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899" name="Google Shape;3899;p38"/>
          <p:cNvGrpSpPr/>
          <p:nvPr/>
        </p:nvGrpSpPr>
        <p:grpSpPr>
          <a:xfrm>
            <a:off x="7929475" y="3939691"/>
            <a:ext cx="541338" cy="223023"/>
            <a:chOff x="7493876" y="2774731"/>
            <a:chExt cx="1481958" cy="894622"/>
          </a:xfrm>
        </p:grpSpPr>
        <p:sp>
          <p:nvSpPr>
            <p:cNvPr id="3900" name="Google Shape;3900;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901" name="Google Shape;3901;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902" name="Google Shape;3902;p38"/>
            <p:cNvGrpSpPr/>
            <p:nvPr/>
          </p:nvGrpSpPr>
          <p:grpSpPr>
            <a:xfrm>
              <a:off x="7713663" y="2848339"/>
              <a:ext cx="1042107" cy="425543"/>
              <a:chOff x="7786941" y="2884917"/>
              <a:chExt cx="897649" cy="353919"/>
            </a:xfrm>
          </p:grpSpPr>
          <p:sp>
            <p:nvSpPr>
              <p:cNvPr id="3903" name="Google Shape;3903;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04" name="Google Shape;3904;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05" name="Google Shape;3905;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06" name="Google Shape;3906;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07" name="Google Shape;3907;p38"/>
          <p:cNvGrpSpPr/>
          <p:nvPr/>
        </p:nvGrpSpPr>
        <p:grpSpPr>
          <a:xfrm>
            <a:off x="8182681" y="4501444"/>
            <a:ext cx="541338" cy="223023"/>
            <a:chOff x="7493876" y="2774731"/>
            <a:chExt cx="1481958" cy="894622"/>
          </a:xfrm>
        </p:grpSpPr>
        <p:sp>
          <p:nvSpPr>
            <p:cNvPr id="3908" name="Google Shape;3908;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909" name="Google Shape;3909;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910" name="Google Shape;3910;p38"/>
            <p:cNvGrpSpPr/>
            <p:nvPr/>
          </p:nvGrpSpPr>
          <p:grpSpPr>
            <a:xfrm>
              <a:off x="7713663" y="2848339"/>
              <a:ext cx="1042107" cy="425543"/>
              <a:chOff x="7786941" y="2884917"/>
              <a:chExt cx="897649" cy="353919"/>
            </a:xfrm>
          </p:grpSpPr>
          <p:sp>
            <p:nvSpPr>
              <p:cNvPr id="3911" name="Google Shape;3911;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12" name="Google Shape;3912;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13" name="Google Shape;3913;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14" name="Google Shape;3914;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15" name="Google Shape;3915;p38"/>
          <p:cNvGrpSpPr/>
          <p:nvPr/>
        </p:nvGrpSpPr>
        <p:grpSpPr>
          <a:xfrm>
            <a:off x="7469673" y="4278623"/>
            <a:ext cx="541338" cy="223023"/>
            <a:chOff x="7493876" y="2774731"/>
            <a:chExt cx="1481958" cy="894622"/>
          </a:xfrm>
        </p:grpSpPr>
        <p:sp>
          <p:nvSpPr>
            <p:cNvPr id="3916" name="Google Shape;3916;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917" name="Google Shape;3917;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918" name="Google Shape;3918;p38"/>
            <p:cNvGrpSpPr/>
            <p:nvPr/>
          </p:nvGrpSpPr>
          <p:grpSpPr>
            <a:xfrm>
              <a:off x="7713663" y="2848339"/>
              <a:ext cx="1042107" cy="425543"/>
              <a:chOff x="7786941" y="2884917"/>
              <a:chExt cx="897649" cy="353919"/>
            </a:xfrm>
          </p:grpSpPr>
          <p:sp>
            <p:nvSpPr>
              <p:cNvPr id="3919" name="Google Shape;3919;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0" name="Google Shape;3920;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1" name="Google Shape;3921;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2" name="Google Shape;3922;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23" name="Google Shape;3923;p38"/>
          <p:cNvGrpSpPr/>
          <p:nvPr/>
        </p:nvGrpSpPr>
        <p:grpSpPr>
          <a:xfrm>
            <a:off x="6979356" y="4059569"/>
            <a:ext cx="541338" cy="223023"/>
            <a:chOff x="7493876" y="2774731"/>
            <a:chExt cx="1481958" cy="894622"/>
          </a:xfrm>
        </p:grpSpPr>
        <p:sp>
          <p:nvSpPr>
            <p:cNvPr id="3924" name="Google Shape;3924;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925" name="Google Shape;3925;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926" name="Google Shape;3926;p38"/>
            <p:cNvGrpSpPr/>
            <p:nvPr/>
          </p:nvGrpSpPr>
          <p:grpSpPr>
            <a:xfrm>
              <a:off x="7713663" y="2848339"/>
              <a:ext cx="1042107" cy="425543"/>
              <a:chOff x="7786941" y="2884917"/>
              <a:chExt cx="897649" cy="353919"/>
            </a:xfrm>
          </p:grpSpPr>
          <p:sp>
            <p:nvSpPr>
              <p:cNvPr id="3927" name="Google Shape;3927;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8" name="Google Shape;3928;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9" name="Google Shape;3929;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0" name="Google Shape;3930;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31" name="Google Shape;3931;p38"/>
          <p:cNvGrpSpPr/>
          <p:nvPr/>
        </p:nvGrpSpPr>
        <p:grpSpPr>
          <a:xfrm>
            <a:off x="6723616" y="4366729"/>
            <a:ext cx="541338" cy="223023"/>
            <a:chOff x="7493876" y="2774731"/>
            <a:chExt cx="1481958" cy="894622"/>
          </a:xfrm>
        </p:grpSpPr>
        <p:sp>
          <p:nvSpPr>
            <p:cNvPr id="3932" name="Google Shape;3932;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933" name="Google Shape;3933;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934" name="Google Shape;3934;p38"/>
            <p:cNvGrpSpPr/>
            <p:nvPr/>
          </p:nvGrpSpPr>
          <p:grpSpPr>
            <a:xfrm>
              <a:off x="7713663" y="2848339"/>
              <a:ext cx="1042107" cy="425543"/>
              <a:chOff x="7786941" y="2884917"/>
              <a:chExt cx="897649" cy="353919"/>
            </a:xfrm>
          </p:grpSpPr>
          <p:sp>
            <p:nvSpPr>
              <p:cNvPr id="3935" name="Google Shape;3935;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6" name="Google Shape;3936;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7" name="Google Shape;3937;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8" name="Google Shape;3938;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39" name="Google Shape;3939;p38"/>
          <p:cNvGrpSpPr/>
          <p:nvPr/>
        </p:nvGrpSpPr>
        <p:grpSpPr>
          <a:xfrm>
            <a:off x="6244846" y="4607015"/>
            <a:ext cx="541338" cy="223023"/>
            <a:chOff x="7493876" y="2774731"/>
            <a:chExt cx="1481958" cy="894622"/>
          </a:xfrm>
        </p:grpSpPr>
        <p:sp>
          <p:nvSpPr>
            <p:cNvPr id="3940" name="Google Shape;3940;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941" name="Google Shape;3941;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942" name="Google Shape;3942;p38"/>
            <p:cNvGrpSpPr/>
            <p:nvPr/>
          </p:nvGrpSpPr>
          <p:grpSpPr>
            <a:xfrm>
              <a:off x="7713663" y="2848339"/>
              <a:ext cx="1042107" cy="425543"/>
              <a:chOff x="7786941" y="2884917"/>
              <a:chExt cx="897649" cy="353919"/>
            </a:xfrm>
          </p:grpSpPr>
          <p:sp>
            <p:nvSpPr>
              <p:cNvPr id="3943" name="Google Shape;3943;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44" name="Google Shape;3944;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45" name="Google Shape;3945;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46" name="Google Shape;3946;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47" name="Google Shape;3947;p38"/>
          <p:cNvGrpSpPr/>
          <p:nvPr/>
        </p:nvGrpSpPr>
        <p:grpSpPr>
          <a:xfrm>
            <a:off x="7291037" y="4658009"/>
            <a:ext cx="541338" cy="223023"/>
            <a:chOff x="7493876" y="2774731"/>
            <a:chExt cx="1481958" cy="894622"/>
          </a:xfrm>
        </p:grpSpPr>
        <p:sp>
          <p:nvSpPr>
            <p:cNvPr id="3948" name="Google Shape;3948;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949" name="Google Shape;3949;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950" name="Google Shape;3950;p38"/>
            <p:cNvGrpSpPr/>
            <p:nvPr/>
          </p:nvGrpSpPr>
          <p:grpSpPr>
            <a:xfrm>
              <a:off x="7713663" y="2848339"/>
              <a:ext cx="1042107" cy="425543"/>
              <a:chOff x="7786941" y="2884917"/>
              <a:chExt cx="897649" cy="353919"/>
            </a:xfrm>
          </p:grpSpPr>
          <p:sp>
            <p:nvSpPr>
              <p:cNvPr id="3951" name="Google Shape;3951;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52" name="Google Shape;3952;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53" name="Google Shape;3953;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54" name="Google Shape;3954;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55" name="Google Shape;3955;p38"/>
          <p:cNvGrpSpPr/>
          <p:nvPr/>
        </p:nvGrpSpPr>
        <p:grpSpPr>
          <a:xfrm>
            <a:off x="4568094" y="4497411"/>
            <a:ext cx="541338" cy="223023"/>
            <a:chOff x="7493876" y="2774731"/>
            <a:chExt cx="1481958" cy="894622"/>
          </a:xfrm>
        </p:grpSpPr>
        <p:sp>
          <p:nvSpPr>
            <p:cNvPr id="3956" name="Google Shape;3956;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957" name="Google Shape;3957;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958" name="Google Shape;3958;p38"/>
            <p:cNvGrpSpPr/>
            <p:nvPr/>
          </p:nvGrpSpPr>
          <p:grpSpPr>
            <a:xfrm>
              <a:off x="7713663" y="2848339"/>
              <a:ext cx="1042107" cy="425543"/>
              <a:chOff x="7786941" y="2884917"/>
              <a:chExt cx="897649" cy="353919"/>
            </a:xfrm>
          </p:grpSpPr>
          <p:sp>
            <p:nvSpPr>
              <p:cNvPr id="3959" name="Google Shape;3959;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60" name="Google Shape;3960;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61" name="Google Shape;3961;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62" name="Google Shape;3962;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63" name="Google Shape;3963;p38"/>
          <p:cNvGrpSpPr/>
          <p:nvPr/>
        </p:nvGrpSpPr>
        <p:grpSpPr>
          <a:xfrm>
            <a:off x="4812419" y="5011641"/>
            <a:ext cx="541338" cy="223023"/>
            <a:chOff x="7493876" y="2774731"/>
            <a:chExt cx="1481958" cy="894622"/>
          </a:xfrm>
        </p:grpSpPr>
        <p:sp>
          <p:nvSpPr>
            <p:cNvPr id="3964" name="Google Shape;3964;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965" name="Google Shape;3965;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966" name="Google Shape;3966;p38"/>
            <p:cNvGrpSpPr/>
            <p:nvPr/>
          </p:nvGrpSpPr>
          <p:grpSpPr>
            <a:xfrm>
              <a:off x="7713663" y="2848339"/>
              <a:ext cx="1042107" cy="425543"/>
              <a:chOff x="7786941" y="2884917"/>
              <a:chExt cx="897649" cy="353919"/>
            </a:xfrm>
          </p:grpSpPr>
          <p:sp>
            <p:nvSpPr>
              <p:cNvPr id="3967" name="Google Shape;3967;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68" name="Google Shape;3968;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69" name="Google Shape;3969;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70" name="Google Shape;3970;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71" name="Google Shape;3971;p38"/>
          <p:cNvGrpSpPr/>
          <p:nvPr/>
        </p:nvGrpSpPr>
        <p:grpSpPr>
          <a:xfrm>
            <a:off x="4220281" y="4826836"/>
            <a:ext cx="541338" cy="223023"/>
            <a:chOff x="7493876" y="2774731"/>
            <a:chExt cx="1481958" cy="894622"/>
          </a:xfrm>
        </p:grpSpPr>
        <p:sp>
          <p:nvSpPr>
            <p:cNvPr id="3972" name="Google Shape;3972;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973" name="Google Shape;3973;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974" name="Google Shape;3974;p38"/>
            <p:cNvGrpSpPr/>
            <p:nvPr/>
          </p:nvGrpSpPr>
          <p:grpSpPr>
            <a:xfrm>
              <a:off x="7713663" y="2848339"/>
              <a:ext cx="1042107" cy="425543"/>
              <a:chOff x="7786941" y="2884917"/>
              <a:chExt cx="897649" cy="353919"/>
            </a:xfrm>
          </p:grpSpPr>
          <p:sp>
            <p:nvSpPr>
              <p:cNvPr id="3975" name="Google Shape;3975;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76" name="Google Shape;3976;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77" name="Google Shape;3977;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78" name="Google Shape;3978;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79" name="Google Shape;3979;p38"/>
          <p:cNvGrpSpPr/>
          <p:nvPr/>
        </p:nvGrpSpPr>
        <p:grpSpPr>
          <a:xfrm>
            <a:off x="3292387" y="4376707"/>
            <a:ext cx="541338" cy="223023"/>
            <a:chOff x="7493876" y="2774731"/>
            <a:chExt cx="1481958" cy="894622"/>
          </a:xfrm>
        </p:grpSpPr>
        <p:sp>
          <p:nvSpPr>
            <p:cNvPr id="3980" name="Google Shape;3980;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981" name="Google Shape;3981;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982" name="Google Shape;3982;p38"/>
            <p:cNvGrpSpPr/>
            <p:nvPr/>
          </p:nvGrpSpPr>
          <p:grpSpPr>
            <a:xfrm>
              <a:off x="7713663" y="2848339"/>
              <a:ext cx="1042107" cy="425543"/>
              <a:chOff x="7786941" y="2884917"/>
              <a:chExt cx="897649" cy="353919"/>
            </a:xfrm>
          </p:grpSpPr>
          <p:sp>
            <p:nvSpPr>
              <p:cNvPr id="3983" name="Google Shape;3983;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84" name="Google Shape;3984;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85" name="Google Shape;3985;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86" name="Google Shape;3986;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87" name="Google Shape;3987;p38"/>
          <p:cNvGrpSpPr/>
          <p:nvPr/>
        </p:nvGrpSpPr>
        <p:grpSpPr>
          <a:xfrm>
            <a:off x="3740086" y="4631455"/>
            <a:ext cx="541338" cy="223023"/>
            <a:chOff x="7493876" y="2774731"/>
            <a:chExt cx="1481958" cy="894622"/>
          </a:xfrm>
        </p:grpSpPr>
        <p:sp>
          <p:nvSpPr>
            <p:cNvPr id="3988" name="Google Shape;3988;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989" name="Google Shape;3989;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990" name="Google Shape;3990;p38"/>
            <p:cNvGrpSpPr/>
            <p:nvPr/>
          </p:nvGrpSpPr>
          <p:grpSpPr>
            <a:xfrm>
              <a:off x="7713663" y="2848339"/>
              <a:ext cx="1042107" cy="425543"/>
              <a:chOff x="7786941" y="2884917"/>
              <a:chExt cx="897649" cy="353919"/>
            </a:xfrm>
          </p:grpSpPr>
          <p:sp>
            <p:nvSpPr>
              <p:cNvPr id="3991" name="Google Shape;3991;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92" name="Google Shape;3992;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93" name="Google Shape;3993;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94" name="Google Shape;3994;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95" name="Google Shape;3995;p38"/>
          <p:cNvGrpSpPr/>
          <p:nvPr/>
        </p:nvGrpSpPr>
        <p:grpSpPr>
          <a:xfrm>
            <a:off x="3500746" y="4902845"/>
            <a:ext cx="541338" cy="223023"/>
            <a:chOff x="7493876" y="2774731"/>
            <a:chExt cx="1481958" cy="894622"/>
          </a:xfrm>
        </p:grpSpPr>
        <p:sp>
          <p:nvSpPr>
            <p:cNvPr id="3996" name="Google Shape;3996;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3997" name="Google Shape;3997;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3998" name="Google Shape;3998;p38"/>
            <p:cNvGrpSpPr/>
            <p:nvPr/>
          </p:nvGrpSpPr>
          <p:grpSpPr>
            <a:xfrm>
              <a:off x="7713663" y="2848339"/>
              <a:ext cx="1042107" cy="425543"/>
              <a:chOff x="7786941" y="2884917"/>
              <a:chExt cx="897649" cy="353919"/>
            </a:xfrm>
          </p:grpSpPr>
          <p:sp>
            <p:nvSpPr>
              <p:cNvPr id="3999" name="Google Shape;3999;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00" name="Google Shape;4000;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01" name="Google Shape;4001;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02" name="Google Shape;4002;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003" name="Google Shape;4003;p38"/>
          <p:cNvGrpSpPr/>
          <p:nvPr/>
        </p:nvGrpSpPr>
        <p:grpSpPr>
          <a:xfrm>
            <a:off x="2989969" y="5089246"/>
            <a:ext cx="541338" cy="223023"/>
            <a:chOff x="7493876" y="2774731"/>
            <a:chExt cx="1481958" cy="894622"/>
          </a:xfrm>
        </p:grpSpPr>
        <p:sp>
          <p:nvSpPr>
            <p:cNvPr id="4004" name="Google Shape;4004;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005" name="Google Shape;4005;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006" name="Google Shape;4006;p38"/>
            <p:cNvGrpSpPr/>
            <p:nvPr/>
          </p:nvGrpSpPr>
          <p:grpSpPr>
            <a:xfrm>
              <a:off x="7713663" y="2848339"/>
              <a:ext cx="1042107" cy="425543"/>
              <a:chOff x="7786941" y="2884917"/>
              <a:chExt cx="897649" cy="353919"/>
            </a:xfrm>
          </p:grpSpPr>
          <p:sp>
            <p:nvSpPr>
              <p:cNvPr id="4007" name="Google Shape;4007;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08" name="Google Shape;4008;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09" name="Google Shape;4009;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10" name="Google Shape;4010;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011" name="Google Shape;4011;p38"/>
          <p:cNvGrpSpPr/>
          <p:nvPr/>
        </p:nvGrpSpPr>
        <p:grpSpPr>
          <a:xfrm>
            <a:off x="4023882" y="5178456"/>
            <a:ext cx="541338" cy="223023"/>
            <a:chOff x="7493876" y="2774731"/>
            <a:chExt cx="1481958" cy="894622"/>
          </a:xfrm>
        </p:grpSpPr>
        <p:sp>
          <p:nvSpPr>
            <p:cNvPr id="4012" name="Google Shape;4012;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013" name="Google Shape;4013;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014" name="Google Shape;4014;p38"/>
            <p:cNvGrpSpPr/>
            <p:nvPr/>
          </p:nvGrpSpPr>
          <p:grpSpPr>
            <a:xfrm>
              <a:off x="7713663" y="2848339"/>
              <a:ext cx="1042107" cy="425543"/>
              <a:chOff x="7786941" y="2884917"/>
              <a:chExt cx="897649" cy="353919"/>
            </a:xfrm>
          </p:grpSpPr>
          <p:sp>
            <p:nvSpPr>
              <p:cNvPr id="4015" name="Google Shape;4015;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16" name="Google Shape;4016;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17" name="Google Shape;4017;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18" name="Google Shape;4018;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019" name="Google Shape;4019;p38"/>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grpSp>
        <p:nvGrpSpPr>
          <p:cNvPr id="4020" name="Google Shape;4020;p38"/>
          <p:cNvGrpSpPr/>
          <p:nvPr/>
        </p:nvGrpSpPr>
        <p:grpSpPr>
          <a:xfrm>
            <a:off x="1589588" y="1850610"/>
            <a:ext cx="8467869" cy="4691676"/>
            <a:chOff x="124589" y="1837771"/>
            <a:chExt cx="8466729" cy="4692037"/>
          </a:xfrm>
        </p:grpSpPr>
        <p:grpSp>
          <p:nvGrpSpPr>
            <p:cNvPr id="4021" name="Google Shape;4021;p38"/>
            <p:cNvGrpSpPr/>
            <p:nvPr/>
          </p:nvGrpSpPr>
          <p:grpSpPr>
            <a:xfrm>
              <a:off x="1529396" y="2297655"/>
              <a:ext cx="648422" cy="418253"/>
              <a:chOff x="3053396" y="4304255"/>
              <a:chExt cx="648422" cy="418253"/>
            </a:xfrm>
          </p:grpSpPr>
          <p:sp>
            <p:nvSpPr>
              <p:cNvPr id="4022" name="Google Shape;4022;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23" name="Google Shape;4023;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24" name="Google Shape;4024;p38"/>
            <p:cNvGrpSpPr/>
            <p:nvPr/>
          </p:nvGrpSpPr>
          <p:grpSpPr>
            <a:xfrm>
              <a:off x="373696" y="3097755"/>
              <a:ext cx="648422" cy="418253"/>
              <a:chOff x="3053396" y="4304255"/>
              <a:chExt cx="648422" cy="418253"/>
            </a:xfrm>
          </p:grpSpPr>
          <p:sp>
            <p:nvSpPr>
              <p:cNvPr id="4025" name="Google Shape;4025;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26" name="Google Shape;4026;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27" name="Google Shape;4027;p38"/>
            <p:cNvGrpSpPr/>
            <p:nvPr/>
          </p:nvGrpSpPr>
          <p:grpSpPr>
            <a:xfrm>
              <a:off x="6037896" y="2551655"/>
              <a:ext cx="648422" cy="418253"/>
              <a:chOff x="3053396" y="4304255"/>
              <a:chExt cx="648422" cy="418253"/>
            </a:xfrm>
          </p:grpSpPr>
          <p:sp>
            <p:nvSpPr>
              <p:cNvPr id="4028" name="Google Shape;4028;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29" name="Google Shape;4029;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30" name="Google Shape;4030;p38"/>
            <p:cNvGrpSpPr/>
            <p:nvPr/>
          </p:nvGrpSpPr>
          <p:grpSpPr>
            <a:xfrm>
              <a:off x="945196" y="5409155"/>
              <a:ext cx="648422" cy="418253"/>
              <a:chOff x="3053396" y="4304255"/>
              <a:chExt cx="648422" cy="418253"/>
            </a:xfrm>
          </p:grpSpPr>
          <p:sp>
            <p:nvSpPr>
              <p:cNvPr id="4031" name="Google Shape;4031;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32" name="Google Shape;4032;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33" name="Google Shape;4033;p38"/>
            <p:cNvGrpSpPr/>
            <p:nvPr/>
          </p:nvGrpSpPr>
          <p:grpSpPr>
            <a:xfrm>
              <a:off x="526096" y="4786855"/>
              <a:ext cx="648422" cy="418253"/>
              <a:chOff x="3053396" y="4304255"/>
              <a:chExt cx="648422" cy="418253"/>
            </a:xfrm>
          </p:grpSpPr>
          <p:sp>
            <p:nvSpPr>
              <p:cNvPr id="4034" name="Google Shape;4034;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35" name="Google Shape;4035;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36" name="Google Shape;4036;p38"/>
            <p:cNvGrpSpPr/>
            <p:nvPr/>
          </p:nvGrpSpPr>
          <p:grpSpPr>
            <a:xfrm>
              <a:off x="297496" y="4126455"/>
              <a:ext cx="648422" cy="418253"/>
              <a:chOff x="3053396" y="4304255"/>
              <a:chExt cx="648422" cy="418253"/>
            </a:xfrm>
          </p:grpSpPr>
          <p:sp>
            <p:nvSpPr>
              <p:cNvPr id="4037" name="Google Shape;4037;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38" name="Google Shape;4038;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39" name="Google Shape;4039;p38"/>
            <p:cNvGrpSpPr/>
            <p:nvPr/>
          </p:nvGrpSpPr>
          <p:grpSpPr>
            <a:xfrm>
              <a:off x="6787196" y="2983455"/>
              <a:ext cx="648422" cy="418253"/>
              <a:chOff x="3053396" y="4304255"/>
              <a:chExt cx="648422" cy="418253"/>
            </a:xfrm>
          </p:grpSpPr>
          <p:sp>
            <p:nvSpPr>
              <p:cNvPr id="4040" name="Google Shape;4040;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41" name="Google Shape;4041;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42" name="Google Shape;4042;p38"/>
            <p:cNvGrpSpPr/>
            <p:nvPr/>
          </p:nvGrpSpPr>
          <p:grpSpPr>
            <a:xfrm>
              <a:off x="3129596" y="2056355"/>
              <a:ext cx="648422" cy="418253"/>
              <a:chOff x="3053396" y="4304255"/>
              <a:chExt cx="648422" cy="418253"/>
            </a:xfrm>
          </p:grpSpPr>
          <p:sp>
            <p:nvSpPr>
              <p:cNvPr id="4043" name="Google Shape;4043;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44" name="Google Shape;4044;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45" name="Google Shape;4045;p38"/>
            <p:cNvGrpSpPr/>
            <p:nvPr/>
          </p:nvGrpSpPr>
          <p:grpSpPr>
            <a:xfrm>
              <a:off x="754696" y="2704055"/>
              <a:ext cx="648422" cy="418253"/>
              <a:chOff x="3053396" y="4304255"/>
              <a:chExt cx="648422" cy="418253"/>
            </a:xfrm>
          </p:grpSpPr>
          <p:sp>
            <p:nvSpPr>
              <p:cNvPr id="4046" name="Google Shape;4046;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47" name="Google Shape;4047;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48" name="Google Shape;4048;p38"/>
            <p:cNvGrpSpPr/>
            <p:nvPr/>
          </p:nvGrpSpPr>
          <p:grpSpPr>
            <a:xfrm>
              <a:off x="4043996" y="2030955"/>
              <a:ext cx="648422" cy="418253"/>
              <a:chOff x="3053396" y="4304255"/>
              <a:chExt cx="648422" cy="418253"/>
            </a:xfrm>
          </p:grpSpPr>
          <p:sp>
            <p:nvSpPr>
              <p:cNvPr id="4049" name="Google Shape;4049;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50" name="Google Shape;4050;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51" name="Google Shape;4051;p38"/>
            <p:cNvGrpSpPr/>
            <p:nvPr/>
          </p:nvGrpSpPr>
          <p:grpSpPr>
            <a:xfrm>
              <a:off x="7104696" y="5663155"/>
              <a:ext cx="648422" cy="418253"/>
              <a:chOff x="3053396" y="4304255"/>
              <a:chExt cx="648422" cy="418253"/>
            </a:xfrm>
          </p:grpSpPr>
          <p:sp>
            <p:nvSpPr>
              <p:cNvPr id="4052" name="Google Shape;4052;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53" name="Google Shape;4053;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54" name="Google Shape;4054;p38"/>
            <p:cNvGrpSpPr/>
            <p:nvPr/>
          </p:nvGrpSpPr>
          <p:grpSpPr>
            <a:xfrm>
              <a:off x="7942896" y="5015455"/>
              <a:ext cx="648422" cy="418253"/>
              <a:chOff x="3053396" y="4304255"/>
              <a:chExt cx="648422" cy="418253"/>
            </a:xfrm>
          </p:grpSpPr>
          <p:sp>
            <p:nvSpPr>
              <p:cNvPr id="4055" name="Google Shape;4055;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56" name="Google Shape;4056;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57" name="Google Shape;4057;p38"/>
            <p:cNvGrpSpPr/>
            <p:nvPr/>
          </p:nvGrpSpPr>
          <p:grpSpPr>
            <a:xfrm>
              <a:off x="7714296" y="4101055"/>
              <a:ext cx="648422" cy="418253"/>
              <a:chOff x="3053396" y="4304255"/>
              <a:chExt cx="648422" cy="418253"/>
            </a:xfrm>
          </p:grpSpPr>
          <p:sp>
            <p:nvSpPr>
              <p:cNvPr id="4058" name="Google Shape;4058;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59" name="Google Shape;4059;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60" name="Google Shape;4060;p38"/>
            <p:cNvGrpSpPr/>
            <p:nvPr/>
          </p:nvGrpSpPr>
          <p:grpSpPr>
            <a:xfrm>
              <a:off x="4869496" y="5904455"/>
              <a:ext cx="648422" cy="418253"/>
              <a:chOff x="3053396" y="4304255"/>
              <a:chExt cx="648422" cy="418253"/>
            </a:xfrm>
          </p:grpSpPr>
          <p:sp>
            <p:nvSpPr>
              <p:cNvPr id="4061" name="Google Shape;4061;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62" name="Google Shape;4062;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63" name="Google Shape;4063;p38"/>
            <p:cNvGrpSpPr/>
            <p:nvPr/>
          </p:nvGrpSpPr>
          <p:grpSpPr>
            <a:xfrm>
              <a:off x="3955096" y="6044155"/>
              <a:ext cx="648422" cy="418253"/>
              <a:chOff x="3053396" y="4304255"/>
              <a:chExt cx="648422" cy="418253"/>
            </a:xfrm>
          </p:grpSpPr>
          <p:sp>
            <p:nvSpPr>
              <p:cNvPr id="4064" name="Google Shape;4064;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65" name="Google Shape;4065;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066" name="Google Shape;4066;p38"/>
            <p:cNvGrpSpPr/>
            <p:nvPr/>
          </p:nvGrpSpPr>
          <p:grpSpPr>
            <a:xfrm>
              <a:off x="2735896" y="5891755"/>
              <a:ext cx="648422" cy="418253"/>
              <a:chOff x="3053396" y="4304255"/>
              <a:chExt cx="648422" cy="418253"/>
            </a:xfrm>
          </p:grpSpPr>
          <p:sp>
            <p:nvSpPr>
              <p:cNvPr id="4067" name="Google Shape;4067;p3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68" name="Google Shape;4068;p3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sp>
          <p:nvSpPr>
            <p:cNvPr id="4069" name="Google Shape;4069;p38"/>
            <p:cNvSpPr txBox="1"/>
            <p:nvPr/>
          </p:nvSpPr>
          <p:spPr>
            <a:xfrm rot="1053502">
              <a:off x="5143500" y="1955800"/>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070" name="Google Shape;4070;p38"/>
            <p:cNvSpPr txBox="1"/>
            <p:nvPr/>
          </p:nvSpPr>
          <p:spPr>
            <a:xfrm rot="2829263">
              <a:off x="7429500" y="3429000"/>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071" name="Google Shape;4071;p38"/>
            <p:cNvSpPr txBox="1"/>
            <p:nvPr/>
          </p:nvSpPr>
          <p:spPr>
            <a:xfrm rot="9845918">
              <a:off x="6098241" y="5942112"/>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072" name="Google Shape;4072;p38"/>
            <p:cNvSpPr txBox="1"/>
            <p:nvPr/>
          </p:nvSpPr>
          <p:spPr>
            <a:xfrm rot="-9948738">
              <a:off x="1730786" y="5845469"/>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073" name="Google Shape;4073;p38"/>
            <p:cNvSpPr txBox="1"/>
            <p:nvPr/>
          </p:nvSpPr>
          <p:spPr>
            <a:xfrm rot="-4992697">
              <a:off x="144631" y="3539025"/>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074" name="Google Shape;4074;p38"/>
            <p:cNvSpPr txBox="1"/>
            <p:nvPr/>
          </p:nvSpPr>
          <p:spPr>
            <a:xfrm rot="-1017263">
              <a:off x="2330376" y="1905681"/>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grpSp>
      <p:sp>
        <p:nvSpPr>
          <p:cNvPr id="4075" name="Google Shape;4075;p38"/>
          <p:cNvSpPr txBox="1"/>
          <p:nvPr/>
        </p:nvSpPr>
        <p:spPr>
          <a:xfrm>
            <a:off x="1499042" y="1163204"/>
            <a:ext cx="9720792" cy="6731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00"/>
              <a:buFont typeface="Noto Sans Symbols"/>
              <a:buNone/>
            </a:pPr>
            <a:r>
              <a:rPr b="0" i="0" lang="en-US" sz="2400" u="none" cap="none" strike="noStrike">
                <a:solidFill>
                  <a:srgbClr val="000000"/>
                </a:solidFill>
                <a:latin typeface="Calibri"/>
                <a:ea typeface="Calibri"/>
                <a:cs typeface="Calibri"/>
                <a:sym typeface="Calibri"/>
              </a:rPr>
              <a:t>But if one global ISP is viable business, there will be competitors ….</a:t>
            </a:r>
            <a:endParaRPr b="0" i="0" sz="2400" u="none" cap="none" strike="noStrike">
              <a:solidFill>
                <a:srgbClr val="000000"/>
              </a:solidFill>
              <a:latin typeface="Calibri"/>
              <a:ea typeface="Calibri"/>
              <a:cs typeface="Calibri"/>
              <a:sym typeface="Calibri"/>
            </a:endParaRPr>
          </a:p>
        </p:txBody>
      </p:sp>
      <p:grpSp>
        <p:nvGrpSpPr>
          <p:cNvPr id="4076" name="Google Shape;4076;p38"/>
          <p:cNvGrpSpPr/>
          <p:nvPr/>
        </p:nvGrpSpPr>
        <p:grpSpPr>
          <a:xfrm>
            <a:off x="6429198" y="3852093"/>
            <a:ext cx="541338" cy="223023"/>
            <a:chOff x="7493876" y="2774731"/>
            <a:chExt cx="1481958" cy="894622"/>
          </a:xfrm>
        </p:grpSpPr>
        <p:sp>
          <p:nvSpPr>
            <p:cNvPr id="4077" name="Google Shape;4077;p3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078" name="Google Shape;4078;p3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079" name="Google Shape;4079;p38"/>
            <p:cNvGrpSpPr/>
            <p:nvPr/>
          </p:nvGrpSpPr>
          <p:grpSpPr>
            <a:xfrm>
              <a:off x="7713663" y="2848339"/>
              <a:ext cx="1042107" cy="425543"/>
              <a:chOff x="7786941" y="2884917"/>
              <a:chExt cx="897649" cy="353919"/>
            </a:xfrm>
          </p:grpSpPr>
          <p:sp>
            <p:nvSpPr>
              <p:cNvPr id="4080" name="Google Shape;4080;p3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81" name="Google Shape;4081;p3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82" name="Google Shape;4082;p3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083" name="Google Shape;4083;p3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8" name="Shape 4088"/>
        <p:cNvGrpSpPr/>
        <p:nvPr/>
      </p:nvGrpSpPr>
      <p:grpSpPr>
        <a:xfrm>
          <a:off x="0" y="0"/>
          <a:ext cx="0" cy="0"/>
          <a:chOff x="0" y="0"/>
          <a:chExt cx="0" cy="0"/>
        </a:xfrm>
      </p:grpSpPr>
      <p:sp>
        <p:nvSpPr>
          <p:cNvPr id="4089" name="Google Shape;4089;p39"/>
          <p:cNvSpPr/>
          <p:nvPr/>
        </p:nvSpPr>
        <p:spPr>
          <a:xfrm>
            <a:off x="2884400" y="2782791"/>
            <a:ext cx="3475038" cy="13811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4090" name="Google Shape;4090;p39"/>
          <p:cNvCxnSpPr/>
          <p:nvPr/>
        </p:nvCxnSpPr>
        <p:spPr>
          <a:xfrm>
            <a:off x="4108363" y="3025678"/>
            <a:ext cx="1146175" cy="73025"/>
          </a:xfrm>
          <a:prstGeom prst="straightConnector1">
            <a:avLst/>
          </a:prstGeom>
          <a:noFill/>
          <a:ln cap="flat" cmpd="sng" w="15875">
            <a:solidFill>
              <a:srgbClr val="000000"/>
            </a:solidFill>
            <a:prstDash val="solid"/>
            <a:round/>
            <a:headEnd len="sm" w="sm" type="none"/>
            <a:tailEnd len="sm" w="sm" type="none"/>
          </a:ln>
        </p:spPr>
      </p:cxnSp>
      <p:cxnSp>
        <p:nvCxnSpPr>
          <p:cNvPr id="4091" name="Google Shape;4091;p39"/>
          <p:cNvCxnSpPr/>
          <p:nvPr/>
        </p:nvCxnSpPr>
        <p:spPr>
          <a:xfrm>
            <a:off x="4702088" y="3325716"/>
            <a:ext cx="130175" cy="84137"/>
          </a:xfrm>
          <a:prstGeom prst="straightConnector1">
            <a:avLst/>
          </a:prstGeom>
          <a:noFill/>
          <a:ln cap="flat" cmpd="sng" w="15875">
            <a:solidFill>
              <a:srgbClr val="000000"/>
            </a:solidFill>
            <a:prstDash val="solid"/>
            <a:round/>
            <a:headEnd len="sm" w="sm" type="none"/>
            <a:tailEnd len="sm" w="sm" type="none"/>
          </a:ln>
        </p:spPr>
      </p:cxnSp>
      <p:cxnSp>
        <p:nvCxnSpPr>
          <p:cNvPr id="4092" name="Google Shape;4092;p39"/>
          <p:cNvCxnSpPr/>
          <p:nvPr/>
        </p:nvCxnSpPr>
        <p:spPr>
          <a:xfrm flipH="1" rot="10800000">
            <a:off x="4486188" y="3530503"/>
            <a:ext cx="263525" cy="46038"/>
          </a:xfrm>
          <a:prstGeom prst="straightConnector1">
            <a:avLst/>
          </a:prstGeom>
          <a:noFill/>
          <a:ln cap="flat" cmpd="sng" w="15875">
            <a:solidFill>
              <a:srgbClr val="000000"/>
            </a:solidFill>
            <a:prstDash val="solid"/>
            <a:round/>
            <a:headEnd len="sm" w="sm" type="none"/>
            <a:tailEnd len="sm" w="sm" type="none"/>
          </a:ln>
        </p:spPr>
      </p:cxnSp>
      <p:cxnSp>
        <p:nvCxnSpPr>
          <p:cNvPr id="4093" name="Google Shape;4093;p39"/>
          <p:cNvCxnSpPr/>
          <p:nvPr/>
        </p:nvCxnSpPr>
        <p:spPr>
          <a:xfrm flipH="1" rot="10800000">
            <a:off x="4165513" y="3354291"/>
            <a:ext cx="209550" cy="109537"/>
          </a:xfrm>
          <a:prstGeom prst="straightConnector1">
            <a:avLst/>
          </a:prstGeom>
          <a:noFill/>
          <a:ln cap="flat" cmpd="sng" w="15875">
            <a:solidFill>
              <a:srgbClr val="000000"/>
            </a:solidFill>
            <a:prstDash val="solid"/>
            <a:round/>
            <a:headEnd len="sm" w="sm" type="none"/>
            <a:tailEnd len="sm" w="sm" type="none"/>
          </a:ln>
        </p:spPr>
      </p:cxnSp>
      <p:cxnSp>
        <p:nvCxnSpPr>
          <p:cNvPr id="4094" name="Google Shape;4094;p39"/>
          <p:cNvCxnSpPr/>
          <p:nvPr/>
        </p:nvCxnSpPr>
        <p:spPr>
          <a:xfrm flipH="1" rot="10800000">
            <a:off x="3827375" y="3654328"/>
            <a:ext cx="222250" cy="98425"/>
          </a:xfrm>
          <a:prstGeom prst="straightConnector1">
            <a:avLst/>
          </a:prstGeom>
          <a:noFill/>
          <a:ln cap="flat" cmpd="sng" w="15875">
            <a:solidFill>
              <a:srgbClr val="000000"/>
            </a:solidFill>
            <a:prstDash val="solid"/>
            <a:round/>
            <a:headEnd len="sm" w="sm" type="none"/>
            <a:tailEnd len="sm" w="sm" type="none"/>
          </a:ln>
        </p:spPr>
      </p:cxnSp>
      <p:cxnSp>
        <p:nvCxnSpPr>
          <p:cNvPr id="4095" name="Google Shape;4095;p39"/>
          <p:cNvCxnSpPr/>
          <p:nvPr/>
        </p:nvCxnSpPr>
        <p:spPr>
          <a:xfrm flipH="1" rot="10800000">
            <a:off x="4719550" y="3579716"/>
            <a:ext cx="273050" cy="254000"/>
          </a:xfrm>
          <a:prstGeom prst="straightConnector1">
            <a:avLst/>
          </a:prstGeom>
          <a:noFill/>
          <a:ln cap="flat" cmpd="sng" w="15875">
            <a:solidFill>
              <a:srgbClr val="000000"/>
            </a:solidFill>
            <a:prstDash val="solid"/>
            <a:round/>
            <a:headEnd len="sm" w="sm" type="none"/>
            <a:tailEnd len="sm" w="sm" type="none"/>
          </a:ln>
        </p:spPr>
      </p:cxnSp>
      <p:cxnSp>
        <p:nvCxnSpPr>
          <p:cNvPr id="4096" name="Google Shape;4096;p39"/>
          <p:cNvCxnSpPr/>
          <p:nvPr/>
        </p:nvCxnSpPr>
        <p:spPr>
          <a:xfrm rot="10800000">
            <a:off x="5251363" y="3565428"/>
            <a:ext cx="387350" cy="125413"/>
          </a:xfrm>
          <a:prstGeom prst="straightConnector1">
            <a:avLst/>
          </a:prstGeom>
          <a:noFill/>
          <a:ln cap="flat" cmpd="sng" w="15875">
            <a:solidFill>
              <a:srgbClr val="000000"/>
            </a:solidFill>
            <a:prstDash val="solid"/>
            <a:round/>
            <a:headEnd len="sm" w="sm" type="none"/>
            <a:tailEnd len="sm" w="sm" type="none"/>
          </a:ln>
        </p:spPr>
      </p:cxnSp>
      <p:cxnSp>
        <p:nvCxnSpPr>
          <p:cNvPr id="4097" name="Google Shape;4097;p39"/>
          <p:cNvCxnSpPr/>
          <p:nvPr/>
        </p:nvCxnSpPr>
        <p:spPr>
          <a:xfrm flipH="1" rot="10800000">
            <a:off x="5237075" y="3216178"/>
            <a:ext cx="307975" cy="198438"/>
          </a:xfrm>
          <a:prstGeom prst="straightConnector1">
            <a:avLst/>
          </a:prstGeom>
          <a:noFill/>
          <a:ln cap="flat" cmpd="sng" w="15875">
            <a:solidFill>
              <a:srgbClr val="000000"/>
            </a:solidFill>
            <a:prstDash val="solid"/>
            <a:round/>
            <a:headEnd len="sm" w="sm" type="none"/>
            <a:tailEnd len="sm" w="sm" type="none"/>
          </a:ln>
        </p:spPr>
      </p:cxnSp>
      <p:cxnSp>
        <p:nvCxnSpPr>
          <p:cNvPr id="4098" name="Google Shape;4098;p39"/>
          <p:cNvCxnSpPr/>
          <p:nvPr/>
        </p:nvCxnSpPr>
        <p:spPr>
          <a:xfrm rot="10800000">
            <a:off x="4109950" y="3086003"/>
            <a:ext cx="246063" cy="87313"/>
          </a:xfrm>
          <a:prstGeom prst="straightConnector1">
            <a:avLst/>
          </a:prstGeom>
          <a:noFill/>
          <a:ln cap="flat" cmpd="sng" w="15875">
            <a:solidFill>
              <a:srgbClr val="000000"/>
            </a:solidFill>
            <a:prstDash val="solid"/>
            <a:round/>
            <a:headEnd len="sm" w="sm" type="none"/>
            <a:tailEnd len="sm" w="sm" type="none"/>
          </a:ln>
        </p:spPr>
      </p:cxnSp>
      <p:sp>
        <p:nvSpPr>
          <p:cNvPr id="4099" name="Google Shape;4099;p39"/>
          <p:cNvSpPr txBox="1"/>
          <p:nvPr/>
        </p:nvSpPr>
        <p:spPr>
          <a:xfrm>
            <a:off x="3044738" y="3127278"/>
            <a:ext cx="80663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ISP A</a:t>
            </a:r>
            <a:endParaRPr b="0" i="1" sz="2400" u="none" cap="none" strike="noStrike">
              <a:solidFill>
                <a:srgbClr val="FFFFFF"/>
              </a:solidFill>
              <a:latin typeface="Calibri"/>
              <a:ea typeface="Calibri"/>
              <a:cs typeface="Calibri"/>
              <a:sym typeface="Calibri"/>
            </a:endParaRPr>
          </a:p>
        </p:txBody>
      </p:sp>
      <p:grpSp>
        <p:nvGrpSpPr>
          <p:cNvPr id="4100" name="Google Shape;4100;p39"/>
          <p:cNvGrpSpPr/>
          <p:nvPr/>
        </p:nvGrpSpPr>
        <p:grpSpPr>
          <a:xfrm>
            <a:off x="4779875" y="3395180"/>
            <a:ext cx="541338" cy="223023"/>
            <a:chOff x="7493876" y="2774731"/>
            <a:chExt cx="1481958" cy="894622"/>
          </a:xfrm>
        </p:grpSpPr>
        <p:sp>
          <p:nvSpPr>
            <p:cNvPr id="4101" name="Google Shape;4101;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102" name="Google Shape;4102;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103" name="Google Shape;4103;p39"/>
            <p:cNvGrpSpPr/>
            <p:nvPr/>
          </p:nvGrpSpPr>
          <p:grpSpPr>
            <a:xfrm>
              <a:off x="7713663" y="2848339"/>
              <a:ext cx="1042107" cy="425543"/>
              <a:chOff x="7786941" y="2884917"/>
              <a:chExt cx="897649" cy="353919"/>
            </a:xfrm>
          </p:grpSpPr>
          <p:sp>
            <p:nvSpPr>
              <p:cNvPr id="4104" name="Google Shape;4104;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05" name="Google Shape;4105;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06" name="Google Shape;4106;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07" name="Google Shape;4107;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108" name="Google Shape;4108;p39"/>
          <p:cNvGrpSpPr/>
          <p:nvPr/>
        </p:nvGrpSpPr>
        <p:grpSpPr>
          <a:xfrm>
            <a:off x="4228292" y="3150704"/>
            <a:ext cx="541338" cy="223023"/>
            <a:chOff x="7493876" y="2774731"/>
            <a:chExt cx="1481958" cy="894622"/>
          </a:xfrm>
        </p:grpSpPr>
        <p:sp>
          <p:nvSpPr>
            <p:cNvPr id="4109" name="Google Shape;4109;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110" name="Google Shape;4110;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111" name="Google Shape;4111;p39"/>
            <p:cNvGrpSpPr/>
            <p:nvPr/>
          </p:nvGrpSpPr>
          <p:grpSpPr>
            <a:xfrm>
              <a:off x="7713663" y="2848339"/>
              <a:ext cx="1042107" cy="425543"/>
              <a:chOff x="7786941" y="2884917"/>
              <a:chExt cx="897649" cy="353919"/>
            </a:xfrm>
          </p:grpSpPr>
          <p:sp>
            <p:nvSpPr>
              <p:cNvPr id="4112" name="Google Shape;4112;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13" name="Google Shape;4113;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14" name="Google Shape;4114;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15" name="Google Shape;4115;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116" name="Google Shape;4116;p39"/>
          <p:cNvGrpSpPr/>
          <p:nvPr/>
        </p:nvGrpSpPr>
        <p:grpSpPr>
          <a:xfrm>
            <a:off x="3972632" y="3451642"/>
            <a:ext cx="541338" cy="223023"/>
            <a:chOff x="7493876" y="2774731"/>
            <a:chExt cx="1481958" cy="894622"/>
          </a:xfrm>
        </p:grpSpPr>
        <p:sp>
          <p:nvSpPr>
            <p:cNvPr id="4117" name="Google Shape;4117;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118" name="Google Shape;4118;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119" name="Google Shape;4119;p39"/>
            <p:cNvGrpSpPr/>
            <p:nvPr/>
          </p:nvGrpSpPr>
          <p:grpSpPr>
            <a:xfrm>
              <a:off x="7713663" y="2848339"/>
              <a:ext cx="1042107" cy="425543"/>
              <a:chOff x="7786941" y="2884917"/>
              <a:chExt cx="897649" cy="353919"/>
            </a:xfrm>
          </p:grpSpPr>
          <p:sp>
            <p:nvSpPr>
              <p:cNvPr id="4120" name="Google Shape;4120;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21" name="Google Shape;4121;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22" name="Google Shape;4122;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23" name="Google Shape;4123;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124" name="Google Shape;4124;p39"/>
          <p:cNvSpPr/>
          <p:nvPr/>
        </p:nvSpPr>
        <p:spPr>
          <a:xfrm>
            <a:off x="2671675" y="4260753"/>
            <a:ext cx="2941638" cy="132397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4125" name="Google Shape;4125;p39"/>
          <p:cNvCxnSpPr/>
          <p:nvPr/>
        </p:nvCxnSpPr>
        <p:spPr>
          <a:xfrm>
            <a:off x="3706725" y="4494116"/>
            <a:ext cx="969963" cy="68262"/>
          </a:xfrm>
          <a:prstGeom prst="straightConnector1">
            <a:avLst/>
          </a:prstGeom>
          <a:noFill/>
          <a:ln cap="flat" cmpd="sng" w="15875">
            <a:solidFill>
              <a:srgbClr val="000000"/>
            </a:solidFill>
            <a:prstDash val="solid"/>
            <a:round/>
            <a:headEnd len="sm" w="sm" type="none"/>
            <a:tailEnd len="sm" w="sm" type="none"/>
          </a:ln>
        </p:spPr>
      </p:cxnSp>
      <p:cxnSp>
        <p:nvCxnSpPr>
          <p:cNvPr id="4126" name="Google Shape;4126;p39"/>
          <p:cNvCxnSpPr/>
          <p:nvPr/>
        </p:nvCxnSpPr>
        <p:spPr>
          <a:xfrm>
            <a:off x="4209963" y="4781453"/>
            <a:ext cx="109537" cy="79375"/>
          </a:xfrm>
          <a:prstGeom prst="straightConnector1">
            <a:avLst/>
          </a:prstGeom>
          <a:noFill/>
          <a:ln cap="flat" cmpd="sng" w="15875">
            <a:solidFill>
              <a:srgbClr val="000000"/>
            </a:solidFill>
            <a:prstDash val="solid"/>
            <a:round/>
            <a:headEnd len="sm" w="sm" type="none"/>
            <a:tailEnd len="sm" w="sm" type="none"/>
          </a:ln>
        </p:spPr>
      </p:cxnSp>
      <p:cxnSp>
        <p:nvCxnSpPr>
          <p:cNvPr id="4127" name="Google Shape;4127;p39"/>
          <p:cNvCxnSpPr/>
          <p:nvPr/>
        </p:nvCxnSpPr>
        <p:spPr>
          <a:xfrm flipH="1" rot="10800000">
            <a:off x="4027400" y="4976716"/>
            <a:ext cx="222250" cy="44450"/>
          </a:xfrm>
          <a:prstGeom prst="straightConnector1">
            <a:avLst/>
          </a:prstGeom>
          <a:noFill/>
          <a:ln cap="flat" cmpd="sng" w="15875">
            <a:solidFill>
              <a:srgbClr val="000000"/>
            </a:solidFill>
            <a:prstDash val="solid"/>
            <a:round/>
            <a:headEnd len="sm" w="sm" type="none"/>
            <a:tailEnd len="sm" w="sm" type="none"/>
          </a:ln>
        </p:spPr>
      </p:cxnSp>
      <p:cxnSp>
        <p:nvCxnSpPr>
          <p:cNvPr id="4128" name="Google Shape;4128;p39"/>
          <p:cNvCxnSpPr/>
          <p:nvPr/>
        </p:nvCxnSpPr>
        <p:spPr>
          <a:xfrm flipH="1" rot="10800000">
            <a:off x="3754350" y="4808441"/>
            <a:ext cx="177800" cy="106362"/>
          </a:xfrm>
          <a:prstGeom prst="straightConnector1">
            <a:avLst/>
          </a:prstGeom>
          <a:noFill/>
          <a:ln cap="flat" cmpd="sng" w="15875">
            <a:solidFill>
              <a:srgbClr val="000000"/>
            </a:solidFill>
            <a:prstDash val="solid"/>
            <a:round/>
            <a:headEnd len="sm" w="sm" type="none"/>
            <a:tailEnd len="sm" w="sm" type="none"/>
          </a:ln>
        </p:spPr>
      </p:cxnSp>
      <p:cxnSp>
        <p:nvCxnSpPr>
          <p:cNvPr id="4129" name="Google Shape;4129;p39"/>
          <p:cNvCxnSpPr/>
          <p:nvPr/>
        </p:nvCxnSpPr>
        <p:spPr>
          <a:xfrm flipH="1" rot="10800000">
            <a:off x="3468600" y="5095778"/>
            <a:ext cx="188913" cy="95250"/>
          </a:xfrm>
          <a:prstGeom prst="straightConnector1">
            <a:avLst/>
          </a:prstGeom>
          <a:noFill/>
          <a:ln cap="flat" cmpd="sng" w="15875">
            <a:solidFill>
              <a:srgbClr val="000000"/>
            </a:solidFill>
            <a:prstDash val="solid"/>
            <a:round/>
            <a:headEnd len="sm" w="sm" type="none"/>
            <a:tailEnd len="sm" w="sm" type="none"/>
          </a:ln>
        </p:spPr>
      </p:cxnSp>
      <p:cxnSp>
        <p:nvCxnSpPr>
          <p:cNvPr id="4130" name="Google Shape;4130;p39"/>
          <p:cNvCxnSpPr/>
          <p:nvPr/>
        </p:nvCxnSpPr>
        <p:spPr>
          <a:xfrm flipH="1" rot="10800000">
            <a:off x="4224250" y="5024341"/>
            <a:ext cx="231775" cy="244475"/>
          </a:xfrm>
          <a:prstGeom prst="straightConnector1">
            <a:avLst/>
          </a:prstGeom>
          <a:noFill/>
          <a:ln cap="flat" cmpd="sng" w="15875">
            <a:solidFill>
              <a:srgbClr val="000000"/>
            </a:solidFill>
            <a:prstDash val="solid"/>
            <a:round/>
            <a:headEnd len="sm" w="sm" type="none"/>
            <a:tailEnd len="sm" w="sm" type="none"/>
          </a:ln>
        </p:spPr>
      </p:cxnSp>
      <p:cxnSp>
        <p:nvCxnSpPr>
          <p:cNvPr id="4131" name="Google Shape;4131;p39"/>
          <p:cNvCxnSpPr/>
          <p:nvPr/>
        </p:nvCxnSpPr>
        <p:spPr>
          <a:xfrm rot="10800000">
            <a:off x="4675100" y="5011641"/>
            <a:ext cx="327025" cy="119062"/>
          </a:xfrm>
          <a:prstGeom prst="straightConnector1">
            <a:avLst/>
          </a:prstGeom>
          <a:noFill/>
          <a:ln cap="flat" cmpd="sng" w="15875">
            <a:solidFill>
              <a:srgbClr val="000000"/>
            </a:solidFill>
            <a:prstDash val="solid"/>
            <a:round/>
            <a:headEnd len="sm" w="sm" type="none"/>
            <a:tailEnd len="sm" w="sm" type="none"/>
          </a:ln>
        </p:spPr>
      </p:cxnSp>
      <p:cxnSp>
        <p:nvCxnSpPr>
          <p:cNvPr id="4132" name="Google Shape;4132;p39"/>
          <p:cNvCxnSpPr/>
          <p:nvPr/>
        </p:nvCxnSpPr>
        <p:spPr>
          <a:xfrm flipH="1" rot="10800000">
            <a:off x="4662400" y="4676678"/>
            <a:ext cx="260350" cy="188913"/>
          </a:xfrm>
          <a:prstGeom prst="straightConnector1">
            <a:avLst/>
          </a:prstGeom>
          <a:noFill/>
          <a:ln cap="flat" cmpd="sng" w="15875">
            <a:solidFill>
              <a:srgbClr val="000000"/>
            </a:solidFill>
            <a:prstDash val="solid"/>
            <a:round/>
            <a:headEnd len="sm" w="sm" type="none"/>
            <a:tailEnd len="sm" w="sm" type="none"/>
          </a:ln>
        </p:spPr>
      </p:cxnSp>
      <p:cxnSp>
        <p:nvCxnSpPr>
          <p:cNvPr id="4133" name="Google Shape;4133;p39"/>
          <p:cNvCxnSpPr/>
          <p:nvPr/>
        </p:nvCxnSpPr>
        <p:spPr>
          <a:xfrm rot="10800000">
            <a:off x="3708313" y="4551266"/>
            <a:ext cx="207962" cy="84137"/>
          </a:xfrm>
          <a:prstGeom prst="straightConnector1">
            <a:avLst/>
          </a:prstGeom>
          <a:noFill/>
          <a:ln cap="flat" cmpd="sng" w="15875">
            <a:solidFill>
              <a:srgbClr val="000000"/>
            </a:solidFill>
            <a:prstDash val="solid"/>
            <a:round/>
            <a:headEnd len="sm" w="sm" type="none"/>
            <a:tailEnd len="sm" w="sm" type="none"/>
          </a:ln>
        </p:spPr>
      </p:cxnSp>
      <p:sp>
        <p:nvSpPr>
          <p:cNvPr id="4134" name="Google Shape;4134;p39"/>
          <p:cNvSpPr txBox="1"/>
          <p:nvPr/>
        </p:nvSpPr>
        <p:spPr>
          <a:xfrm>
            <a:off x="2806613" y="4590953"/>
            <a:ext cx="78899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ISP C</a:t>
            </a:r>
            <a:endParaRPr b="0" i="1" sz="2400" u="none" cap="none" strike="noStrike">
              <a:solidFill>
                <a:srgbClr val="FFFFFF"/>
              </a:solidFill>
              <a:latin typeface="Calibri"/>
              <a:ea typeface="Calibri"/>
              <a:cs typeface="Calibri"/>
              <a:sym typeface="Calibri"/>
            </a:endParaRPr>
          </a:p>
        </p:txBody>
      </p:sp>
      <p:sp>
        <p:nvSpPr>
          <p:cNvPr id="4135" name="Google Shape;4135;p39"/>
          <p:cNvSpPr/>
          <p:nvPr/>
        </p:nvSpPr>
        <p:spPr>
          <a:xfrm>
            <a:off x="5765713" y="3706716"/>
            <a:ext cx="3219450" cy="13430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4136" name="Google Shape;4136;p39"/>
          <p:cNvCxnSpPr/>
          <p:nvPr/>
        </p:nvCxnSpPr>
        <p:spPr>
          <a:xfrm>
            <a:off x="6899188" y="3943253"/>
            <a:ext cx="1062037" cy="69850"/>
          </a:xfrm>
          <a:prstGeom prst="straightConnector1">
            <a:avLst/>
          </a:prstGeom>
          <a:noFill/>
          <a:ln cap="flat" cmpd="sng" w="15875">
            <a:solidFill>
              <a:srgbClr val="000000"/>
            </a:solidFill>
            <a:prstDash val="solid"/>
            <a:round/>
            <a:headEnd len="sm" w="sm" type="none"/>
            <a:tailEnd len="sm" w="sm" type="none"/>
          </a:ln>
        </p:spPr>
      </p:cxnSp>
      <p:cxnSp>
        <p:nvCxnSpPr>
          <p:cNvPr id="4137" name="Google Shape;4137;p39"/>
          <p:cNvCxnSpPr/>
          <p:nvPr/>
        </p:nvCxnSpPr>
        <p:spPr>
          <a:xfrm>
            <a:off x="7450050" y="4233766"/>
            <a:ext cx="120650" cy="82550"/>
          </a:xfrm>
          <a:prstGeom prst="straightConnector1">
            <a:avLst/>
          </a:prstGeom>
          <a:noFill/>
          <a:ln cap="flat" cmpd="sng" w="15875">
            <a:solidFill>
              <a:srgbClr val="000000"/>
            </a:solidFill>
            <a:prstDash val="solid"/>
            <a:round/>
            <a:headEnd len="sm" w="sm" type="none"/>
            <a:tailEnd len="sm" w="sm" type="none"/>
          </a:ln>
        </p:spPr>
      </p:cxnSp>
      <p:cxnSp>
        <p:nvCxnSpPr>
          <p:cNvPr id="4138" name="Google Shape;4138;p39"/>
          <p:cNvCxnSpPr/>
          <p:nvPr/>
        </p:nvCxnSpPr>
        <p:spPr>
          <a:xfrm flipH="1" rot="10800000">
            <a:off x="7250025" y="4433791"/>
            <a:ext cx="242888" cy="44450"/>
          </a:xfrm>
          <a:prstGeom prst="straightConnector1">
            <a:avLst/>
          </a:prstGeom>
          <a:noFill/>
          <a:ln cap="flat" cmpd="sng" w="15875">
            <a:solidFill>
              <a:srgbClr val="000000"/>
            </a:solidFill>
            <a:prstDash val="solid"/>
            <a:round/>
            <a:headEnd len="sm" w="sm" type="none"/>
            <a:tailEnd len="sm" w="sm" type="none"/>
          </a:ln>
        </p:spPr>
      </p:cxnSp>
      <p:cxnSp>
        <p:nvCxnSpPr>
          <p:cNvPr id="4139" name="Google Shape;4139;p39"/>
          <p:cNvCxnSpPr/>
          <p:nvPr/>
        </p:nvCxnSpPr>
        <p:spPr>
          <a:xfrm flipH="1" rot="10800000">
            <a:off x="6951575" y="4262341"/>
            <a:ext cx="195263" cy="106362"/>
          </a:xfrm>
          <a:prstGeom prst="straightConnector1">
            <a:avLst/>
          </a:prstGeom>
          <a:noFill/>
          <a:ln cap="flat" cmpd="sng" w="15875">
            <a:solidFill>
              <a:srgbClr val="000000"/>
            </a:solidFill>
            <a:prstDash val="solid"/>
            <a:round/>
            <a:headEnd len="sm" w="sm" type="none"/>
            <a:tailEnd len="sm" w="sm" type="none"/>
          </a:ln>
        </p:spPr>
      </p:cxnSp>
      <p:cxnSp>
        <p:nvCxnSpPr>
          <p:cNvPr id="4140" name="Google Shape;4140;p39"/>
          <p:cNvCxnSpPr/>
          <p:nvPr/>
        </p:nvCxnSpPr>
        <p:spPr>
          <a:xfrm flipH="1" rot="10800000">
            <a:off x="6638838" y="4554441"/>
            <a:ext cx="206375" cy="95250"/>
          </a:xfrm>
          <a:prstGeom prst="straightConnector1">
            <a:avLst/>
          </a:prstGeom>
          <a:noFill/>
          <a:ln cap="flat" cmpd="sng" w="15875">
            <a:solidFill>
              <a:srgbClr val="000000"/>
            </a:solidFill>
            <a:prstDash val="solid"/>
            <a:round/>
            <a:headEnd len="sm" w="sm" type="none"/>
            <a:tailEnd len="sm" w="sm" type="none"/>
          </a:ln>
        </p:spPr>
      </p:cxnSp>
      <p:cxnSp>
        <p:nvCxnSpPr>
          <p:cNvPr id="4141" name="Google Shape;4141;p39"/>
          <p:cNvCxnSpPr/>
          <p:nvPr/>
        </p:nvCxnSpPr>
        <p:spPr>
          <a:xfrm flipH="1" rot="10800000">
            <a:off x="7465925" y="4481416"/>
            <a:ext cx="254000" cy="247650"/>
          </a:xfrm>
          <a:prstGeom prst="straightConnector1">
            <a:avLst/>
          </a:prstGeom>
          <a:noFill/>
          <a:ln cap="flat" cmpd="sng" w="15875">
            <a:solidFill>
              <a:srgbClr val="000000"/>
            </a:solidFill>
            <a:prstDash val="solid"/>
            <a:round/>
            <a:headEnd len="sm" w="sm" type="none"/>
            <a:tailEnd len="sm" w="sm" type="none"/>
          </a:ln>
        </p:spPr>
      </p:cxnSp>
      <p:cxnSp>
        <p:nvCxnSpPr>
          <p:cNvPr id="4142" name="Google Shape;4142;p39"/>
          <p:cNvCxnSpPr/>
          <p:nvPr/>
        </p:nvCxnSpPr>
        <p:spPr>
          <a:xfrm rot="10800000">
            <a:off x="7929475" y="4460778"/>
            <a:ext cx="358775" cy="120650"/>
          </a:xfrm>
          <a:prstGeom prst="straightConnector1">
            <a:avLst/>
          </a:prstGeom>
          <a:noFill/>
          <a:ln cap="flat" cmpd="sng" w="15875">
            <a:solidFill>
              <a:srgbClr val="000000"/>
            </a:solidFill>
            <a:prstDash val="solid"/>
            <a:round/>
            <a:headEnd len="sm" w="sm" type="none"/>
            <a:tailEnd len="sm" w="sm" type="none"/>
          </a:ln>
        </p:spPr>
      </p:cxnSp>
      <p:cxnSp>
        <p:nvCxnSpPr>
          <p:cNvPr id="4143" name="Google Shape;4143;p39"/>
          <p:cNvCxnSpPr/>
          <p:nvPr/>
        </p:nvCxnSpPr>
        <p:spPr>
          <a:xfrm flipH="1" rot="10800000">
            <a:off x="7945350" y="4127403"/>
            <a:ext cx="285750" cy="192088"/>
          </a:xfrm>
          <a:prstGeom prst="straightConnector1">
            <a:avLst/>
          </a:prstGeom>
          <a:noFill/>
          <a:ln cap="flat" cmpd="sng" w="15875">
            <a:solidFill>
              <a:srgbClr val="000000"/>
            </a:solidFill>
            <a:prstDash val="solid"/>
            <a:round/>
            <a:headEnd len="sm" w="sm" type="none"/>
            <a:tailEnd len="sm" w="sm" type="none"/>
          </a:ln>
        </p:spPr>
      </p:cxnSp>
      <p:cxnSp>
        <p:nvCxnSpPr>
          <p:cNvPr id="4144" name="Google Shape;4144;p39"/>
          <p:cNvCxnSpPr/>
          <p:nvPr/>
        </p:nvCxnSpPr>
        <p:spPr>
          <a:xfrm rot="10800000">
            <a:off x="6900775" y="4000403"/>
            <a:ext cx="227013" cy="85725"/>
          </a:xfrm>
          <a:prstGeom prst="straightConnector1">
            <a:avLst/>
          </a:prstGeom>
          <a:noFill/>
          <a:ln cap="flat" cmpd="sng" w="15875">
            <a:solidFill>
              <a:srgbClr val="000000"/>
            </a:solidFill>
            <a:prstDash val="solid"/>
            <a:round/>
            <a:headEnd len="sm" w="sm" type="none"/>
            <a:tailEnd len="sm" w="sm" type="none"/>
          </a:ln>
        </p:spPr>
      </p:cxnSp>
      <p:sp>
        <p:nvSpPr>
          <p:cNvPr id="4145" name="Google Shape;4145;p39"/>
          <p:cNvSpPr txBox="1"/>
          <p:nvPr/>
        </p:nvSpPr>
        <p:spPr>
          <a:xfrm>
            <a:off x="5914938" y="4040091"/>
            <a:ext cx="79541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ISP B</a:t>
            </a:r>
            <a:endParaRPr b="0" i="1" sz="2400" u="none" cap="none" strike="noStrike">
              <a:solidFill>
                <a:srgbClr val="FFFFFF"/>
              </a:solidFill>
              <a:latin typeface="Calibri"/>
              <a:ea typeface="Calibri"/>
              <a:cs typeface="Calibri"/>
              <a:sym typeface="Calibri"/>
            </a:endParaRPr>
          </a:p>
        </p:txBody>
      </p:sp>
      <p:cxnSp>
        <p:nvCxnSpPr>
          <p:cNvPr id="4146" name="Google Shape;4146;p39"/>
          <p:cNvCxnSpPr/>
          <p:nvPr/>
        </p:nvCxnSpPr>
        <p:spPr>
          <a:xfrm>
            <a:off x="3533688" y="2666903"/>
            <a:ext cx="238125" cy="261938"/>
          </a:xfrm>
          <a:prstGeom prst="straightConnector1">
            <a:avLst/>
          </a:prstGeom>
          <a:noFill/>
          <a:ln cap="flat" cmpd="sng" w="9525">
            <a:solidFill>
              <a:srgbClr val="000000"/>
            </a:solidFill>
            <a:prstDash val="solid"/>
            <a:round/>
            <a:headEnd len="sm" w="sm" type="none"/>
            <a:tailEnd len="sm" w="sm" type="none"/>
          </a:ln>
        </p:spPr>
      </p:cxnSp>
      <p:cxnSp>
        <p:nvCxnSpPr>
          <p:cNvPr id="4147" name="Google Shape;4147;p39"/>
          <p:cNvCxnSpPr/>
          <p:nvPr/>
        </p:nvCxnSpPr>
        <p:spPr>
          <a:xfrm>
            <a:off x="2789150" y="2906616"/>
            <a:ext cx="831850" cy="61912"/>
          </a:xfrm>
          <a:prstGeom prst="straightConnector1">
            <a:avLst/>
          </a:prstGeom>
          <a:noFill/>
          <a:ln cap="flat" cmpd="sng" w="9525">
            <a:solidFill>
              <a:srgbClr val="000000"/>
            </a:solidFill>
            <a:prstDash val="solid"/>
            <a:round/>
            <a:headEnd len="sm" w="sm" type="none"/>
            <a:tailEnd len="sm" w="sm" type="none"/>
          </a:ln>
        </p:spPr>
      </p:cxnSp>
      <p:cxnSp>
        <p:nvCxnSpPr>
          <p:cNvPr id="4148" name="Google Shape;4148;p39"/>
          <p:cNvCxnSpPr/>
          <p:nvPr/>
        </p:nvCxnSpPr>
        <p:spPr>
          <a:xfrm flipH="1" rot="10800000">
            <a:off x="2385925" y="3030441"/>
            <a:ext cx="1303338" cy="277812"/>
          </a:xfrm>
          <a:prstGeom prst="straightConnector1">
            <a:avLst/>
          </a:prstGeom>
          <a:noFill/>
          <a:ln cap="flat" cmpd="sng" w="9525">
            <a:solidFill>
              <a:srgbClr val="000000"/>
            </a:solidFill>
            <a:prstDash val="solid"/>
            <a:round/>
            <a:headEnd len="sm" w="sm" type="none"/>
            <a:tailEnd len="sm" w="sm" type="none"/>
          </a:ln>
        </p:spPr>
      </p:cxnSp>
      <p:cxnSp>
        <p:nvCxnSpPr>
          <p:cNvPr id="4149" name="Google Shape;4149;p39"/>
          <p:cNvCxnSpPr/>
          <p:nvPr/>
        </p:nvCxnSpPr>
        <p:spPr>
          <a:xfrm>
            <a:off x="5067213" y="2468466"/>
            <a:ext cx="307975" cy="573087"/>
          </a:xfrm>
          <a:prstGeom prst="straightConnector1">
            <a:avLst/>
          </a:prstGeom>
          <a:noFill/>
          <a:ln cap="flat" cmpd="sng" w="9525">
            <a:solidFill>
              <a:srgbClr val="000000"/>
            </a:solidFill>
            <a:prstDash val="solid"/>
            <a:round/>
            <a:headEnd len="sm" w="sm" type="none"/>
            <a:tailEnd len="sm" w="sm" type="none"/>
          </a:ln>
        </p:spPr>
      </p:cxnSp>
      <p:cxnSp>
        <p:nvCxnSpPr>
          <p:cNvPr id="4150" name="Google Shape;4150;p39"/>
          <p:cNvCxnSpPr/>
          <p:nvPr/>
        </p:nvCxnSpPr>
        <p:spPr>
          <a:xfrm flipH="1">
            <a:off x="5576800" y="2446241"/>
            <a:ext cx="384175" cy="579437"/>
          </a:xfrm>
          <a:prstGeom prst="straightConnector1">
            <a:avLst/>
          </a:prstGeom>
          <a:noFill/>
          <a:ln cap="flat" cmpd="sng" w="9525">
            <a:solidFill>
              <a:srgbClr val="000000"/>
            </a:solidFill>
            <a:prstDash val="solid"/>
            <a:round/>
            <a:headEnd len="sm" w="sm" type="none"/>
            <a:tailEnd len="sm" w="sm" type="none"/>
          </a:ln>
        </p:spPr>
      </p:cxnSp>
      <p:cxnSp>
        <p:nvCxnSpPr>
          <p:cNvPr id="4151" name="Google Shape;4151;p39"/>
          <p:cNvCxnSpPr/>
          <p:nvPr/>
        </p:nvCxnSpPr>
        <p:spPr>
          <a:xfrm>
            <a:off x="7921538" y="2957416"/>
            <a:ext cx="215900" cy="1046162"/>
          </a:xfrm>
          <a:prstGeom prst="straightConnector1">
            <a:avLst/>
          </a:prstGeom>
          <a:noFill/>
          <a:ln cap="flat" cmpd="sng" w="9525">
            <a:solidFill>
              <a:srgbClr val="000000"/>
            </a:solidFill>
            <a:prstDash val="solid"/>
            <a:round/>
            <a:headEnd len="sm" w="sm" type="none"/>
            <a:tailEnd len="sm" w="sm" type="none"/>
          </a:ln>
        </p:spPr>
      </p:cxnSp>
      <p:cxnSp>
        <p:nvCxnSpPr>
          <p:cNvPr id="4152" name="Google Shape;4152;p39"/>
          <p:cNvCxnSpPr/>
          <p:nvPr/>
        </p:nvCxnSpPr>
        <p:spPr>
          <a:xfrm flipH="1">
            <a:off x="8288250" y="3308253"/>
            <a:ext cx="241300" cy="692150"/>
          </a:xfrm>
          <a:prstGeom prst="straightConnector1">
            <a:avLst/>
          </a:prstGeom>
          <a:noFill/>
          <a:ln cap="flat" cmpd="sng" w="9525">
            <a:solidFill>
              <a:srgbClr val="000000"/>
            </a:solidFill>
            <a:prstDash val="solid"/>
            <a:round/>
            <a:headEnd len="sm" w="sm" type="none"/>
            <a:tailEnd len="sm" w="sm" type="none"/>
          </a:ln>
        </p:spPr>
      </p:cxnSp>
      <p:cxnSp>
        <p:nvCxnSpPr>
          <p:cNvPr id="4153" name="Google Shape;4153;p39"/>
          <p:cNvCxnSpPr/>
          <p:nvPr/>
        </p:nvCxnSpPr>
        <p:spPr>
          <a:xfrm rot="10800000">
            <a:off x="8605750" y="4630641"/>
            <a:ext cx="796925" cy="614362"/>
          </a:xfrm>
          <a:prstGeom prst="straightConnector1">
            <a:avLst/>
          </a:prstGeom>
          <a:noFill/>
          <a:ln cap="flat" cmpd="sng" w="9525">
            <a:solidFill>
              <a:srgbClr val="000000"/>
            </a:solidFill>
            <a:prstDash val="solid"/>
            <a:round/>
            <a:headEnd len="sm" w="sm" type="none"/>
            <a:tailEnd len="sm" w="sm" type="none"/>
          </a:ln>
        </p:spPr>
      </p:cxnSp>
      <p:cxnSp>
        <p:nvCxnSpPr>
          <p:cNvPr id="4154" name="Google Shape;4154;p39"/>
          <p:cNvCxnSpPr/>
          <p:nvPr/>
        </p:nvCxnSpPr>
        <p:spPr>
          <a:xfrm rot="10800000">
            <a:off x="6470563" y="4751291"/>
            <a:ext cx="285750" cy="1160462"/>
          </a:xfrm>
          <a:prstGeom prst="straightConnector1">
            <a:avLst/>
          </a:prstGeom>
          <a:noFill/>
          <a:ln cap="flat" cmpd="sng" w="9525">
            <a:solidFill>
              <a:srgbClr val="000000"/>
            </a:solidFill>
            <a:prstDash val="solid"/>
            <a:round/>
            <a:headEnd len="sm" w="sm" type="none"/>
            <a:tailEnd len="sm" w="sm" type="none"/>
          </a:ln>
        </p:spPr>
      </p:cxnSp>
      <p:cxnSp>
        <p:nvCxnSpPr>
          <p:cNvPr id="4155" name="Google Shape;4155;p39"/>
          <p:cNvCxnSpPr/>
          <p:nvPr/>
        </p:nvCxnSpPr>
        <p:spPr>
          <a:xfrm rot="10800000">
            <a:off x="5219613" y="5102128"/>
            <a:ext cx="371475" cy="973138"/>
          </a:xfrm>
          <a:prstGeom prst="straightConnector1">
            <a:avLst/>
          </a:prstGeom>
          <a:noFill/>
          <a:ln cap="flat" cmpd="sng" w="9525">
            <a:solidFill>
              <a:srgbClr val="000000"/>
            </a:solidFill>
            <a:prstDash val="solid"/>
            <a:round/>
            <a:headEnd len="sm" w="sm" type="none"/>
            <a:tailEnd len="sm" w="sm" type="none"/>
          </a:ln>
        </p:spPr>
      </p:cxnSp>
      <p:cxnSp>
        <p:nvCxnSpPr>
          <p:cNvPr id="4156" name="Google Shape;4156;p39"/>
          <p:cNvCxnSpPr/>
          <p:nvPr/>
        </p:nvCxnSpPr>
        <p:spPr>
          <a:xfrm rot="10800000">
            <a:off x="4295688" y="5249766"/>
            <a:ext cx="244475" cy="661987"/>
          </a:xfrm>
          <a:prstGeom prst="straightConnector1">
            <a:avLst/>
          </a:prstGeom>
          <a:noFill/>
          <a:ln cap="flat" cmpd="sng" w="9525">
            <a:solidFill>
              <a:srgbClr val="000000"/>
            </a:solidFill>
            <a:prstDash val="solid"/>
            <a:round/>
            <a:headEnd len="sm" w="sm" type="none"/>
            <a:tailEnd len="sm" w="sm" type="none"/>
          </a:ln>
        </p:spPr>
      </p:cxnSp>
      <p:cxnSp>
        <p:nvCxnSpPr>
          <p:cNvPr id="4157" name="Google Shape;4157;p39"/>
          <p:cNvCxnSpPr/>
          <p:nvPr/>
        </p:nvCxnSpPr>
        <p:spPr>
          <a:xfrm flipH="1" rot="10800000">
            <a:off x="2941550" y="5218016"/>
            <a:ext cx="401638" cy="209550"/>
          </a:xfrm>
          <a:prstGeom prst="straightConnector1">
            <a:avLst/>
          </a:prstGeom>
          <a:noFill/>
          <a:ln cap="flat" cmpd="sng" w="9525">
            <a:solidFill>
              <a:srgbClr val="000000"/>
            </a:solidFill>
            <a:prstDash val="solid"/>
            <a:round/>
            <a:headEnd len="sm" w="sm" type="none"/>
            <a:tailEnd len="sm" w="sm" type="none"/>
          </a:ln>
        </p:spPr>
      </p:cxnSp>
      <p:cxnSp>
        <p:nvCxnSpPr>
          <p:cNvPr id="4158" name="Google Shape;4158;p39"/>
          <p:cNvCxnSpPr/>
          <p:nvPr/>
        </p:nvCxnSpPr>
        <p:spPr>
          <a:xfrm>
            <a:off x="2535150" y="5075141"/>
            <a:ext cx="450850" cy="115887"/>
          </a:xfrm>
          <a:prstGeom prst="straightConnector1">
            <a:avLst/>
          </a:prstGeom>
          <a:noFill/>
          <a:ln cap="flat" cmpd="sng" w="9525">
            <a:solidFill>
              <a:srgbClr val="000000"/>
            </a:solidFill>
            <a:prstDash val="solid"/>
            <a:round/>
            <a:headEnd len="sm" w="sm" type="none"/>
            <a:tailEnd len="sm" w="sm" type="none"/>
          </a:ln>
        </p:spPr>
      </p:cxnSp>
      <p:cxnSp>
        <p:nvCxnSpPr>
          <p:cNvPr id="4159" name="Google Shape;4159;p39"/>
          <p:cNvCxnSpPr/>
          <p:nvPr/>
        </p:nvCxnSpPr>
        <p:spPr>
          <a:xfrm>
            <a:off x="2306550" y="4433791"/>
            <a:ext cx="996950" cy="4762"/>
          </a:xfrm>
          <a:prstGeom prst="straightConnector1">
            <a:avLst/>
          </a:prstGeom>
          <a:noFill/>
          <a:ln cap="flat" cmpd="sng" w="9525">
            <a:solidFill>
              <a:srgbClr val="000000"/>
            </a:solidFill>
            <a:prstDash val="solid"/>
            <a:round/>
            <a:headEnd len="sm" w="sm" type="none"/>
            <a:tailEnd len="sm" w="sm" type="none"/>
          </a:ln>
        </p:spPr>
      </p:cxnSp>
      <p:cxnSp>
        <p:nvCxnSpPr>
          <p:cNvPr id="4160" name="Google Shape;4160;p39"/>
          <p:cNvCxnSpPr/>
          <p:nvPr/>
        </p:nvCxnSpPr>
        <p:spPr>
          <a:xfrm rot="10800000">
            <a:off x="7646900" y="4779866"/>
            <a:ext cx="1047750" cy="966787"/>
          </a:xfrm>
          <a:prstGeom prst="straightConnector1">
            <a:avLst/>
          </a:prstGeom>
          <a:noFill/>
          <a:ln cap="flat" cmpd="sng" w="9525">
            <a:solidFill>
              <a:srgbClr val="000000"/>
            </a:solidFill>
            <a:prstDash val="solid"/>
            <a:round/>
            <a:headEnd len="sm" w="sm" type="none"/>
            <a:tailEnd len="sm" w="sm" type="none"/>
          </a:ln>
        </p:spPr>
      </p:cxnSp>
      <p:cxnSp>
        <p:nvCxnSpPr>
          <p:cNvPr id="4161" name="Google Shape;4161;p39"/>
          <p:cNvCxnSpPr/>
          <p:nvPr/>
        </p:nvCxnSpPr>
        <p:spPr>
          <a:xfrm flipH="1">
            <a:off x="8716875" y="4368703"/>
            <a:ext cx="541338" cy="249238"/>
          </a:xfrm>
          <a:prstGeom prst="straightConnector1">
            <a:avLst/>
          </a:prstGeom>
          <a:noFill/>
          <a:ln cap="flat" cmpd="sng" w="9525">
            <a:solidFill>
              <a:srgbClr val="000000"/>
            </a:solidFill>
            <a:prstDash val="solid"/>
            <a:round/>
            <a:headEnd len="sm" w="sm" type="none"/>
            <a:tailEnd len="sm" w="sm" type="none"/>
          </a:ln>
        </p:spPr>
      </p:cxnSp>
      <p:grpSp>
        <p:nvGrpSpPr>
          <p:cNvPr id="4162" name="Google Shape;4162;p39"/>
          <p:cNvGrpSpPr/>
          <p:nvPr/>
        </p:nvGrpSpPr>
        <p:grpSpPr>
          <a:xfrm>
            <a:off x="5192625" y="3007829"/>
            <a:ext cx="541338" cy="223023"/>
            <a:chOff x="7493876" y="2774731"/>
            <a:chExt cx="1481958" cy="894622"/>
          </a:xfrm>
        </p:grpSpPr>
        <p:sp>
          <p:nvSpPr>
            <p:cNvPr id="4163" name="Google Shape;4163;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164" name="Google Shape;4164;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165" name="Google Shape;4165;p39"/>
            <p:cNvGrpSpPr/>
            <p:nvPr/>
          </p:nvGrpSpPr>
          <p:grpSpPr>
            <a:xfrm>
              <a:off x="7713663" y="2848339"/>
              <a:ext cx="1042107" cy="425543"/>
              <a:chOff x="7786941" y="2884917"/>
              <a:chExt cx="897649" cy="353919"/>
            </a:xfrm>
          </p:grpSpPr>
          <p:sp>
            <p:nvSpPr>
              <p:cNvPr id="4166" name="Google Shape;4166;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67" name="Google Shape;4167;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68" name="Google Shape;4168;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69" name="Google Shape;4169;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170" name="Google Shape;4170;p39"/>
          <p:cNvGrpSpPr/>
          <p:nvPr/>
        </p:nvGrpSpPr>
        <p:grpSpPr>
          <a:xfrm>
            <a:off x="3621872" y="2908203"/>
            <a:ext cx="541338" cy="223023"/>
            <a:chOff x="7493876" y="2774731"/>
            <a:chExt cx="1481958" cy="894622"/>
          </a:xfrm>
        </p:grpSpPr>
        <p:sp>
          <p:nvSpPr>
            <p:cNvPr id="4171" name="Google Shape;4171;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172" name="Google Shape;4172;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173" name="Google Shape;4173;p39"/>
            <p:cNvGrpSpPr/>
            <p:nvPr/>
          </p:nvGrpSpPr>
          <p:grpSpPr>
            <a:xfrm>
              <a:off x="7713663" y="2848339"/>
              <a:ext cx="1042107" cy="425543"/>
              <a:chOff x="7786941" y="2884917"/>
              <a:chExt cx="897649" cy="353919"/>
            </a:xfrm>
          </p:grpSpPr>
          <p:sp>
            <p:nvSpPr>
              <p:cNvPr id="4174" name="Google Shape;4174;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75" name="Google Shape;4175;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76" name="Google Shape;4176;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77" name="Google Shape;4177;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178" name="Google Shape;4178;p39"/>
          <p:cNvGrpSpPr/>
          <p:nvPr/>
        </p:nvGrpSpPr>
        <p:grpSpPr>
          <a:xfrm>
            <a:off x="8182681" y="4501444"/>
            <a:ext cx="541338" cy="223023"/>
            <a:chOff x="7493876" y="2774731"/>
            <a:chExt cx="1481958" cy="894622"/>
          </a:xfrm>
        </p:grpSpPr>
        <p:sp>
          <p:nvSpPr>
            <p:cNvPr id="4179" name="Google Shape;4179;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180" name="Google Shape;4180;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181" name="Google Shape;4181;p39"/>
            <p:cNvGrpSpPr/>
            <p:nvPr/>
          </p:nvGrpSpPr>
          <p:grpSpPr>
            <a:xfrm>
              <a:off x="7713663" y="2848339"/>
              <a:ext cx="1042107" cy="425543"/>
              <a:chOff x="7786941" y="2884917"/>
              <a:chExt cx="897649" cy="353919"/>
            </a:xfrm>
          </p:grpSpPr>
          <p:sp>
            <p:nvSpPr>
              <p:cNvPr id="4182" name="Google Shape;4182;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83" name="Google Shape;4183;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84" name="Google Shape;4184;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85" name="Google Shape;4185;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186" name="Google Shape;4186;p39"/>
          <p:cNvGrpSpPr/>
          <p:nvPr/>
        </p:nvGrpSpPr>
        <p:grpSpPr>
          <a:xfrm>
            <a:off x="7469673" y="4278623"/>
            <a:ext cx="541338" cy="223023"/>
            <a:chOff x="7493876" y="2774731"/>
            <a:chExt cx="1481958" cy="894622"/>
          </a:xfrm>
        </p:grpSpPr>
        <p:sp>
          <p:nvSpPr>
            <p:cNvPr id="4187" name="Google Shape;4187;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188" name="Google Shape;4188;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189" name="Google Shape;4189;p39"/>
            <p:cNvGrpSpPr/>
            <p:nvPr/>
          </p:nvGrpSpPr>
          <p:grpSpPr>
            <a:xfrm>
              <a:off x="7713663" y="2848339"/>
              <a:ext cx="1042107" cy="425543"/>
              <a:chOff x="7786941" y="2884917"/>
              <a:chExt cx="897649" cy="353919"/>
            </a:xfrm>
          </p:grpSpPr>
          <p:sp>
            <p:nvSpPr>
              <p:cNvPr id="4190" name="Google Shape;4190;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91" name="Google Shape;4191;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92" name="Google Shape;4192;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93" name="Google Shape;4193;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194" name="Google Shape;4194;p39"/>
          <p:cNvGrpSpPr/>
          <p:nvPr/>
        </p:nvGrpSpPr>
        <p:grpSpPr>
          <a:xfrm>
            <a:off x="6979356" y="4059569"/>
            <a:ext cx="541338" cy="223023"/>
            <a:chOff x="7493876" y="2774731"/>
            <a:chExt cx="1481958" cy="894622"/>
          </a:xfrm>
        </p:grpSpPr>
        <p:sp>
          <p:nvSpPr>
            <p:cNvPr id="4195" name="Google Shape;4195;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196" name="Google Shape;4196;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197" name="Google Shape;4197;p39"/>
            <p:cNvGrpSpPr/>
            <p:nvPr/>
          </p:nvGrpSpPr>
          <p:grpSpPr>
            <a:xfrm>
              <a:off x="7713663" y="2848339"/>
              <a:ext cx="1042107" cy="425543"/>
              <a:chOff x="7786941" y="2884917"/>
              <a:chExt cx="897649" cy="353919"/>
            </a:xfrm>
          </p:grpSpPr>
          <p:sp>
            <p:nvSpPr>
              <p:cNvPr id="4198" name="Google Shape;4198;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99" name="Google Shape;4199;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00" name="Google Shape;4200;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01" name="Google Shape;4201;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202" name="Google Shape;4202;p39"/>
          <p:cNvGrpSpPr/>
          <p:nvPr/>
        </p:nvGrpSpPr>
        <p:grpSpPr>
          <a:xfrm>
            <a:off x="6723616" y="4366729"/>
            <a:ext cx="541338" cy="223023"/>
            <a:chOff x="7493876" y="2774731"/>
            <a:chExt cx="1481958" cy="894622"/>
          </a:xfrm>
        </p:grpSpPr>
        <p:sp>
          <p:nvSpPr>
            <p:cNvPr id="4203" name="Google Shape;4203;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204" name="Google Shape;4204;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205" name="Google Shape;4205;p39"/>
            <p:cNvGrpSpPr/>
            <p:nvPr/>
          </p:nvGrpSpPr>
          <p:grpSpPr>
            <a:xfrm>
              <a:off x="7713663" y="2848339"/>
              <a:ext cx="1042107" cy="425543"/>
              <a:chOff x="7786941" y="2884917"/>
              <a:chExt cx="897649" cy="353919"/>
            </a:xfrm>
          </p:grpSpPr>
          <p:sp>
            <p:nvSpPr>
              <p:cNvPr id="4206" name="Google Shape;4206;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07" name="Google Shape;4207;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08" name="Google Shape;4208;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09" name="Google Shape;4209;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210" name="Google Shape;4210;p39"/>
          <p:cNvGrpSpPr/>
          <p:nvPr/>
        </p:nvGrpSpPr>
        <p:grpSpPr>
          <a:xfrm>
            <a:off x="7291037" y="4658009"/>
            <a:ext cx="541338" cy="223023"/>
            <a:chOff x="7493876" y="2774731"/>
            <a:chExt cx="1481958" cy="894622"/>
          </a:xfrm>
        </p:grpSpPr>
        <p:sp>
          <p:nvSpPr>
            <p:cNvPr id="4211" name="Google Shape;4211;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212" name="Google Shape;4212;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213" name="Google Shape;4213;p39"/>
            <p:cNvGrpSpPr/>
            <p:nvPr/>
          </p:nvGrpSpPr>
          <p:grpSpPr>
            <a:xfrm>
              <a:off x="7713663" y="2848339"/>
              <a:ext cx="1042107" cy="425543"/>
              <a:chOff x="7786941" y="2884917"/>
              <a:chExt cx="897649" cy="353919"/>
            </a:xfrm>
          </p:grpSpPr>
          <p:sp>
            <p:nvSpPr>
              <p:cNvPr id="4214" name="Google Shape;4214;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15" name="Google Shape;4215;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16" name="Google Shape;4216;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17" name="Google Shape;4217;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218" name="Google Shape;4218;p39"/>
          <p:cNvGrpSpPr/>
          <p:nvPr/>
        </p:nvGrpSpPr>
        <p:grpSpPr>
          <a:xfrm>
            <a:off x="4220281" y="4826836"/>
            <a:ext cx="541338" cy="223023"/>
            <a:chOff x="7493876" y="2774731"/>
            <a:chExt cx="1481958" cy="894622"/>
          </a:xfrm>
        </p:grpSpPr>
        <p:sp>
          <p:nvSpPr>
            <p:cNvPr id="4219" name="Google Shape;4219;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220" name="Google Shape;4220;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221" name="Google Shape;4221;p39"/>
            <p:cNvGrpSpPr/>
            <p:nvPr/>
          </p:nvGrpSpPr>
          <p:grpSpPr>
            <a:xfrm>
              <a:off x="7713663" y="2848339"/>
              <a:ext cx="1042107" cy="425543"/>
              <a:chOff x="7786941" y="2884917"/>
              <a:chExt cx="897649" cy="353919"/>
            </a:xfrm>
          </p:grpSpPr>
          <p:sp>
            <p:nvSpPr>
              <p:cNvPr id="4222" name="Google Shape;4222;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23" name="Google Shape;4223;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24" name="Google Shape;4224;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25" name="Google Shape;4225;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226" name="Google Shape;4226;p39"/>
          <p:cNvGrpSpPr/>
          <p:nvPr/>
        </p:nvGrpSpPr>
        <p:grpSpPr>
          <a:xfrm>
            <a:off x="3740086" y="4631455"/>
            <a:ext cx="541338" cy="223023"/>
            <a:chOff x="7493876" y="2774731"/>
            <a:chExt cx="1481958" cy="894622"/>
          </a:xfrm>
        </p:grpSpPr>
        <p:sp>
          <p:nvSpPr>
            <p:cNvPr id="4227" name="Google Shape;4227;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228" name="Google Shape;4228;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229" name="Google Shape;4229;p39"/>
            <p:cNvGrpSpPr/>
            <p:nvPr/>
          </p:nvGrpSpPr>
          <p:grpSpPr>
            <a:xfrm>
              <a:off x="7713663" y="2848339"/>
              <a:ext cx="1042107" cy="425543"/>
              <a:chOff x="7786941" y="2884917"/>
              <a:chExt cx="897649" cy="353919"/>
            </a:xfrm>
          </p:grpSpPr>
          <p:sp>
            <p:nvSpPr>
              <p:cNvPr id="4230" name="Google Shape;4230;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31" name="Google Shape;4231;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32" name="Google Shape;4232;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33" name="Google Shape;4233;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234" name="Google Shape;4234;p39"/>
          <p:cNvGrpSpPr/>
          <p:nvPr/>
        </p:nvGrpSpPr>
        <p:grpSpPr>
          <a:xfrm>
            <a:off x="3500746" y="4902845"/>
            <a:ext cx="541338" cy="223023"/>
            <a:chOff x="7493876" y="2774731"/>
            <a:chExt cx="1481958" cy="894622"/>
          </a:xfrm>
        </p:grpSpPr>
        <p:sp>
          <p:nvSpPr>
            <p:cNvPr id="4235" name="Google Shape;4235;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236" name="Google Shape;4236;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237" name="Google Shape;4237;p39"/>
            <p:cNvGrpSpPr/>
            <p:nvPr/>
          </p:nvGrpSpPr>
          <p:grpSpPr>
            <a:xfrm>
              <a:off x="7713663" y="2848339"/>
              <a:ext cx="1042107" cy="425543"/>
              <a:chOff x="7786941" y="2884917"/>
              <a:chExt cx="897649" cy="353919"/>
            </a:xfrm>
          </p:grpSpPr>
          <p:sp>
            <p:nvSpPr>
              <p:cNvPr id="4238" name="Google Shape;4238;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39" name="Google Shape;4239;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40" name="Google Shape;4240;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41" name="Google Shape;4241;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242" name="Google Shape;4242;p39"/>
          <p:cNvGrpSpPr/>
          <p:nvPr/>
        </p:nvGrpSpPr>
        <p:grpSpPr>
          <a:xfrm>
            <a:off x="2989969" y="5089246"/>
            <a:ext cx="541338" cy="223023"/>
            <a:chOff x="7493876" y="2774731"/>
            <a:chExt cx="1481958" cy="894622"/>
          </a:xfrm>
        </p:grpSpPr>
        <p:sp>
          <p:nvSpPr>
            <p:cNvPr id="4243" name="Google Shape;4243;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244" name="Google Shape;4244;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245" name="Google Shape;4245;p39"/>
            <p:cNvGrpSpPr/>
            <p:nvPr/>
          </p:nvGrpSpPr>
          <p:grpSpPr>
            <a:xfrm>
              <a:off x="7713663" y="2848339"/>
              <a:ext cx="1042107" cy="425543"/>
              <a:chOff x="7786941" y="2884917"/>
              <a:chExt cx="897649" cy="353919"/>
            </a:xfrm>
          </p:grpSpPr>
          <p:sp>
            <p:nvSpPr>
              <p:cNvPr id="4246" name="Google Shape;4246;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47" name="Google Shape;4247;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48" name="Google Shape;4248;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49" name="Google Shape;4249;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250" name="Google Shape;4250;p39"/>
          <p:cNvGrpSpPr/>
          <p:nvPr/>
        </p:nvGrpSpPr>
        <p:grpSpPr>
          <a:xfrm>
            <a:off x="4023882" y="5178456"/>
            <a:ext cx="541338" cy="223023"/>
            <a:chOff x="7493876" y="2774731"/>
            <a:chExt cx="1481958" cy="894622"/>
          </a:xfrm>
        </p:grpSpPr>
        <p:sp>
          <p:nvSpPr>
            <p:cNvPr id="4251" name="Google Shape;4251;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252" name="Google Shape;4252;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253" name="Google Shape;4253;p39"/>
            <p:cNvGrpSpPr/>
            <p:nvPr/>
          </p:nvGrpSpPr>
          <p:grpSpPr>
            <a:xfrm>
              <a:off x="7713663" y="2848339"/>
              <a:ext cx="1042107" cy="425543"/>
              <a:chOff x="7786941" y="2884917"/>
              <a:chExt cx="897649" cy="353919"/>
            </a:xfrm>
          </p:grpSpPr>
          <p:sp>
            <p:nvSpPr>
              <p:cNvPr id="4254" name="Google Shape;4254;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55" name="Google Shape;4255;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56" name="Google Shape;4256;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57" name="Google Shape;4257;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258" name="Google Shape;4258;p39"/>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grpSp>
        <p:nvGrpSpPr>
          <p:cNvPr id="4259" name="Google Shape;4259;p39"/>
          <p:cNvGrpSpPr/>
          <p:nvPr/>
        </p:nvGrpSpPr>
        <p:grpSpPr>
          <a:xfrm>
            <a:off x="1589588" y="1850610"/>
            <a:ext cx="8467869" cy="4691676"/>
            <a:chOff x="124589" y="1837771"/>
            <a:chExt cx="8466729" cy="4692037"/>
          </a:xfrm>
        </p:grpSpPr>
        <p:grpSp>
          <p:nvGrpSpPr>
            <p:cNvPr id="4260" name="Google Shape;4260;p39"/>
            <p:cNvGrpSpPr/>
            <p:nvPr/>
          </p:nvGrpSpPr>
          <p:grpSpPr>
            <a:xfrm>
              <a:off x="1529396" y="2297655"/>
              <a:ext cx="648422" cy="418253"/>
              <a:chOff x="3053396" y="4304255"/>
              <a:chExt cx="648422" cy="418253"/>
            </a:xfrm>
          </p:grpSpPr>
          <p:sp>
            <p:nvSpPr>
              <p:cNvPr id="4261" name="Google Shape;4261;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62" name="Google Shape;4262;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263" name="Google Shape;4263;p39"/>
            <p:cNvGrpSpPr/>
            <p:nvPr/>
          </p:nvGrpSpPr>
          <p:grpSpPr>
            <a:xfrm>
              <a:off x="373696" y="3097755"/>
              <a:ext cx="648422" cy="418253"/>
              <a:chOff x="3053396" y="4304255"/>
              <a:chExt cx="648422" cy="418253"/>
            </a:xfrm>
          </p:grpSpPr>
          <p:sp>
            <p:nvSpPr>
              <p:cNvPr id="4264" name="Google Shape;4264;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65" name="Google Shape;4265;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266" name="Google Shape;4266;p39"/>
            <p:cNvGrpSpPr/>
            <p:nvPr/>
          </p:nvGrpSpPr>
          <p:grpSpPr>
            <a:xfrm>
              <a:off x="6037896" y="2551655"/>
              <a:ext cx="648422" cy="418253"/>
              <a:chOff x="3053396" y="4304255"/>
              <a:chExt cx="648422" cy="418253"/>
            </a:xfrm>
          </p:grpSpPr>
          <p:sp>
            <p:nvSpPr>
              <p:cNvPr id="4267" name="Google Shape;4267;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68" name="Google Shape;4268;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269" name="Google Shape;4269;p39"/>
            <p:cNvGrpSpPr/>
            <p:nvPr/>
          </p:nvGrpSpPr>
          <p:grpSpPr>
            <a:xfrm>
              <a:off x="945196" y="5409155"/>
              <a:ext cx="648422" cy="418253"/>
              <a:chOff x="3053396" y="4304255"/>
              <a:chExt cx="648422" cy="418253"/>
            </a:xfrm>
          </p:grpSpPr>
          <p:sp>
            <p:nvSpPr>
              <p:cNvPr id="4270" name="Google Shape;4270;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1" name="Google Shape;4271;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272" name="Google Shape;4272;p39"/>
            <p:cNvGrpSpPr/>
            <p:nvPr/>
          </p:nvGrpSpPr>
          <p:grpSpPr>
            <a:xfrm>
              <a:off x="526096" y="4786855"/>
              <a:ext cx="648422" cy="418253"/>
              <a:chOff x="3053396" y="4304255"/>
              <a:chExt cx="648422" cy="418253"/>
            </a:xfrm>
          </p:grpSpPr>
          <p:sp>
            <p:nvSpPr>
              <p:cNvPr id="4273" name="Google Shape;4273;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4" name="Google Shape;4274;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275" name="Google Shape;4275;p39"/>
            <p:cNvGrpSpPr/>
            <p:nvPr/>
          </p:nvGrpSpPr>
          <p:grpSpPr>
            <a:xfrm>
              <a:off x="297496" y="4126455"/>
              <a:ext cx="648422" cy="418253"/>
              <a:chOff x="3053396" y="4304255"/>
              <a:chExt cx="648422" cy="418253"/>
            </a:xfrm>
          </p:grpSpPr>
          <p:sp>
            <p:nvSpPr>
              <p:cNvPr id="4276" name="Google Shape;4276;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7" name="Google Shape;4277;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278" name="Google Shape;4278;p39"/>
            <p:cNvGrpSpPr/>
            <p:nvPr/>
          </p:nvGrpSpPr>
          <p:grpSpPr>
            <a:xfrm>
              <a:off x="6787196" y="2983455"/>
              <a:ext cx="648422" cy="418253"/>
              <a:chOff x="3053396" y="4304255"/>
              <a:chExt cx="648422" cy="418253"/>
            </a:xfrm>
          </p:grpSpPr>
          <p:sp>
            <p:nvSpPr>
              <p:cNvPr id="4279" name="Google Shape;4279;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80" name="Google Shape;4280;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281" name="Google Shape;4281;p39"/>
            <p:cNvGrpSpPr/>
            <p:nvPr/>
          </p:nvGrpSpPr>
          <p:grpSpPr>
            <a:xfrm>
              <a:off x="3129596" y="2056355"/>
              <a:ext cx="648422" cy="418253"/>
              <a:chOff x="3053396" y="4304255"/>
              <a:chExt cx="648422" cy="418253"/>
            </a:xfrm>
          </p:grpSpPr>
          <p:sp>
            <p:nvSpPr>
              <p:cNvPr id="4282" name="Google Shape;4282;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83" name="Google Shape;4283;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284" name="Google Shape;4284;p39"/>
            <p:cNvGrpSpPr/>
            <p:nvPr/>
          </p:nvGrpSpPr>
          <p:grpSpPr>
            <a:xfrm>
              <a:off x="754696" y="2704055"/>
              <a:ext cx="648422" cy="418253"/>
              <a:chOff x="3053396" y="4304255"/>
              <a:chExt cx="648422" cy="418253"/>
            </a:xfrm>
          </p:grpSpPr>
          <p:sp>
            <p:nvSpPr>
              <p:cNvPr id="4285" name="Google Shape;4285;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86" name="Google Shape;4286;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287" name="Google Shape;4287;p39"/>
            <p:cNvGrpSpPr/>
            <p:nvPr/>
          </p:nvGrpSpPr>
          <p:grpSpPr>
            <a:xfrm>
              <a:off x="4043996" y="2030955"/>
              <a:ext cx="648422" cy="418253"/>
              <a:chOff x="3053396" y="4304255"/>
              <a:chExt cx="648422" cy="418253"/>
            </a:xfrm>
          </p:grpSpPr>
          <p:sp>
            <p:nvSpPr>
              <p:cNvPr id="4288" name="Google Shape;4288;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89" name="Google Shape;4289;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290" name="Google Shape;4290;p39"/>
            <p:cNvGrpSpPr/>
            <p:nvPr/>
          </p:nvGrpSpPr>
          <p:grpSpPr>
            <a:xfrm>
              <a:off x="7104696" y="5663155"/>
              <a:ext cx="648422" cy="418253"/>
              <a:chOff x="3053396" y="4304255"/>
              <a:chExt cx="648422" cy="418253"/>
            </a:xfrm>
          </p:grpSpPr>
          <p:sp>
            <p:nvSpPr>
              <p:cNvPr id="4291" name="Google Shape;4291;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2" name="Google Shape;4292;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293" name="Google Shape;4293;p39"/>
            <p:cNvGrpSpPr/>
            <p:nvPr/>
          </p:nvGrpSpPr>
          <p:grpSpPr>
            <a:xfrm>
              <a:off x="7942896" y="5015455"/>
              <a:ext cx="648422" cy="418253"/>
              <a:chOff x="3053396" y="4304255"/>
              <a:chExt cx="648422" cy="418253"/>
            </a:xfrm>
          </p:grpSpPr>
          <p:sp>
            <p:nvSpPr>
              <p:cNvPr id="4294" name="Google Shape;4294;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5" name="Google Shape;4295;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296" name="Google Shape;4296;p39"/>
            <p:cNvGrpSpPr/>
            <p:nvPr/>
          </p:nvGrpSpPr>
          <p:grpSpPr>
            <a:xfrm>
              <a:off x="7714296" y="4101055"/>
              <a:ext cx="648422" cy="418253"/>
              <a:chOff x="3053396" y="4304255"/>
              <a:chExt cx="648422" cy="418253"/>
            </a:xfrm>
          </p:grpSpPr>
          <p:sp>
            <p:nvSpPr>
              <p:cNvPr id="4297" name="Google Shape;4297;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8" name="Google Shape;4298;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299" name="Google Shape;4299;p39"/>
            <p:cNvGrpSpPr/>
            <p:nvPr/>
          </p:nvGrpSpPr>
          <p:grpSpPr>
            <a:xfrm>
              <a:off x="4869496" y="5904455"/>
              <a:ext cx="648422" cy="418253"/>
              <a:chOff x="3053396" y="4304255"/>
              <a:chExt cx="648422" cy="418253"/>
            </a:xfrm>
          </p:grpSpPr>
          <p:sp>
            <p:nvSpPr>
              <p:cNvPr id="4300" name="Google Shape;4300;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1" name="Google Shape;4301;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302" name="Google Shape;4302;p39"/>
            <p:cNvGrpSpPr/>
            <p:nvPr/>
          </p:nvGrpSpPr>
          <p:grpSpPr>
            <a:xfrm>
              <a:off x="3955096" y="6044155"/>
              <a:ext cx="648422" cy="418253"/>
              <a:chOff x="3053396" y="4304255"/>
              <a:chExt cx="648422" cy="418253"/>
            </a:xfrm>
          </p:grpSpPr>
          <p:sp>
            <p:nvSpPr>
              <p:cNvPr id="4303" name="Google Shape;4303;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4" name="Google Shape;4304;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305" name="Google Shape;4305;p39"/>
            <p:cNvGrpSpPr/>
            <p:nvPr/>
          </p:nvGrpSpPr>
          <p:grpSpPr>
            <a:xfrm>
              <a:off x="2735896" y="5891755"/>
              <a:ext cx="648422" cy="418253"/>
              <a:chOff x="3053396" y="4304255"/>
              <a:chExt cx="648422" cy="418253"/>
            </a:xfrm>
          </p:grpSpPr>
          <p:sp>
            <p:nvSpPr>
              <p:cNvPr id="4306" name="Google Shape;4306;p3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7" name="Google Shape;4307;p3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sp>
          <p:nvSpPr>
            <p:cNvPr id="4308" name="Google Shape;4308;p39"/>
            <p:cNvSpPr txBox="1"/>
            <p:nvPr/>
          </p:nvSpPr>
          <p:spPr>
            <a:xfrm rot="1053502">
              <a:off x="5143500" y="1955800"/>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309" name="Google Shape;4309;p39"/>
            <p:cNvSpPr txBox="1"/>
            <p:nvPr/>
          </p:nvSpPr>
          <p:spPr>
            <a:xfrm rot="2829263">
              <a:off x="7429500" y="3429000"/>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310" name="Google Shape;4310;p39"/>
            <p:cNvSpPr txBox="1"/>
            <p:nvPr/>
          </p:nvSpPr>
          <p:spPr>
            <a:xfrm rot="9845918">
              <a:off x="6098241" y="5942112"/>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311" name="Google Shape;4311;p39"/>
            <p:cNvSpPr txBox="1"/>
            <p:nvPr/>
          </p:nvSpPr>
          <p:spPr>
            <a:xfrm rot="-9948738">
              <a:off x="1730786" y="5845469"/>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312" name="Google Shape;4312;p39"/>
            <p:cNvSpPr txBox="1"/>
            <p:nvPr/>
          </p:nvSpPr>
          <p:spPr>
            <a:xfrm rot="-4992697">
              <a:off x="144631" y="3539025"/>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313" name="Google Shape;4313;p39"/>
            <p:cNvSpPr txBox="1"/>
            <p:nvPr/>
          </p:nvSpPr>
          <p:spPr>
            <a:xfrm rot="-1017263">
              <a:off x="2330376" y="1905681"/>
              <a:ext cx="54373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grpSp>
      <p:sp>
        <p:nvSpPr>
          <p:cNvPr id="4314" name="Google Shape;4314;p39"/>
          <p:cNvSpPr txBox="1"/>
          <p:nvPr/>
        </p:nvSpPr>
        <p:spPr>
          <a:xfrm>
            <a:off x="1499042" y="1163204"/>
            <a:ext cx="9720792" cy="6731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00"/>
              <a:buFont typeface="Noto Sans Symbols"/>
              <a:buNone/>
            </a:pPr>
            <a:r>
              <a:rPr b="0" i="0" lang="en-US" sz="2400" u="none" cap="none" strike="noStrike">
                <a:solidFill>
                  <a:srgbClr val="000000"/>
                </a:solidFill>
                <a:latin typeface="Calibri"/>
                <a:ea typeface="Calibri"/>
                <a:cs typeface="Calibri"/>
                <a:sym typeface="Calibri"/>
              </a:rPr>
              <a:t>But if one global ISP is viable business, there will be competitors …. who will want to be connected</a:t>
            </a:r>
            <a:endParaRPr b="0" i="0" sz="2400" u="none" cap="none" strike="noStrike">
              <a:solidFill>
                <a:srgbClr val="000000"/>
              </a:solidFill>
              <a:latin typeface="Calibri"/>
              <a:ea typeface="Calibri"/>
              <a:cs typeface="Calibri"/>
              <a:sym typeface="Calibri"/>
            </a:endParaRPr>
          </a:p>
        </p:txBody>
      </p:sp>
      <p:grpSp>
        <p:nvGrpSpPr>
          <p:cNvPr id="4315" name="Google Shape;4315;p39"/>
          <p:cNvGrpSpPr/>
          <p:nvPr/>
        </p:nvGrpSpPr>
        <p:grpSpPr>
          <a:xfrm>
            <a:off x="5736579" y="2899825"/>
            <a:ext cx="2272389" cy="1061009"/>
            <a:chOff x="4696844" y="2871032"/>
            <a:chExt cx="2272671" cy="1061113"/>
          </a:xfrm>
        </p:grpSpPr>
        <p:grpSp>
          <p:nvGrpSpPr>
            <p:cNvPr id="4316" name="Google Shape;4316;p39"/>
            <p:cNvGrpSpPr/>
            <p:nvPr/>
          </p:nvGrpSpPr>
          <p:grpSpPr>
            <a:xfrm>
              <a:off x="5677190" y="2871032"/>
              <a:ext cx="530938" cy="338554"/>
              <a:chOff x="5573768" y="2726239"/>
              <a:chExt cx="530938" cy="338554"/>
            </a:xfrm>
          </p:grpSpPr>
          <p:sp>
            <p:nvSpPr>
              <p:cNvPr id="4317" name="Google Shape;4317;p39"/>
              <p:cNvSpPr/>
              <p:nvPr/>
            </p:nvSpPr>
            <p:spPr>
              <a:xfrm>
                <a:off x="5573768" y="2751297"/>
                <a:ext cx="528092" cy="304800"/>
              </a:xfrm>
              <a:prstGeom prst="ellipse">
                <a:avLst/>
              </a:prstGeom>
              <a:solidFill>
                <a:srgbClr val="0000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318" name="Google Shape;4318;p39"/>
              <p:cNvSpPr txBox="1"/>
              <p:nvPr/>
            </p:nvSpPr>
            <p:spPr>
              <a:xfrm>
                <a:off x="5593027" y="2726239"/>
                <a:ext cx="51167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IXP</a:t>
                </a:r>
                <a:endParaRPr b="0" i="0" sz="1600" u="none" cap="none" strike="noStrike">
                  <a:solidFill>
                    <a:srgbClr val="FFFFFF"/>
                  </a:solidFill>
                  <a:latin typeface="Arial"/>
                  <a:ea typeface="Arial"/>
                  <a:cs typeface="Arial"/>
                  <a:sym typeface="Arial"/>
                </a:endParaRPr>
              </a:p>
            </p:txBody>
          </p:sp>
        </p:grpSp>
        <p:cxnSp>
          <p:nvCxnSpPr>
            <p:cNvPr id="4319" name="Google Shape;4319;p39"/>
            <p:cNvCxnSpPr/>
            <p:nvPr/>
          </p:nvCxnSpPr>
          <p:spPr>
            <a:xfrm>
              <a:off x="4696844" y="3073933"/>
              <a:ext cx="980347" cy="3515"/>
            </a:xfrm>
            <a:prstGeom prst="straightConnector1">
              <a:avLst/>
            </a:prstGeom>
            <a:noFill/>
            <a:ln cap="flat" cmpd="sng" w="38100">
              <a:solidFill>
                <a:srgbClr val="CC0000"/>
              </a:solidFill>
              <a:prstDash val="solid"/>
              <a:round/>
              <a:headEnd len="sm" w="sm" type="none"/>
              <a:tailEnd len="sm" w="sm" type="none"/>
            </a:ln>
          </p:spPr>
        </p:cxnSp>
        <p:cxnSp>
          <p:nvCxnSpPr>
            <p:cNvPr id="4320" name="Google Shape;4320;p39"/>
            <p:cNvCxnSpPr>
              <a:endCxn id="4321" idx="1"/>
            </p:cNvCxnSpPr>
            <p:nvPr/>
          </p:nvCxnSpPr>
          <p:spPr>
            <a:xfrm>
              <a:off x="6137015" y="3146745"/>
              <a:ext cx="832500" cy="785400"/>
            </a:xfrm>
            <a:prstGeom prst="straightConnector1">
              <a:avLst/>
            </a:prstGeom>
            <a:noFill/>
            <a:ln cap="flat" cmpd="sng" w="38100">
              <a:solidFill>
                <a:srgbClr val="CC0000"/>
              </a:solidFill>
              <a:prstDash val="solid"/>
              <a:round/>
              <a:headEnd len="sm" w="sm" type="none"/>
              <a:tailEnd len="sm" w="sm" type="none"/>
            </a:ln>
          </p:spPr>
        </p:cxnSp>
      </p:grpSp>
      <p:grpSp>
        <p:nvGrpSpPr>
          <p:cNvPr id="4322" name="Google Shape;4322;p39"/>
          <p:cNvGrpSpPr/>
          <p:nvPr/>
        </p:nvGrpSpPr>
        <p:grpSpPr>
          <a:xfrm>
            <a:off x="3570106" y="3762886"/>
            <a:ext cx="2938633" cy="1357363"/>
            <a:chOff x="2746015" y="3733001"/>
            <a:chExt cx="2937190" cy="1359445"/>
          </a:xfrm>
        </p:grpSpPr>
        <p:cxnSp>
          <p:nvCxnSpPr>
            <p:cNvPr id="4323" name="Google Shape;4323;p39"/>
            <p:cNvCxnSpPr>
              <a:stCxn id="4324" idx="5"/>
              <a:endCxn id="4325" idx="3"/>
            </p:cNvCxnSpPr>
            <p:nvPr/>
          </p:nvCxnSpPr>
          <p:spPr>
            <a:xfrm>
              <a:off x="5094305" y="3733001"/>
              <a:ext cx="588900" cy="212700"/>
            </a:xfrm>
            <a:prstGeom prst="straightConnector1">
              <a:avLst/>
            </a:prstGeom>
            <a:noFill/>
            <a:ln cap="flat" cmpd="sng" w="38100">
              <a:solidFill>
                <a:srgbClr val="CC0000"/>
              </a:solidFill>
              <a:prstDash val="solid"/>
              <a:round/>
              <a:headEnd len="sm" w="sm" type="none"/>
              <a:tailEnd len="sm" w="sm" type="none"/>
            </a:ln>
          </p:spPr>
        </p:cxnSp>
        <p:cxnSp>
          <p:nvCxnSpPr>
            <p:cNvPr id="4326" name="Google Shape;4326;p39"/>
            <p:cNvCxnSpPr>
              <a:stCxn id="4327" idx="5"/>
            </p:cNvCxnSpPr>
            <p:nvPr/>
          </p:nvCxnSpPr>
          <p:spPr>
            <a:xfrm flipH="1">
              <a:off x="2746015" y="3789080"/>
              <a:ext cx="54600" cy="601800"/>
            </a:xfrm>
            <a:prstGeom prst="straightConnector1">
              <a:avLst/>
            </a:prstGeom>
            <a:noFill/>
            <a:ln cap="flat" cmpd="sng" w="38100">
              <a:solidFill>
                <a:srgbClr val="CC0000"/>
              </a:solidFill>
              <a:prstDash val="solid"/>
              <a:round/>
              <a:headEnd len="sm" w="sm" type="none"/>
              <a:tailEnd len="sm" w="sm" type="none"/>
            </a:ln>
          </p:spPr>
        </p:cxnSp>
        <p:cxnSp>
          <p:nvCxnSpPr>
            <p:cNvPr id="4328" name="Google Shape;4328;p39"/>
            <p:cNvCxnSpPr>
              <a:endCxn id="4329" idx="3"/>
            </p:cNvCxnSpPr>
            <p:nvPr/>
          </p:nvCxnSpPr>
          <p:spPr>
            <a:xfrm flipH="1" rot="10800000">
              <a:off x="4424295" y="4701847"/>
              <a:ext cx="1074600" cy="390600"/>
            </a:xfrm>
            <a:prstGeom prst="straightConnector1">
              <a:avLst/>
            </a:prstGeom>
            <a:noFill/>
            <a:ln cap="flat" cmpd="sng" w="38100">
              <a:solidFill>
                <a:srgbClr val="CC0000"/>
              </a:solidFill>
              <a:prstDash val="solid"/>
              <a:round/>
              <a:headEnd len="sm" w="sm" type="none"/>
              <a:tailEnd len="sm" w="sm" type="none"/>
            </a:ln>
          </p:spPr>
        </p:cxnSp>
      </p:grpSp>
      <p:grpSp>
        <p:nvGrpSpPr>
          <p:cNvPr id="4330" name="Google Shape;4330;p39"/>
          <p:cNvGrpSpPr/>
          <p:nvPr/>
        </p:nvGrpSpPr>
        <p:grpSpPr>
          <a:xfrm>
            <a:off x="5775500" y="5015078"/>
            <a:ext cx="1792625" cy="741248"/>
            <a:chOff x="4686300" y="4864100"/>
            <a:chExt cx="1792244" cy="740764"/>
          </a:xfrm>
        </p:grpSpPr>
        <p:sp>
          <p:nvSpPr>
            <p:cNvPr id="4331" name="Google Shape;4331;p39"/>
            <p:cNvSpPr txBox="1"/>
            <p:nvPr/>
          </p:nvSpPr>
          <p:spPr>
            <a:xfrm>
              <a:off x="4838700" y="5143500"/>
              <a:ext cx="1639844" cy="46136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peering link</a:t>
              </a:r>
              <a:endParaRPr b="0" i="1" sz="2400" u="none" cap="none" strike="noStrike">
                <a:solidFill>
                  <a:srgbClr val="CC0000"/>
                </a:solidFill>
                <a:latin typeface="Calibri"/>
                <a:ea typeface="Calibri"/>
                <a:cs typeface="Calibri"/>
                <a:sym typeface="Calibri"/>
              </a:endParaRPr>
            </a:p>
          </p:txBody>
        </p:sp>
        <p:cxnSp>
          <p:nvCxnSpPr>
            <p:cNvPr id="4332" name="Google Shape;4332;p39"/>
            <p:cNvCxnSpPr/>
            <p:nvPr/>
          </p:nvCxnSpPr>
          <p:spPr>
            <a:xfrm>
              <a:off x="4686300" y="4864100"/>
              <a:ext cx="266700" cy="419100"/>
            </a:xfrm>
            <a:prstGeom prst="straightConnector1">
              <a:avLst/>
            </a:prstGeom>
            <a:noFill/>
            <a:ln cap="flat" cmpd="sng" w="9525">
              <a:solidFill>
                <a:srgbClr val="CC0000"/>
              </a:solidFill>
              <a:prstDash val="solid"/>
              <a:round/>
              <a:headEnd len="sm" w="sm" type="none"/>
              <a:tailEnd len="sm" w="sm" type="none"/>
            </a:ln>
          </p:spPr>
        </p:cxnSp>
      </p:grpSp>
      <p:grpSp>
        <p:nvGrpSpPr>
          <p:cNvPr id="4333" name="Google Shape;4333;p39"/>
          <p:cNvGrpSpPr/>
          <p:nvPr/>
        </p:nvGrpSpPr>
        <p:grpSpPr>
          <a:xfrm>
            <a:off x="6287088" y="1707261"/>
            <a:ext cx="3207609" cy="1166368"/>
            <a:chOff x="5270500" y="1701800"/>
            <a:chExt cx="3206604" cy="1165614"/>
          </a:xfrm>
        </p:grpSpPr>
        <p:sp>
          <p:nvSpPr>
            <p:cNvPr id="4334" name="Google Shape;4334;p39"/>
            <p:cNvSpPr txBox="1"/>
            <p:nvPr/>
          </p:nvSpPr>
          <p:spPr>
            <a:xfrm>
              <a:off x="5270500" y="1701800"/>
              <a:ext cx="3206604" cy="4613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Internet exchange point </a:t>
              </a:r>
              <a:endParaRPr b="0" i="1" sz="2400" u="none" cap="none" strike="noStrike">
                <a:solidFill>
                  <a:srgbClr val="CC0000"/>
                </a:solidFill>
                <a:latin typeface="Calibri"/>
                <a:ea typeface="Calibri"/>
                <a:cs typeface="Calibri"/>
                <a:sym typeface="Calibri"/>
              </a:endParaRPr>
            </a:p>
          </p:txBody>
        </p:sp>
        <p:cxnSp>
          <p:nvCxnSpPr>
            <p:cNvPr id="4335" name="Google Shape;4335;p39"/>
            <p:cNvCxnSpPr/>
            <p:nvPr/>
          </p:nvCxnSpPr>
          <p:spPr>
            <a:xfrm flipH="1">
              <a:off x="6141884" y="2155382"/>
              <a:ext cx="219911" cy="712032"/>
            </a:xfrm>
            <a:prstGeom prst="straightConnector1">
              <a:avLst/>
            </a:prstGeom>
            <a:noFill/>
            <a:ln cap="flat" cmpd="sng" w="9525">
              <a:solidFill>
                <a:srgbClr val="CC0000"/>
              </a:solidFill>
              <a:prstDash val="solid"/>
              <a:round/>
              <a:headEnd len="sm" w="sm" type="none"/>
              <a:tailEnd len="sm" w="sm" type="none"/>
            </a:ln>
          </p:spPr>
        </p:cxnSp>
      </p:grpSp>
      <p:grpSp>
        <p:nvGrpSpPr>
          <p:cNvPr id="4336" name="Google Shape;4336;p39"/>
          <p:cNvGrpSpPr/>
          <p:nvPr/>
        </p:nvGrpSpPr>
        <p:grpSpPr>
          <a:xfrm>
            <a:off x="7929475" y="3939691"/>
            <a:ext cx="541338" cy="223023"/>
            <a:chOff x="7493876" y="2774731"/>
            <a:chExt cx="1481958" cy="894622"/>
          </a:xfrm>
        </p:grpSpPr>
        <p:sp>
          <p:nvSpPr>
            <p:cNvPr id="4337" name="Google Shape;4337;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321" name="Google Shape;4321;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338" name="Google Shape;4338;p39"/>
            <p:cNvGrpSpPr/>
            <p:nvPr/>
          </p:nvGrpSpPr>
          <p:grpSpPr>
            <a:xfrm>
              <a:off x="7713663" y="2848339"/>
              <a:ext cx="1042107" cy="425543"/>
              <a:chOff x="7786941" y="2884917"/>
              <a:chExt cx="897649" cy="353919"/>
            </a:xfrm>
          </p:grpSpPr>
          <p:sp>
            <p:nvSpPr>
              <p:cNvPr id="4339" name="Google Shape;4339;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40" name="Google Shape;4340;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41" name="Google Shape;4341;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42" name="Google Shape;4342;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343" name="Google Shape;4343;p39"/>
          <p:cNvGrpSpPr/>
          <p:nvPr/>
        </p:nvGrpSpPr>
        <p:grpSpPr>
          <a:xfrm>
            <a:off x="6429198" y="3852093"/>
            <a:ext cx="541338" cy="223023"/>
            <a:chOff x="7493876" y="2774731"/>
            <a:chExt cx="1481958" cy="894622"/>
          </a:xfrm>
        </p:grpSpPr>
        <p:sp>
          <p:nvSpPr>
            <p:cNvPr id="4344" name="Google Shape;4344;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325" name="Google Shape;4325;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345" name="Google Shape;4345;p39"/>
            <p:cNvGrpSpPr/>
            <p:nvPr/>
          </p:nvGrpSpPr>
          <p:grpSpPr>
            <a:xfrm>
              <a:off x="7713663" y="2848339"/>
              <a:ext cx="1042107" cy="425543"/>
              <a:chOff x="7786941" y="2884917"/>
              <a:chExt cx="897649" cy="353919"/>
            </a:xfrm>
          </p:grpSpPr>
          <p:sp>
            <p:nvSpPr>
              <p:cNvPr id="4346" name="Google Shape;4346;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47" name="Google Shape;4347;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48" name="Google Shape;4348;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49" name="Google Shape;4349;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350" name="Google Shape;4350;p39"/>
          <p:cNvGrpSpPr/>
          <p:nvPr/>
        </p:nvGrpSpPr>
        <p:grpSpPr>
          <a:xfrm>
            <a:off x="5457737" y="3639654"/>
            <a:ext cx="541338" cy="223023"/>
            <a:chOff x="7493876" y="2774731"/>
            <a:chExt cx="1481958" cy="894622"/>
          </a:xfrm>
        </p:grpSpPr>
        <p:sp>
          <p:nvSpPr>
            <p:cNvPr id="4351" name="Google Shape;4351;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324" name="Google Shape;4324;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352" name="Google Shape;4352;p39"/>
            <p:cNvGrpSpPr/>
            <p:nvPr/>
          </p:nvGrpSpPr>
          <p:grpSpPr>
            <a:xfrm>
              <a:off x="7713663" y="2848339"/>
              <a:ext cx="1042107" cy="425543"/>
              <a:chOff x="7786941" y="2884917"/>
              <a:chExt cx="897649" cy="353919"/>
            </a:xfrm>
          </p:grpSpPr>
          <p:sp>
            <p:nvSpPr>
              <p:cNvPr id="4353" name="Google Shape;4353;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54" name="Google Shape;4354;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55" name="Google Shape;4355;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56" name="Google Shape;4356;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357" name="Google Shape;4357;p39"/>
          <p:cNvGrpSpPr/>
          <p:nvPr/>
        </p:nvGrpSpPr>
        <p:grpSpPr>
          <a:xfrm>
            <a:off x="4815073" y="3924252"/>
            <a:ext cx="1634942" cy="693432"/>
            <a:chOff x="4815073" y="3924252"/>
            <a:chExt cx="1634942" cy="693432"/>
          </a:xfrm>
        </p:grpSpPr>
        <p:cxnSp>
          <p:nvCxnSpPr>
            <p:cNvPr id="4358" name="Google Shape;4358;p39"/>
            <p:cNvCxnSpPr>
              <a:stCxn id="4359" idx="2"/>
            </p:cNvCxnSpPr>
            <p:nvPr/>
          </p:nvCxnSpPr>
          <p:spPr>
            <a:xfrm flipH="1" rot="10800000">
              <a:off x="4982880" y="4309884"/>
              <a:ext cx="309000" cy="307800"/>
            </a:xfrm>
            <a:prstGeom prst="straightConnector1">
              <a:avLst/>
            </a:prstGeom>
            <a:noFill/>
            <a:ln cap="flat" cmpd="sng" w="38100">
              <a:solidFill>
                <a:srgbClr val="CC0000"/>
              </a:solidFill>
              <a:prstDash val="solid"/>
              <a:round/>
              <a:headEnd len="sm" w="sm" type="none"/>
              <a:tailEnd len="sm" w="sm" type="none"/>
            </a:ln>
          </p:spPr>
        </p:cxnSp>
        <p:cxnSp>
          <p:nvCxnSpPr>
            <p:cNvPr id="4360" name="Google Shape;4360;p39"/>
            <p:cNvCxnSpPr/>
            <p:nvPr/>
          </p:nvCxnSpPr>
          <p:spPr>
            <a:xfrm flipH="1" rot="10800000">
              <a:off x="5520180" y="3924252"/>
              <a:ext cx="929835" cy="367084"/>
            </a:xfrm>
            <a:prstGeom prst="straightConnector1">
              <a:avLst/>
            </a:prstGeom>
            <a:noFill/>
            <a:ln cap="flat" cmpd="sng" w="38100">
              <a:solidFill>
                <a:srgbClr val="CC0000"/>
              </a:solidFill>
              <a:prstDash val="solid"/>
              <a:round/>
              <a:headEnd len="sm" w="sm" type="none"/>
              <a:tailEnd len="sm" w="sm" type="none"/>
            </a:ln>
          </p:spPr>
        </p:cxnSp>
        <p:cxnSp>
          <p:nvCxnSpPr>
            <p:cNvPr id="4361" name="Google Shape;4361;p39"/>
            <p:cNvCxnSpPr>
              <a:stCxn id="4362" idx="2"/>
            </p:cNvCxnSpPr>
            <p:nvPr/>
          </p:nvCxnSpPr>
          <p:spPr>
            <a:xfrm>
              <a:off x="4815073" y="3947043"/>
              <a:ext cx="477000" cy="277500"/>
            </a:xfrm>
            <a:prstGeom prst="straightConnector1">
              <a:avLst/>
            </a:prstGeom>
            <a:noFill/>
            <a:ln cap="flat" cmpd="sng" w="38100">
              <a:solidFill>
                <a:srgbClr val="CC0000"/>
              </a:solidFill>
              <a:prstDash val="solid"/>
              <a:round/>
              <a:headEnd len="sm" w="sm" type="none"/>
              <a:tailEnd len="sm" w="sm" type="none"/>
            </a:ln>
          </p:spPr>
        </p:cxnSp>
        <p:grpSp>
          <p:nvGrpSpPr>
            <p:cNvPr id="4363" name="Google Shape;4363;p39"/>
            <p:cNvGrpSpPr/>
            <p:nvPr/>
          </p:nvGrpSpPr>
          <p:grpSpPr>
            <a:xfrm>
              <a:off x="5119678" y="4119105"/>
              <a:ext cx="528442" cy="338554"/>
              <a:chOff x="5634518" y="2652249"/>
              <a:chExt cx="528092" cy="338174"/>
            </a:xfrm>
          </p:grpSpPr>
          <p:sp>
            <p:nvSpPr>
              <p:cNvPr id="4364" name="Google Shape;4364;p39"/>
              <p:cNvSpPr/>
              <p:nvPr/>
            </p:nvSpPr>
            <p:spPr>
              <a:xfrm>
                <a:off x="5634518" y="2672371"/>
                <a:ext cx="528092" cy="304800"/>
              </a:xfrm>
              <a:prstGeom prst="ellipse">
                <a:avLst/>
              </a:prstGeom>
              <a:solidFill>
                <a:srgbClr val="0000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365" name="Google Shape;4365;p39"/>
              <p:cNvSpPr txBox="1"/>
              <p:nvPr/>
            </p:nvSpPr>
            <p:spPr>
              <a:xfrm>
                <a:off x="5685246" y="2652249"/>
                <a:ext cx="447262" cy="338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IXP</a:t>
                </a:r>
                <a:endParaRPr b="0" i="0" sz="1600" u="none" cap="none" strike="noStrike">
                  <a:solidFill>
                    <a:srgbClr val="FFFFFF"/>
                  </a:solidFill>
                  <a:latin typeface="Calibri"/>
                  <a:ea typeface="Calibri"/>
                  <a:cs typeface="Calibri"/>
                  <a:sym typeface="Calibri"/>
                </a:endParaRPr>
              </a:p>
            </p:txBody>
          </p:sp>
        </p:grpSp>
      </p:grpSp>
      <p:grpSp>
        <p:nvGrpSpPr>
          <p:cNvPr id="4366" name="Google Shape;4366;p39"/>
          <p:cNvGrpSpPr/>
          <p:nvPr/>
        </p:nvGrpSpPr>
        <p:grpSpPr>
          <a:xfrm>
            <a:off x="6244846" y="4607015"/>
            <a:ext cx="541338" cy="223023"/>
            <a:chOff x="7493876" y="2774731"/>
            <a:chExt cx="1481958" cy="894622"/>
          </a:xfrm>
        </p:grpSpPr>
        <p:sp>
          <p:nvSpPr>
            <p:cNvPr id="4367" name="Google Shape;4367;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329" name="Google Shape;4329;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368" name="Google Shape;4368;p39"/>
            <p:cNvGrpSpPr/>
            <p:nvPr/>
          </p:nvGrpSpPr>
          <p:grpSpPr>
            <a:xfrm>
              <a:off x="7713663" y="2848339"/>
              <a:ext cx="1042107" cy="425543"/>
              <a:chOff x="7786941" y="2884917"/>
              <a:chExt cx="897649" cy="353919"/>
            </a:xfrm>
          </p:grpSpPr>
          <p:sp>
            <p:nvSpPr>
              <p:cNvPr id="4369" name="Google Shape;4369;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70" name="Google Shape;4370;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71" name="Google Shape;4371;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72" name="Google Shape;4372;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373" name="Google Shape;4373;p39"/>
          <p:cNvGrpSpPr/>
          <p:nvPr/>
        </p:nvGrpSpPr>
        <p:grpSpPr>
          <a:xfrm>
            <a:off x="4812419" y="5011641"/>
            <a:ext cx="541338" cy="223023"/>
            <a:chOff x="7493876" y="2774731"/>
            <a:chExt cx="1481958" cy="894622"/>
          </a:xfrm>
        </p:grpSpPr>
        <p:sp>
          <p:nvSpPr>
            <p:cNvPr id="4374" name="Google Shape;4374;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375" name="Google Shape;4375;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376" name="Google Shape;4376;p39"/>
            <p:cNvGrpSpPr/>
            <p:nvPr/>
          </p:nvGrpSpPr>
          <p:grpSpPr>
            <a:xfrm>
              <a:off x="7713663" y="2848339"/>
              <a:ext cx="1042107" cy="425543"/>
              <a:chOff x="7786941" y="2884917"/>
              <a:chExt cx="897649" cy="353919"/>
            </a:xfrm>
          </p:grpSpPr>
          <p:sp>
            <p:nvSpPr>
              <p:cNvPr id="4377" name="Google Shape;4377;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78" name="Google Shape;4378;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79" name="Google Shape;4379;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80" name="Google Shape;4380;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381" name="Google Shape;4381;p39"/>
          <p:cNvGrpSpPr/>
          <p:nvPr/>
        </p:nvGrpSpPr>
        <p:grpSpPr>
          <a:xfrm>
            <a:off x="3355534" y="3674009"/>
            <a:ext cx="541338" cy="223023"/>
            <a:chOff x="7493876" y="2774731"/>
            <a:chExt cx="1481958" cy="894622"/>
          </a:xfrm>
        </p:grpSpPr>
        <p:sp>
          <p:nvSpPr>
            <p:cNvPr id="4327" name="Google Shape;4327;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382" name="Google Shape;4382;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383" name="Google Shape;4383;p39"/>
            <p:cNvGrpSpPr/>
            <p:nvPr/>
          </p:nvGrpSpPr>
          <p:grpSpPr>
            <a:xfrm>
              <a:off x="7713663" y="2848339"/>
              <a:ext cx="1042107" cy="425543"/>
              <a:chOff x="7786941" y="2884917"/>
              <a:chExt cx="897649" cy="353919"/>
            </a:xfrm>
          </p:grpSpPr>
          <p:sp>
            <p:nvSpPr>
              <p:cNvPr id="4384" name="Google Shape;4384;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85" name="Google Shape;4385;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86" name="Google Shape;4386;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87" name="Google Shape;4387;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388" name="Google Shape;4388;p39"/>
          <p:cNvGrpSpPr/>
          <p:nvPr/>
        </p:nvGrpSpPr>
        <p:grpSpPr>
          <a:xfrm>
            <a:off x="3292387" y="4376707"/>
            <a:ext cx="541338" cy="223023"/>
            <a:chOff x="7493876" y="2774731"/>
            <a:chExt cx="1481958" cy="894622"/>
          </a:xfrm>
        </p:grpSpPr>
        <p:sp>
          <p:nvSpPr>
            <p:cNvPr id="4389" name="Google Shape;4389;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390" name="Google Shape;4390;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391" name="Google Shape;4391;p39"/>
            <p:cNvGrpSpPr/>
            <p:nvPr/>
          </p:nvGrpSpPr>
          <p:grpSpPr>
            <a:xfrm>
              <a:off x="7713663" y="2848339"/>
              <a:ext cx="1042107" cy="425543"/>
              <a:chOff x="7786941" y="2884917"/>
              <a:chExt cx="897649" cy="353919"/>
            </a:xfrm>
          </p:grpSpPr>
          <p:sp>
            <p:nvSpPr>
              <p:cNvPr id="4392" name="Google Shape;4392;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93" name="Google Shape;4393;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94" name="Google Shape;4394;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95" name="Google Shape;4395;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396" name="Google Shape;4396;p39"/>
          <p:cNvGrpSpPr/>
          <p:nvPr/>
        </p:nvGrpSpPr>
        <p:grpSpPr>
          <a:xfrm>
            <a:off x="4400287" y="3826770"/>
            <a:ext cx="541338" cy="223023"/>
            <a:chOff x="7493876" y="2774731"/>
            <a:chExt cx="1481958" cy="894622"/>
          </a:xfrm>
        </p:grpSpPr>
        <p:sp>
          <p:nvSpPr>
            <p:cNvPr id="4397" name="Google Shape;4397;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398" name="Google Shape;4398;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399" name="Google Shape;4399;p39"/>
            <p:cNvGrpSpPr/>
            <p:nvPr/>
          </p:nvGrpSpPr>
          <p:grpSpPr>
            <a:xfrm>
              <a:off x="7713663" y="2848339"/>
              <a:ext cx="1042107" cy="425543"/>
              <a:chOff x="7786941" y="2884917"/>
              <a:chExt cx="897649" cy="353919"/>
            </a:xfrm>
          </p:grpSpPr>
          <p:sp>
            <p:nvSpPr>
              <p:cNvPr id="4400" name="Google Shape;4400;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62" name="Google Shape;4362;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01" name="Google Shape;4401;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02" name="Google Shape;4402;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403" name="Google Shape;4403;p39"/>
          <p:cNvGrpSpPr/>
          <p:nvPr/>
        </p:nvGrpSpPr>
        <p:grpSpPr>
          <a:xfrm>
            <a:off x="4568094" y="4497411"/>
            <a:ext cx="541338" cy="223023"/>
            <a:chOff x="7493876" y="2774731"/>
            <a:chExt cx="1481958" cy="894622"/>
          </a:xfrm>
        </p:grpSpPr>
        <p:sp>
          <p:nvSpPr>
            <p:cNvPr id="4404" name="Google Shape;4404;p3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405" name="Google Shape;4405;p3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406" name="Google Shape;4406;p39"/>
            <p:cNvGrpSpPr/>
            <p:nvPr/>
          </p:nvGrpSpPr>
          <p:grpSpPr>
            <a:xfrm>
              <a:off x="7713663" y="2848339"/>
              <a:ext cx="1042107" cy="425543"/>
              <a:chOff x="7786941" y="2884917"/>
              <a:chExt cx="897649" cy="353919"/>
            </a:xfrm>
          </p:grpSpPr>
          <p:sp>
            <p:nvSpPr>
              <p:cNvPr id="4407" name="Google Shape;4407;p3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359" name="Google Shape;4359;p3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08" name="Google Shape;4408;p3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09" name="Google Shape;4409;p3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7"/>
                                        </p:tgtEl>
                                        <p:attrNameLst>
                                          <p:attrName>style.visibility</p:attrName>
                                        </p:attrNameLst>
                                      </p:cBhvr>
                                      <p:to>
                                        <p:strVal val="visible"/>
                                      </p:to>
                                    </p:set>
                                    <p:animEffect filter="fade" transition="in">
                                      <p:cBhvr>
                                        <p:cTn dur="500"/>
                                        <p:tgtEl>
                                          <p:spTgt spid="4357"/>
                                        </p:tgtEl>
                                      </p:cBhvr>
                                    </p:animEffect>
                                  </p:childTnLst>
                                </p:cTn>
                              </p:par>
                              <p:par>
                                <p:cTn fill="hold" nodeType="withEffect" presetClass="entr" presetID="10" presetSubtype="0">
                                  <p:stCondLst>
                                    <p:cond delay="0"/>
                                  </p:stCondLst>
                                  <p:childTnLst>
                                    <p:set>
                                      <p:cBhvr>
                                        <p:cTn dur="1" fill="hold">
                                          <p:stCondLst>
                                            <p:cond delay="0"/>
                                          </p:stCondLst>
                                        </p:cTn>
                                        <p:tgtEl>
                                          <p:spTgt spid="4315"/>
                                        </p:tgtEl>
                                        <p:attrNameLst>
                                          <p:attrName>style.visibility</p:attrName>
                                        </p:attrNameLst>
                                      </p:cBhvr>
                                      <p:to>
                                        <p:strVal val="visible"/>
                                      </p:to>
                                    </p:set>
                                    <p:animEffect filter="fade" transition="in">
                                      <p:cBhvr>
                                        <p:cTn dur="500"/>
                                        <p:tgtEl>
                                          <p:spTgt spid="4315"/>
                                        </p:tgtEl>
                                      </p:cBhvr>
                                    </p:animEffect>
                                  </p:childTnLst>
                                </p:cTn>
                              </p:par>
                              <p:par>
                                <p:cTn fill="hold" nodeType="withEffect" presetClass="entr" presetID="10" presetSubtype="0">
                                  <p:stCondLst>
                                    <p:cond delay="0"/>
                                  </p:stCondLst>
                                  <p:childTnLst>
                                    <p:set>
                                      <p:cBhvr>
                                        <p:cTn dur="1" fill="hold">
                                          <p:stCondLst>
                                            <p:cond delay="0"/>
                                          </p:stCondLst>
                                        </p:cTn>
                                        <p:tgtEl>
                                          <p:spTgt spid="4333"/>
                                        </p:tgtEl>
                                        <p:attrNameLst>
                                          <p:attrName>style.visibility</p:attrName>
                                        </p:attrNameLst>
                                      </p:cBhvr>
                                      <p:to>
                                        <p:strVal val="visible"/>
                                      </p:to>
                                    </p:set>
                                    <p:animEffect filter="fade" transition="in">
                                      <p:cBhvr>
                                        <p:cTn dur="500"/>
                                        <p:tgtEl>
                                          <p:spTgt spid="4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2"/>
                                        </p:tgtEl>
                                        <p:attrNameLst>
                                          <p:attrName>style.visibility</p:attrName>
                                        </p:attrNameLst>
                                      </p:cBhvr>
                                      <p:to>
                                        <p:strVal val="visible"/>
                                      </p:to>
                                    </p:set>
                                    <p:animEffect filter="fade" transition="in">
                                      <p:cBhvr>
                                        <p:cTn dur="500"/>
                                        <p:tgtEl>
                                          <p:spTgt spid="4322"/>
                                        </p:tgtEl>
                                      </p:cBhvr>
                                    </p:animEffect>
                                  </p:childTnLst>
                                </p:cTn>
                              </p:par>
                              <p:par>
                                <p:cTn fill="hold" nodeType="withEffect" presetClass="entr" presetID="10" presetSubtype="0">
                                  <p:stCondLst>
                                    <p:cond delay="0"/>
                                  </p:stCondLst>
                                  <p:childTnLst>
                                    <p:set>
                                      <p:cBhvr>
                                        <p:cTn dur="1" fill="hold">
                                          <p:stCondLst>
                                            <p:cond delay="0"/>
                                          </p:stCondLst>
                                        </p:cTn>
                                        <p:tgtEl>
                                          <p:spTgt spid="4330"/>
                                        </p:tgtEl>
                                        <p:attrNameLst>
                                          <p:attrName>style.visibility</p:attrName>
                                        </p:attrNameLst>
                                      </p:cBhvr>
                                      <p:to>
                                        <p:strVal val="visible"/>
                                      </p:to>
                                    </p:set>
                                    <p:animEffect filter="fade" transition="in">
                                      <p:cBhvr>
                                        <p:cTn dur="500"/>
                                        <p:tgtEl>
                                          <p:spTgt spid="4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4" name="Shape 4414"/>
        <p:cNvGrpSpPr/>
        <p:nvPr/>
      </p:nvGrpSpPr>
      <p:grpSpPr>
        <a:xfrm>
          <a:off x="0" y="0"/>
          <a:ext cx="0" cy="0"/>
          <a:chOff x="0" y="0"/>
          <a:chExt cx="0" cy="0"/>
        </a:xfrm>
      </p:grpSpPr>
      <p:sp>
        <p:nvSpPr>
          <p:cNvPr id="4415" name="Google Shape;4415;p40"/>
          <p:cNvSpPr/>
          <p:nvPr/>
        </p:nvSpPr>
        <p:spPr>
          <a:xfrm>
            <a:off x="2884400" y="2782791"/>
            <a:ext cx="3475038" cy="13811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4416" name="Google Shape;4416;p40"/>
          <p:cNvCxnSpPr/>
          <p:nvPr/>
        </p:nvCxnSpPr>
        <p:spPr>
          <a:xfrm>
            <a:off x="4108363" y="3025678"/>
            <a:ext cx="1146175" cy="73025"/>
          </a:xfrm>
          <a:prstGeom prst="straightConnector1">
            <a:avLst/>
          </a:prstGeom>
          <a:noFill/>
          <a:ln cap="flat" cmpd="sng" w="15875">
            <a:solidFill>
              <a:srgbClr val="000000"/>
            </a:solidFill>
            <a:prstDash val="solid"/>
            <a:round/>
            <a:headEnd len="sm" w="sm" type="none"/>
            <a:tailEnd len="sm" w="sm" type="none"/>
          </a:ln>
        </p:spPr>
      </p:cxnSp>
      <p:cxnSp>
        <p:nvCxnSpPr>
          <p:cNvPr id="4417" name="Google Shape;4417;p40"/>
          <p:cNvCxnSpPr/>
          <p:nvPr/>
        </p:nvCxnSpPr>
        <p:spPr>
          <a:xfrm>
            <a:off x="4702088" y="3325716"/>
            <a:ext cx="130175" cy="84137"/>
          </a:xfrm>
          <a:prstGeom prst="straightConnector1">
            <a:avLst/>
          </a:prstGeom>
          <a:noFill/>
          <a:ln cap="flat" cmpd="sng" w="15875">
            <a:solidFill>
              <a:srgbClr val="000000"/>
            </a:solidFill>
            <a:prstDash val="solid"/>
            <a:round/>
            <a:headEnd len="sm" w="sm" type="none"/>
            <a:tailEnd len="sm" w="sm" type="none"/>
          </a:ln>
        </p:spPr>
      </p:cxnSp>
      <p:cxnSp>
        <p:nvCxnSpPr>
          <p:cNvPr id="4418" name="Google Shape;4418;p40"/>
          <p:cNvCxnSpPr/>
          <p:nvPr/>
        </p:nvCxnSpPr>
        <p:spPr>
          <a:xfrm flipH="1" rot="10800000">
            <a:off x="4486188" y="3530503"/>
            <a:ext cx="263525" cy="46038"/>
          </a:xfrm>
          <a:prstGeom prst="straightConnector1">
            <a:avLst/>
          </a:prstGeom>
          <a:noFill/>
          <a:ln cap="flat" cmpd="sng" w="15875">
            <a:solidFill>
              <a:srgbClr val="000000"/>
            </a:solidFill>
            <a:prstDash val="solid"/>
            <a:round/>
            <a:headEnd len="sm" w="sm" type="none"/>
            <a:tailEnd len="sm" w="sm" type="none"/>
          </a:ln>
        </p:spPr>
      </p:cxnSp>
      <p:cxnSp>
        <p:nvCxnSpPr>
          <p:cNvPr id="4419" name="Google Shape;4419;p40"/>
          <p:cNvCxnSpPr/>
          <p:nvPr/>
        </p:nvCxnSpPr>
        <p:spPr>
          <a:xfrm flipH="1" rot="10800000">
            <a:off x="4165513" y="3354291"/>
            <a:ext cx="209550" cy="109537"/>
          </a:xfrm>
          <a:prstGeom prst="straightConnector1">
            <a:avLst/>
          </a:prstGeom>
          <a:noFill/>
          <a:ln cap="flat" cmpd="sng" w="15875">
            <a:solidFill>
              <a:srgbClr val="000000"/>
            </a:solidFill>
            <a:prstDash val="solid"/>
            <a:round/>
            <a:headEnd len="sm" w="sm" type="none"/>
            <a:tailEnd len="sm" w="sm" type="none"/>
          </a:ln>
        </p:spPr>
      </p:cxnSp>
      <p:cxnSp>
        <p:nvCxnSpPr>
          <p:cNvPr id="4420" name="Google Shape;4420;p40"/>
          <p:cNvCxnSpPr/>
          <p:nvPr/>
        </p:nvCxnSpPr>
        <p:spPr>
          <a:xfrm flipH="1" rot="10800000">
            <a:off x="3827375" y="3654328"/>
            <a:ext cx="222250" cy="98425"/>
          </a:xfrm>
          <a:prstGeom prst="straightConnector1">
            <a:avLst/>
          </a:prstGeom>
          <a:noFill/>
          <a:ln cap="flat" cmpd="sng" w="15875">
            <a:solidFill>
              <a:srgbClr val="000000"/>
            </a:solidFill>
            <a:prstDash val="solid"/>
            <a:round/>
            <a:headEnd len="sm" w="sm" type="none"/>
            <a:tailEnd len="sm" w="sm" type="none"/>
          </a:ln>
        </p:spPr>
      </p:cxnSp>
      <p:cxnSp>
        <p:nvCxnSpPr>
          <p:cNvPr id="4421" name="Google Shape;4421;p40"/>
          <p:cNvCxnSpPr/>
          <p:nvPr/>
        </p:nvCxnSpPr>
        <p:spPr>
          <a:xfrm flipH="1" rot="10800000">
            <a:off x="4719550" y="3579716"/>
            <a:ext cx="273050" cy="254000"/>
          </a:xfrm>
          <a:prstGeom prst="straightConnector1">
            <a:avLst/>
          </a:prstGeom>
          <a:noFill/>
          <a:ln cap="flat" cmpd="sng" w="15875">
            <a:solidFill>
              <a:srgbClr val="000000"/>
            </a:solidFill>
            <a:prstDash val="solid"/>
            <a:round/>
            <a:headEnd len="sm" w="sm" type="none"/>
            <a:tailEnd len="sm" w="sm" type="none"/>
          </a:ln>
        </p:spPr>
      </p:cxnSp>
      <p:cxnSp>
        <p:nvCxnSpPr>
          <p:cNvPr id="4422" name="Google Shape;4422;p40"/>
          <p:cNvCxnSpPr/>
          <p:nvPr/>
        </p:nvCxnSpPr>
        <p:spPr>
          <a:xfrm rot="10800000">
            <a:off x="5251363" y="3565428"/>
            <a:ext cx="387350" cy="125413"/>
          </a:xfrm>
          <a:prstGeom prst="straightConnector1">
            <a:avLst/>
          </a:prstGeom>
          <a:noFill/>
          <a:ln cap="flat" cmpd="sng" w="15875">
            <a:solidFill>
              <a:srgbClr val="000000"/>
            </a:solidFill>
            <a:prstDash val="solid"/>
            <a:round/>
            <a:headEnd len="sm" w="sm" type="none"/>
            <a:tailEnd len="sm" w="sm" type="none"/>
          </a:ln>
        </p:spPr>
      </p:cxnSp>
      <p:cxnSp>
        <p:nvCxnSpPr>
          <p:cNvPr id="4423" name="Google Shape;4423;p40"/>
          <p:cNvCxnSpPr/>
          <p:nvPr/>
        </p:nvCxnSpPr>
        <p:spPr>
          <a:xfrm flipH="1" rot="10800000">
            <a:off x="5237075" y="3216178"/>
            <a:ext cx="307975" cy="198438"/>
          </a:xfrm>
          <a:prstGeom prst="straightConnector1">
            <a:avLst/>
          </a:prstGeom>
          <a:noFill/>
          <a:ln cap="flat" cmpd="sng" w="15875">
            <a:solidFill>
              <a:srgbClr val="000000"/>
            </a:solidFill>
            <a:prstDash val="solid"/>
            <a:round/>
            <a:headEnd len="sm" w="sm" type="none"/>
            <a:tailEnd len="sm" w="sm" type="none"/>
          </a:ln>
        </p:spPr>
      </p:cxnSp>
      <p:cxnSp>
        <p:nvCxnSpPr>
          <p:cNvPr id="4424" name="Google Shape;4424;p40"/>
          <p:cNvCxnSpPr/>
          <p:nvPr/>
        </p:nvCxnSpPr>
        <p:spPr>
          <a:xfrm rot="10800000">
            <a:off x="4109950" y="3086003"/>
            <a:ext cx="246063" cy="87313"/>
          </a:xfrm>
          <a:prstGeom prst="straightConnector1">
            <a:avLst/>
          </a:prstGeom>
          <a:noFill/>
          <a:ln cap="flat" cmpd="sng" w="15875">
            <a:solidFill>
              <a:srgbClr val="000000"/>
            </a:solidFill>
            <a:prstDash val="solid"/>
            <a:round/>
            <a:headEnd len="sm" w="sm" type="none"/>
            <a:tailEnd len="sm" w="sm" type="none"/>
          </a:ln>
        </p:spPr>
      </p:cxnSp>
      <p:sp>
        <p:nvSpPr>
          <p:cNvPr id="4425" name="Google Shape;4425;p40"/>
          <p:cNvSpPr txBox="1"/>
          <p:nvPr/>
        </p:nvSpPr>
        <p:spPr>
          <a:xfrm>
            <a:off x="3044738" y="3127278"/>
            <a:ext cx="80663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ISP A</a:t>
            </a:r>
            <a:endParaRPr b="0" i="1" sz="2400" u="none" cap="none" strike="noStrike">
              <a:solidFill>
                <a:srgbClr val="FFFFFF"/>
              </a:solidFill>
              <a:latin typeface="Calibri"/>
              <a:ea typeface="Calibri"/>
              <a:cs typeface="Calibri"/>
              <a:sym typeface="Calibri"/>
            </a:endParaRPr>
          </a:p>
        </p:txBody>
      </p:sp>
      <p:grpSp>
        <p:nvGrpSpPr>
          <p:cNvPr id="4426" name="Google Shape;4426;p40"/>
          <p:cNvGrpSpPr/>
          <p:nvPr/>
        </p:nvGrpSpPr>
        <p:grpSpPr>
          <a:xfrm>
            <a:off x="4779875" y="3395180"/>
            <a:ext cx="541338" cy="223023"/>
            <a:chOff x="7493876" y="2774731"/>
            <a:chExt cx="1481958" cy="894622"/>
          </a:xfrm>
        </p:grpSpPr>
        <p:sp>
          <p:nvSpPr>
            <p:cNvPr id="4427" name="Google Shape;4427;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428" name="Google Shape;4428;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429" name="Google Shape;4429;p40"/>
            <p:cNvGrpSpPr/>
            <p:nvPr/>
          </p:nvGrpSpPr>
          <p:grpSpPr>
            <a:xfrm>
              <a:off x="7713663" y="2848339"/>
              <a:ext cx="1042107" cy="425543"/>
              <a:chOff x="7786941" y="2884917"/>
              <a:chExt cx="897649" cy="353919"/>
            </a:xfrm>
          </p:grpSpPr>
          <p:sp>
            <p:nvSpPr>
              <p:cNvPr id="4430" name="Google Shape;4430;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31" name="Google Shape;4431;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32" name="Google Shape;4432;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33" name="Google Shape;4433;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434" name="Google Shape;4434;p40"/>
          <p:cNvGrpSpPr/>
          <p:nvPr/>
        </p:nvGrpSpPr>
        <p:grpSpPr>
          <a:xfrm>
            <a:off x="4228292" y="3150704"/>
            <a:ext cx="541338" cy="223023"/>
            <a:chOff x="7493876" y="2774731"/>
            <a:chExt cx="1481958" cy="894622"/>
          </a:xfrm>
        </p:grpSpPr>
        <p:sp>
          <p:nvSpPr>
            <p:cNvPr id="4435" name="Google Shape;4435;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436" name="Google Shape;4436;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437" name="Google Shape;4437;p40"/>
            <p:cNvGrpSpPr/>
            <p:nvPr/>
          </p:nvGrpSpPr>
          <p:grpSpPr>
            <a:xfrm>
              <a:off x="7713663" y="2848339"/>
              <a:ext cx="1042107" cy="425543"/>
              <a:chOff x="7786941" y="2884917"/>
              <a:chExt cx="897649" cy="353919"/>
            </a:xfrm>
          </p:grpSpPr>
          <p:sp>
            <p:nvSpPr>
              <p:cNvPr id="4438" name="Google Shape;4438;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39" name="Google Shape;4439;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40" name="Google Shape;4440;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41" name="Google Shape;4441;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442" name="Google Shape;4442;p40"/>
          <p:cNvGrpSpPr/>
          <p:nvPr/>
        </p:nvGrpSpPr>
        <p:grpSpPr>
          <a:xfrm>
            <a:off x="3972632" y="3451642"/>
            <a:ext cx="541338" cy="223023"/>
            <a:chOff x="7493876" y="2774731"/>
            <a:chExt cx="1481958" cy="894622"/>
          </a:xfrm>
        </p:grpSpPr>
        <p:sp>
          <p:nvSpPr>
            <p:cNvPr id="4443" name="Google Shape;4443;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444" name="Google Shape;4444;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445" name="Google Shape;4445;p40"/>
            <p:cNvGrpSpPr/>
            <p:nvPr/>
          </p:nvGrpSpPr>
          <p:grpSpPr>
            <a:xfrm>
              <a:off x="7713663" y="2848339"/>
              <a:ext cx="1042107" cy="425543"/>
              <a:chOff x="7786941" y="2884917"/>
              <a:chExt cx="897649" cy="353919"/>
            </a:xfrm>
          </p:grpSpPr>
          <p:sp>
            <p:nvSpPr>
              <p:cNvPr id="4446" name="Google Shape;4446;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47" name="Google Shape;4447;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48" name="Google Shape;4448;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49" name="Google Shape;4449;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450" name="Google Shape;4450;p40"/>
          <p:cNvSpPr/>
          <p:nvPr/>
        </p:nvSpPr>
        <p:spPr>
          <a:xfrm>
            <a:off x="2671675" y="4260753"/>
            <a:ext cx="2941638" cy="132397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4451" name="Google Shape;4451;p40"/>
          <p:cNvCxnSpPr/>
          <p:nvPr/>
        </p:nvCxnSpPr>
        <p:spPr>
          <a:xfrm>
            <a:off x="3706725" y="4494116"/>
            <a:ext cx="969963" cy="68262"/>
          </a:xfrm>
          <a:prstGeom prst="straightConnector1">
            <a:avLst/>
          </a:prstGeom>
          <a:noFill/>
          <a:ln cap="flat" cmpd="sng" w="15875">
            <a:solidFill>
              <a:srgbClr val="000000"/>
            </a:solidFill>
            <a:prstDash val="solid"/>
            <a:round/>
            <a:headEnd len="sm" w="sm" type="none"/>
            <a:tailEnd len="sm" w="sm" type="none"/>
          </a:ln>
        </p:spPr>
      </p:cxnSp>
      <p:cxnSp>
        <p:nvCxnSpPr>
          <p:cNvPr id="4452" name="Google Shape;4452;p40"/>
          <p:cNvCxnSpPr/>
          <p:nvPr/>
        </p:nvCxnSpPr>
        <p:spPr>
          <a:xfrm>
            <a:off x="4209963" y="4781453"/>
            <a:ext cx="109537" cy="79375"/>
          </a:xfrm>
          <a:prstGeom prst="straightConnector1">
            <a:avLst/>
          </a:prstGeom>
          <a:noFill/>
          <a:ln cap="flat" cmpd="sng" w="15875">
            <a:solidFill>
              <a:srgbClr val="000000"/>
            </a:solidFill>
            <a:prstDash val="solid"/>
            <a:round/>
            <a:headEnd len="sm" w="sm" type="none"/>
            <a:tailEnd len="sm" w="sm" type="none"/>
          </a:ln>
        </p:spPr>
      </p:cxnSp>
      <p:cxnSp>
        <p:nvCxnSpPr>
          <p:cNvPr id="4453" name="Google Shape;4453;p40"/>
          <p:cNvCxnSpPr/>
          <p:nvPr/>
        </p:nvCxnSpPr>
        <p:spPr>
          <a:xfrm flipH="1" rot="10800000">
            <a:off x="4027400" y="4976716"/>
            <a:ext cx="222250" cy="44450"/>
          </a:xfrm>
          <a:prstGeom prst="straightConnector1">
            <a:avLst/>
          </a:prstGeom>
          <a:noFill/>
          <a:ln cap="flat" cmpd="sng" w="15875">
            <a:solidFill>
              <a:srgbClr val="000000"/>
            </a:solidFill>
            <a:prstDash val="solid"/>
            <a:round/>
            <a:headEnd len="sm" w="sm" type="none"/>
            <a:tailEnd len="sm" w="sm" type="none"/>
          </a:ln>
        </p:spPr>
      </p:cxnSp>
      <p:cxnSp>
        <p:nvCxnSpPr>
          <p:cNvPr id="4454" name="Google Shape;4454;p40"/>
          <p:cNvCxnSpPr/>
          <p:nvPr/>
        </p:nvCxnSpPr>
        <p:spPr>
          <a:xfrm flipH="1" rot="10800000">
            <a:off x="3754350" y="4808441"/>
            <a:ext cx="177800" cy="106362"/>
          </a:xfrm>
          <a:prstGeom prst="straightConnector1">
            <a:avLst/>
          </a:prstGeom>
          <a:noFill/>
          <a:ln cap="flat" cmpd="sng" w="15875">
            <a:solidFill>
              <a:srgbClr val="000000"/>
            </a:solidFill>
            <a:prstDash val="solid"/>
            <a:round/>
            <a:headEnd len="sm" w="sm" type="none"/>
            <a:tailEnd len="sm" w="sm" type="none"/>
          </a:ln>
        </p:spPr>
      </p:cxnSp>
      <p:cxnSp>
        <p:nvCxnSpPr>
          <p:cNvPr id="4455" name="Google Shape;4455;p40"/>
          <p:cNvCxnSpPr/>
          <p:nvPr/>
        </p:nvCxnSpPr>
        <p:spPr>
          <a:xfrm flipH="1" rot="10800000">
            <a:off x="3468600" y="5095778"/>
            <a:ext cx="188913" cy="95250"/>
          </a:xfrm>
          <a:prstGeom prst="straightConnector1">
            <a:avLst/>
          </a:prstGeom>
          <a:noFill/>
          <a:ln cap="flat" cmpd="sng" w="15875">
            <a:solidFill>
              <a:srgbClr val="000000"/>
            </a:solidFill>
            <a:prstDash val="solid"/>
            <a:round/>
            <a:headEnd len="sm" w="sm" type="none"/>
            <a:tailEnd len="sm" w="sm" type="none"/>
          </a:ln>
        </p:spPr>
      </p:cxnSp>
      <p:cxnSp>
        <p:nvCxnSpPr>
          <p:cNvPr id="4456" name="Google Shape;4456;p40"/>
          <p:cNvCxnSpPr/>
          <p:nvPr/>
        </p:nvCxnSpPr>
        <p:spPr>
          <a:xfrm flipH="1" rot="10800000">
            <a:off x="4224250" y="5024341"/>
            <a:ext cx="231775" cy="244475"/>
          </a:xfrm>
          <a:prstGeom prst="straightConnector1">
            <a:avLst/>
          </a:prstGeom>
          <a:noFill/>
          <a:ln cap="flat" cmpd="sng" w="15875">
            <a:solidFill>
              <a:srgbClr val="000000"/>
            </a:solidFill>
            <a:prstDash val="solid"/>
            <a:round/>
            <a:headEnd len="sm" w="sm" type="none"/>
            <a:tailEnd len="sm" w="sm" type="none"/>
          </a:ln>
        </p:spPr>
      </p:cxnSp>
      <p:cxnSp>
        <p:nvCxnSpPr>
          <p:cNvPr id="4457" name="Google Shape;4457;p40"/>
          <p:cNvCxnSpPr/>
          <p:nvPr/>
        </p:nvCxnSpPr>
        <p:spPr>
          <a:xfrm rot="10800000">
            <a:off x="4675100" y="5011641"/>
            <a:ext cx="327025" cy="119062"/>
          </a:xfrm>
          <a:prstGeom prst="straightConnector1">
            <a:avLst/>
          </a:prstGeom>
          <a:noFill/>
          <a:ln cap="flat" cmpd="sng" w="15875">
            <a:solidFill>
              <a:srgbClr val="000000"/>
            </a:solidFill>
            <a:prstDash val="solid"/>
            <a:round/>
            <a:headEnd len="sm" w="sm" type="none"/>
            <a:tailEnd len="sm" w="sm" type="none"/>
          </a:ln>
        </p:spPr>
      </p:cxnSp>
      <p:cxnSp>
        <p:nvCxnSpPr>
          <p:cNvPr id="4458" name="Google Shape;4458;p40"/>
          <p:cNvCxnSpPr/>
          <p:nvPr/>
        </p:nvCxnSpPr>
        <p:spPr>
          <a:xfrm flipH="1" rot="10800000">
            <a:off x="4662400" y="4676678"/>
            <a:ext cx="260350" cy="188913"/>
          </a:xfrm>
          <a:prstGeom prst="straightConnector1">
            <a:avLst/>
          </a:prstGeom>
          <a:noFill/>
          <a:ln cap="flat" cmpd="sng" w="15875">
            <a:solidFill>
              <a:srgbClr val="000000"/>
            </a:solidFill>
            <a:prstDash val="solid"/>
            <a:round/>
            <a:headEnd len="sm" w="sm" type="none"/>
            <a:tailEnd len="sm" w="sm" type="none"/>
          </a:ln>
        </p:spPr>
      </p:cxnSp>
      <p:cxnSp>
        <p:nvCxnSpPr>
          <p:cNvPr id="4459" name="Google Shape;4459;p40"/>
          <p:cNvCxnSpPr/>
          <p:nvPr/>
        </p:nvCxnSpPr>
        <p:spPr>
          <a:xfrm rot="10800000">
            <a:off x="3708313" y="4551266"/>
            <a:ext cx="207962" cy="84137"/>
          </a:xfrm>
          <a:prstGeom prst="straightConnector1">
            <a:avLst/>
          </a:prstGeom>
          <a:noFill/>
          <a:ln cap="flat" cmpd="sng" w="15875">
            <a:solidFill>
              <a:srgbClr val="000000"/>
            </a:solidFill>
            <a:prstDash val="solid"/>
            <a:round/>
            <a:headEnd len="sm" w="sm" type="none"/>
            <a:tailEnd len="sm" w="sm" type="none"/>
          </a:ln>
        </p:spPr>
      </p:cxnSp>
      <p:sp>
        <p:nvSpPr>
          <p:cNvPr id="4460" name="Google Shape;4460;p40"/>
          <p:cNvSpPr txBox="1"/>
          <p:nvPr/>
        </p:nvSpPr>
        <p:spPr>
          <a:xfrm>
            <a:off x="2806613" y="4590953"/>
            <a:ext cx="78899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ISP C</a:t>
            </a:r>
            <a:endParaRPr b="0" i="1" sz="2400" u="none" cap="none" strike="noStrike">
              <a:solidFill>
                <a:srgbClr val="FFFFFF"/>
              </a:solidFill>
              <a:latin typeface="Calibri"/>
              <a:ea typeface="Calibri"/>
              <a:cs typeface="Calibri"/>
              <a:sym typeface="Calibri"/>
            </a:endParaRPr>
          </a:p>
        </p:txBody>
      </p:sp>
      <p:sp>
        <p:nvSpPr>
          <p:cNvPr id="4461" name="Google Shape;4461;p40"/>
          <p:cNvSpPr/>
          <p:nvPr/>
        </p:nvSpPr>
        <p:spPr>
          <a:xfrm>
            <a:off x="5765713" y="3706716"/>
            <a:ext cx="3219450" cy="13430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4462" name="Google Shape;4462;p40"/>
          <p:cNvCxnSpPr/>
          <p:nvPr/>
        </p:nvCxnSpPr>
        <p:spPr>
          <a:xfrm>
            <a:off x="6899188" y="3943253"/>
            <a:ext cx="1062037" cy="69850"/>
          </a:xfrm>
          <a:prstGeom prst="straightConnector1">
            <a:avLst/>
          </a:prstGeom>
          <a:noFill/>
          <a:ln cap="flat" cmpd="sng" w="15875">
            <a:solidFill>
              <a:srgbClr val="000000"/>
            </a:solidFill>
            <a:prstDash val="solid"/>
            <a:round/>
            <a:headEnd len="sm" w="sm" type="none"/>
            <a:tailEnd len="sm" w="sm" type="none"/>
          </a:ln>
        </p:spPr>
      </p:cxnSp>
      <p:cxnSp>
        <p:nvCxnSpPr>
          <p:cNvPr id="4463" name="Google Shape;4463;p40"/>
          <p:cNvCxnSpPr/>
          <p:nvPr/>
        </p:nvCxnSpPr>
        <p:spPr>
          <a:xfrm>
            <a:off x="7450050" y="4233766"/>
            <a:ext cx="120650" cy="82550"/>
          </a:xfrm>
          <a:prstGeom prst="straightConnector1">
            <a:avLst/>
          </a:prstGeom>
          <a:noFill/>
          <a:ln cap="flat" cmpd="sng" w="15875">
            <a:solidFill>
              <a:srgbClr val="000000"/>
            </a:solidFill>
            <a:prstDash val="solid"/>
            <a:round/>
            <a:headEnd len="sm" w="sm" type="none"/>
            <a:tailEnd len="sm" w="sm" type="none"/>
          </a:ln>
        </p:spPr>
      </p:cxnSp>
      <p:cxnSp>
        <p:nvCxnSpPr>
          <p:cNvPr id="4464" name="Google Shape;4464;p40"/>
          <p:cNvCxnSpPr/>
          <p:nvPr/>
        </p:nvCxnSpPr>
        <p:spPr>
          <a:xfrm flipH="1" rot="10800000">
            <a:off x="7250025" y="4433791"/>
            <a:ext cx="242888" cy="44450"/>
          </a:xfrm>
          <a:prstGeom prst="straightConnector1">
            <a:avLst/>
          </a:prstGeom>
          <a:noFill/>
          <a:ln cap="flat" cmpd="sng" w="15875">
            <a:solidFill>
              <a:srgbClr val="000000"/>
            </a:solidFill>
            <a:prstDash val="solid"/>
            <a:round/>
            <a:headEnd len="sm" w="sm" type="none"/>
            <a:tailEnd len="sm" w="sm" type="none"/>
          </a:ln>
        </p:spPr>
      </p:cxnSp>
      <p:cxnSp>
        <p:nvCxnSpPr>
          <p:cNvPr id="4465" name="Google Shape;4465;p40"/>
          <p:cNvCxnSpPr/>
          <p:nvPr/>
        </p:nvCxnSpPr>
        <p:spPr>
          <a:xfrm flipH="1" rot="10800000">
            <a:off x="6951575" y="4262341"/>
            <a:ext cx="195263" cy="106362"/>
          </a:xfrm>
          <a:prstGeom prst="straightConnector1">
            <a:avLst/>
          </a:prstGeom>
          <a:noFill/>
          <a:ln cap="flat" cmpd="sng" w="15875">
            <a:solidFill>
              <a:srgbClr val="000000"/>
            </a:solidFill>
            <a:prstDash val="solid"/>
            <a:round/>
            <a:headEnd len="sm" w="sm" type="none"/>
            <a:tailEnd len="sm" w="sm" type="none"/>
          </a:ln>
        </p:spPr>
      </p:cxnSp>
      <p:cxnSp>
        <p:nvCxnSpPr>
          <p:cNvPr id="4466" name="Google Shape;4466;p40"/>
          <p:cNvCxnSpPr/>
          <p:nvPr/>
        </p:nvCxnSpPr>
        <p:spPr>
          <a:xfrm flipH="1" rot="10800000">
            <a:off x="6638838" y="4554441"/>
            <a:ext cx="206375" cy="95250"/>
          </a:xfrm>
          <a:prstGeom prst="straightConnector1">
            <a:avLst/>
          </a:prstGeom>
          <a:noFill/>
          <a:ln cap="flat" cmpd="sng" w="15875">
            <a:solidFill>
              <a:srgbClr val="000000"/>
            </a:solidFill>
            <a:prstDash val="solid"/>
            <a:round/>
            <a:headEnd len="sm" w="sm" type="none"/>
            <a:tailEnd len="sm" w="sm" type="none"/>
          </a:ln>
        </p:spPr>
      </p:cxnSp>
      <p:cxnSp>
        <p:nvCxnSpPr>
          <p:cNvPr id="4467" name="Google Shape;4467;p40"/>
          <p:cNvCxnSpPr/>
          <p:nvPr/>
        </p:nvCxnSpPr>
        <p:spPr>
          <a:xfrm flipH="1" rot="10800000">
            <a:off x="7465925" y="4481416"/>
            <a:ext cx="254000" cy="247650"/>
          </a:xfrm>
          <a:prstGeom prst="straightConnector1">
            <a:avLst/>
          </a:prstGeom>
          <a:noFill/>
          <a:ln cap="flat" cmpd="sng" w="15875">
            <a:solidFill>
              <a:srgbClr val="000000"/>
            </a:solidFill>
            <a:prstDash val="solid"/>
            <a:round/>
            <a:headEnd len="sm" w="sm" type="none"/>
            <a:tailEnd len="sm" w="sm" type="none"/>
          </a:ln>
        </p:spPr>
      </p:cxnSp>
      <p:cxnSp>
        <p:nvCxnSpPr>
          <p:cNvPr id="4468" name="Google Shape;4468;p40"/>
          <p:cNvCxnSpPr/>
          <p:nvPr/>
        </p:nvCxnSpPr>
        <p:spPr>
          <a:xfrm rot="10800000">
            <a:off x="7929475" y="4460778"/>
            <a:ext cx="358775" cy="120650"/>
          </a:xfrm>
          <a:prstGeom prst="straightConnector1">
            <a:avLst/>
          </a:prstGeom>
          <a:noFill/>
          <a:ln cap="flat" cmpd="sng" w="15875">
            <a:solidFill>
              <a:srgbClr val="000000"/>
            </a:solidFill>
            <a:prstDash val="solid"/>
            <a:round/>
            <a:headEnd len="sm" w="sm" type="none"/>
            <a:tailEnd len="sm" w="sm" type="none"/>
          </a:ln>
        </p:spPr>
      </p:cxnSp>
      <p:cxnSp>
        <p:nvCxnSpPr>
          <p:cNvPr id="4469" name="Google Shape;4469;p40"/>
          <p:cNvCxnSpPr/>
          <p:nvPr/>
        </p:nvCxnSpPr>
        <p:spPr>
          <a:xfrm flipH="1" rot="10800000">
            <a:off x="7945350" y="4127403"/>
            <a:ext cx="285750" cy="192088"/>
          </a:xfrm>
          <a:prstGeom prst="straightConnector1">
            <a:avLst/>
          </a:prstGeom>
          <a:noFill/>
          <a:ln cap="flat" cmpd="sng" w="15875">
            <a:solidFill>
              <a:srgbClr val="000000"/>
            </a:solidFill>
            <a:prstDash val="solid"/>
            <a:round/>
            <a:headEnd len="sm" w="sm" type="none"/>
            <a:tailEnd len="sm" w="sm" type="none"/>
          </a:ln>
        </p:spPr>
      </p:cxnSp>
      <p:cxnSp>
        <p:nvCxnSpPr>
          <p:cNvPr id="4470" name="Google Shape;4470;p40"/>
          <p:cNvCxnSpPr/>
          <p:nvPr/>
        </p:nvCxnSpPr>
        <p:spPr>
          <a:xfrm rot="10800000">
            <a:off x="6900775" y="4000403"/>
            <a:ext cx="227013" cy="85725"/>
          </a:xfrm>
          <a:prstGeom prst="straightConnector1">
            <a:avLst/>
          </a:prstGeom>
          <a:noFill/>
          <a:ln cap="flat" cmpd="sng" w="15875">
            <a:solidFill>
              <a:srgbClr val="000000"/>
            </a:solidFill>
            <a:prstDash val="solid"/>
            <a:round/>
            <a:headEnd len="sm" w="sm" type="none"/>
            <a:tailEnd len="sm" w="sm" type="none"/>
          </a:ln>
        </p:spPr>
      </p:cxnSp>
      <p:sp>
        <p:nvSpPr>
          <p:cNvPr id="4471" name="Google Shape;4471;p40"/>
          <p:cNvSpPr txBox="1"/>
          <p:nvPr/>
        </p:nvSpPr>
        <p:spPr>
          <a:xfrm>
            <a:off x="5914938" y="4040091"/>
            <a:ext cx="79541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ISP B</a:t>
            </a:r>
            <a:endParaRPr b="0" i="1" sz="2400" u="none" cap="none" strike="noStrike">
              <a:solidFill>
                <a:srgbClr val="FFFFFF"/>
              </a:solidFill>
              <a:latin typeface="Calibri"/>
              <a:ea typeface="Calibri"/>
              <a:cs typeface="Calibri"/>
              <a:sym typeface="Calibri"/>
            </a:endParaRPr>
          </a:p>
        </p:txBody>
      </p:sp>
      <p:cxnSp>
        <p:nvCxnSpPr>
          <p:cNvPr id="4472" name="Google Shape;4472;p40"/>
          <p:cNvCxnSpPr/>
          <p:nvPr/>
        </p:nvCxnSpPr>
        <p:spPr>
          <a:xfrm>
            <a:off x="3533688" y="2666903"/>
            <a:ext cx="238125" cy="261938"/>
          </a:xfrm>
          <a:prstGeom prst="straightConnector1">
            <a:avLst/>
          </a:prstGeom>
          <a:noFill/>
          <a:ln cap="flat" cmpd="sng" w="9525">
            <a:solidFill>
              <a:srgbClr val="000000"/>
            </a:solidFill>
            <a:prstDash val="solid"/>
            <a:round/>
            <a:headEnd len="sm" w="sm" type="none"/>
            <a:tailEnd len="sm" w="sm" type="none"/>
          </a:ln>
        </p:spPr>
      </p:cxnSp>
      <p:cxnSp>
        <p:nvCxnSpPr>
          <p:cNvPr id="4473" name="Google Shape;4473;p40"/>
          <p:cNvCxnSpPr/>
          <p:nvPr/>
        </p:nvCxnSpPr>
        <p:spPr>
          <a:xfrm>
            <a:off x="5067213" y="2468466"/>
            <a:ext cx="307975" cy="573087"/>
          </a:xfrm>
          <a:prstGeom prst="straightConnector1">
            <a:avLst/>
          </a:prstGeom>
          <a:noFill/>
          <a:ln cap="flat" cmpd="sng" w="9525">
            <a:solidFill>
              <a:srgbClr val="000000"/>
            </a:solidFill>
            <a:prstDash val="solid"/>
            <a:round/>
            <a:headEnd len="sm" w="sm" type="none"/>
            <a:tailEnd len="sm" w="sm" type="none"/>
          </a:ln>
        </p:spPr>
      </p:cxnSp>
      <p:cxnSp>
        <p:nvCxnSpPr>
          <p:cNvPr id="4474" name="Google Shape;4474;p40"/>
          <p:cNvCxnSpPr/>
          <p:nvPr/>
        </p:nvCxnSpPr>
        <p:spPr>
          <a:xfrm flipH="1">
            <a:off x="5576800" y="2446241"/>
            <a:ext cx="384175" cy="579437"/>
          </a:xfrm>
          <a:prstGeom prst="straightConnector1">
            <a:avLst/>
          </a:prstGeom>
          <a:noFill/>
          <a:ln cap="flat" cmpd="sng" w="9525">
            <a:solidFill>
              <a:srgbClr val="000000"/>
            </a:solidFill>
            <a:prstDash val="solid"/>
            <a:round/>
            <a:headEnd len="sm" w="sm" type="none"/>
            <a:tailEnd len="sm" w="sm" type="none"/>
          </a:ln>
        </p:spPr>
      </p:cxnSp>
      <p:cxnSp>
        <p:nvCxnSpPr>
          <p:cNvPr id="4475" name="Google Shape;4475;p40"/>
          <p:cNvCxnSpPr/>
          <p:nvPr/>
        </p:nvCxnSpPr>
        <p:spPr>
          <a:xfrm>
            <a:off x="7921538" y="2957416"/>
            <a:ext cx="215900" cy="1046162"/>
          </a:xfrm>
          <a:prstGeom prst="straightConnector1">
            <a:avLst/>
          </a:prstGeom>
          <a:noFill/>
          <a:ln cap="flat" cmpd="sng" w="9525">
            <a:solidFill>
              <a:srgbClr val="000000"/>
            </a:solidFill>
            <a:prstDash val="solid"/>
            <a:round/>
            <a:headEnd len="sm" w="sm" type="none"/>
            <a:tailEnd len="sm" w="sm" type="none"/>
          </a:ln>
        </p:spPr>
      </p:cxnSp>
      <p:cxnSp>
        <p:nvCxnSpPr>
          <p:cNvPr id="4476" name="Google Shape;4476;p40"/>
          <p:cNvCxnSpPr/>
          <p:nvPr/>
        </p:nvCxnSpPr>
        <p:spPr>
          <a:xfrm flipH="1">
            <a:off x="8288250" y="3308253"/>
            <a:ext cx="241300" cy="692150"/>
          </a:xfrm>
          <a:prstGeom prst="straightConnector1">
            <a:avLst/>
          </a:prstGeom>
          <a:noFill/>
          <a:ln cap="flat" cmpd="sng" w="9525">
            <a:solidFill>
              <a:srgbClr val="000000"/>
            </a:solidFill>
            <a:prstDash val="solid"/>
            <a:round/>
            <a:headEnd len="sm" w="sm" type="none"/>
            <a:tailEnd len="sm" w="sm" type="none"/>
          </a:ln>
        </p:spPr>
      </p:cxnSp>
      <p:cxnSp>
        <p:nvCxnSpPr>
          <p:cNvPr id="4477" name="Google Shape;4477;p40"/>
          <p:cNvCxnSpPr/>
          <p:nvPr/>
        </p:nvCxnSpPr>
        <p:spPr>
          <a:xfrm rot="10800000">
            <a:off x="8605750" y="4630641"/>
            <a:ext cx="796925" cy="614362"/>
          </a:xfrm>
          <a:prstGeom prst="straightConnector1">
            <a:avLst/>
          </a:prstGeom>
          <a:noFill/>
          <a:ln cap="flat" cmpd="sng" w="9525">
            <a:solidFill>
              <a:srgbClr val="000000"/>
            </a:solidFill>
            <a:prstDash val="solid"/>
            <a:round/>
            <a:headEnd len="sm" w="sm" type="none"/>
            <a:tailEnd len="sm" w="sm" type="none"/>
          </a:ln>
        </p:spPr>
      </p:cxnSp>
      <p:cxnSp>
        <p:nvCxnSpPr>
          <p:cNvPr id="4478" name="Google Shape;4478;p40"/>
          <p:cNvCxnSpPr/>
          <p:nvPr/>
        </p:nvCxnSpPr>
        <p:spPr>
          <a:xfrm flipH="1" rot="10800000">
            <a:off x="2941550" y="5218016"/>
            <a:ext cx="401638" cy="209550"/>
          </a:xfrm>
          <a:prstGeom prst="straightConnector1">
            <a:avLst/>
          </a:prstGeom>
          <a:noFill/>
          <a:ln cap="flat" cmpd="sng" w="9525">
            <a:solidFill>
              <a:srgbClr val="000000"/>
            </a:solidFill>
            <a:prstDash val="solid"/>
            <a:round/>
            <a:headEnd len="sm" w="sm" type="none"/>
            <a:tailEnd len="sm" w="sm" type="none"/>
          </a:ln>
        </p:spPr>
      </p:cxnSp>
      <p:cxnSp>
        <p:nvCxnSpPr>
          <p:cNvPr id="4479" name="Google Shape;4479;p40"/>
          <p:cNvCxnSpPr/>
          <p:nvPr/>
        </p:nvCxnSpPr>
        <p:spPr>
          <a:xfrm>
            <a:off x="2535150" y="5075141"/>
            <a:ext cx="450850" cy="115887"/>
          </a:xfrm>
          <a:prstGeom prst="straightConnector1">
            <a:avLst/>
          </a:prstGeom>
          <a:noFill/>
          <a:ln cap="flat" cmpd="sng" w="9525">
            <a:solidFill>
              <a:srgbClr val="000000"/>
            </a:solidFill>
            <a:prstDash val="solid"/>
            <a:round/>
            <a:headEnd len="sm" w="sm" type="none"/>
            <a:tailEnd len="sm" w="sm" type="none"/>
          </a:ln>
        </p:spPr>
      </p:cxnSp>
      <p:cxnSp>
        <p:nvCxnSpPr>
          <p:cNvPr id="4480" name="Google Shape;4480;p40"/>
          <p:cNvCxnSpPr/>
          <p:nvPr/>
        </p:nvCxnSpPr>
        <p:spPr>
          <a:xfrm rot="10800000">
            <a:off x="7646900" y="4779866"/>
            <a:ext cx="1047750" cy="966787"/>
          </a:xfrm>
          <a:prstGeom prst="straightConnector1">
            <a:avLst/>
          </a:prstGeom>
          <a:noFill/>
          <a:ln cap="flat" cmpd="sng" w="9525">
            <a:solidFill>
              <a:srgbClr val="000000"/>
            </a:solidFill>
            <a:prstDash val="solid"/>
            <a:round/>
            <a:headEnd len="sm" w="sm" type="none"/>
            <a:tailEnd len="sm" w="sm" type="none"/>
          </a:ln>
        </p:spPr>
      </p:cxnSp>
      <p:cxnSp>
        <p:nvCxnSpPr>
          <p:cNvPr id="4481" name="Google Shape;4481;p40"/>
          <p:cNvCxnSpPr/>
          <p:nvPr/>
        </p:nvCxnSpPr>
        <p:spPr>
          <a:xfrm flipH="1">
            <a:off x="8716875" y="4368703"/>
            <a:ext cx="541338" cy="249238"/>
          </a:xfrm>
          <a:prstGeom prst="straightConnector1">
            <a:avLst/>
          </a:prstGeom>
          <a:noFill/>
          <a:ln cap="flat" cmpd="sng" w="9525">
            <a:solidFill>
              <a:srgbClr val="000000"/>
            </a:solidFill>
            <a:prstDash val="solid"/>
            <a:round/>
            <a:headEnd len="sm" w="sm" type="none"/>
            <a:tailEnd len="sm" w="sm" type="none"/>
          </a:ln>
        </p:spPr>
      </p:cxnSp>
      <p:grpSp>
        <p:nvGrpSpPr>
          <p:cNvPr id="4482" name="Google Shape;4482;p40"/>
          <p:cNvGrpSpPr/>
          <p:nvPr/>
        </p:nvGrpSpPr>
        <p:grpSpPr>
          <a:xfrm>
            <a:off x="5192625" y="3007829"/>
            <a:ext cx="541338" cy="223023"/>
            <a:chOff x="7493876" y="2774731"/>
            <a:chExt cx="1481958" cy="894622"/>
          </a:xfrm>
        </p:grpSpPr>
        <p:sp>
          <p:nvSpPr>
            <p:cNvPr id="4483" name="Google Shape;4483;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484" name="Google Shape;4484;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485" name="Google Shape;4485;p40"/>
            <p:cNvGrpSpPr/>
            <p:nvPr/>
          </p:nvGrpSpPr>
          <p:grpSpPr>
            <a:xfrm>
              <a:off x="7713663" y="2848339"/>
              <a:ext cx="1042107" cy="425543"/>
              <a:chOff x="7786941" y="2884917"/>
              <a:chExt cx="897649" cy="353919"/>
            </a:xfrm>
          </p:grpSpPr>
          <p:sp>
            <p:nvSpPr>
              <p:cNvPr id="4486" name="Google Shape;4486;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87" name="Google Shape;4487;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88" name="Google Shape;4488;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89" name="Google Shape;4489;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490" name="Google Shape;4490;p40"/>
          <p:cNvGrpSpPr/>
          <p:nvPr/>
        </p:nvGrpSpPr>
        <p:grpSpPr>
          <a:xfrm>
            <a:off x="3621872" y="2908203"/>
            <a:ext cx="541338" cy="223023"/>
            <a:chOff x="7493876" y="2774731"/>
            <a:chExt cx="1481958" cy="894622"/>
          </a:xfrm>
        </p:grpSpPr>
        <p:sp>
          <p:nvSpPr>
            <p:cNvPr id="4491" name="Google Shape;4491;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492" name="Google Shape;4492;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493" name="Google Shape;4493;p40"/>
            <p:cNvGrpSpPr/>
            <p:nvPr/>
          </p:nvGrpSpPr>
          <p:grpSpPr>
            <a:xfrm>
              <a:off x="7713663" y="2848339"/>
              <a:ext cx="1042107" cy="425543"/>
              <a:chOff x="7786941" y="2884917"/>
              <a:chExt cx="897649" cy="353919"/>
            </a:xfrm>
          </p:grpSpPr>
          <p:sp>
            <p:nvSpPr>
              <p:cNvPr id="4494" name="Google Shape;4494;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95" name="Google Shape;4495;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96" name="Google Shape;4496;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97" name="Google Shape;4497;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498" name="Google Shape;4498;p40"/>
          <p:cNvGrpSpPr/>
          <p:nvPr/>
        </p:nvGrpSpPr>
        <p:grpSpPr>
          <a:xfrm>
            <a:off x="8182681" y="4501444"/>
            <a:ext cx="541338" cy="223023"/>
            <a:chOff x="7493876" y="2774731"/>
            <a:chExt cx="1481958" cy="894622"/>
          </a:xfrm>
        </p:grpSpPr>
        <p:sp>
          <p:nvSpPr>
            <p:cNvPr id="4499" name="Google Shape;4499;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500" name="Google Shape;4500;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501" name="Google Shape;4501;p40"/>
            <p:cNvGrpSpPr/>
            <p:nvPr/>
          </p:nvGrpSpPr>
          <p:grpSpPr>
            <a:xfrm>
              <a:off x="7713663" y="2848339"/>
              <a:ext cx="1042107" cy="425543"/>
              <a:chOff x="7786941" y="2884917"/>
              <a:chExt cx="897649" cy="353919"/>
            </a:xfrm>
          </p:grpSpPr>
          <p:sp>
            <p:nvSpPr>
              <p:cNvPr id="4502" name="Google Shape;4502;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03" name="Google Shape;4503;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04" name="Google Shape;4504;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05" name="Google Shape;4505;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06" name="Google Shape;4506;p40"/>
          <p:cNvGrpSpPr/>
          <p:nvPr/>
        </p:nvGrpSpPr>
        <p:grpSpPr>
          <a:xfrm>
            <a:off x="7469673" y="4278623"/>
            <a:ext cx="541338" cy="223023"/>
            <a:chOff x="7493876" y="2774731"/>
            <a:chExt cx="1481958" cy="894622"/>
          </a:xfrm>
        </p:grpSpPr>
        <p:sp>
          <p:nvSpPr>
            <p:cNvPr id="4507" name="Google Shape;4507;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508" name="Google Shape;4508;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509" name="Google Shape;4509;p40"/>
            <p:cNvGrpSpPr/>
            <p:nvPr/>
          </p:nvGrpSpPr>
          <p:grpSpPr>
            <a:xfrm>
              <a:off x="7713663" y="2848339"/>
              <a:ext cx="1042107" cy="425543"/>
              <a:chOff x="7786941" y="2884917"/>
              <a:chExt cx="897649" cy="353919"/>
            </a:xfrm>
          </p:grpSpPr>
          <p:sp>
            <p:nvSpPr>
              <p:cNvPr id="4510" name="Google Shape;4510;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11" name="Google Shape;4511;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12" name="Google Shape;4512;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13" name="Google Shape;4513;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14" name="Google Shape;4514;p40"/>
          <p:cNvGrpSpPr/>
          <p:nvPr/>
        </p:nvGrpSpPr>
        <p:grpSpPr>
          <a:xfrm>
            <a:off x="6979356" y="4059569"/>
            <a:ext cx="541338" cy="223023"/>
            <a:chOff x="7493876" y="2774731"/>
            <a:chExt cx="1481958" cy="894622"/>
          </a:xfrm>
        </p:grpSpPr>
        <p:sp>
          <p:nvSpPr>
            <p:cNvPr id="4515" name="Google Shape;4515;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516" name="Google Shape;4516;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517" name="Google Shape;4517;p40"/>
            <p:cNvGrpSpPr/>
            <p:nvPr/>
          </p:nvGrpSpPr>
          <p:grpSpPr>
            <a:xfrm>
              <a:off x="7713663" y="2848339"/>
              <a:ext cx="1042107" cy="425543"/>
              <a:chOff x="7786941" y="2884917"/>
              <a:chExt cx="897649" cy="353919"/>
            </a:xfrm>
          </p:grpSpPr>
          <p:sp>
            <p:nvSpPr>
              <p:cNvPr id="4518" name="Google Shape;4518;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19" name="Google Shape;4519;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20" name="Google Shape;4520;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21" name="Google Shape;4521;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22" name="Google Shape;4522;p40"/>
          <p:cNvGrpSpPr/>
          <p:nvPr/>
        </p:nvGrpSpPr>
        <p:grpSpPr>
          <a:xfrm>
            <a:off x="6723616" y="4366729"/>
            <a:ext cx="541338" cy="223023"/>
            <a:chOff x="7493876" y="2774731"/>
            <a:chExt cx="1481958" cy="894622"/>
          </a:xfrm>
        </p:grpSpPr>
        <p:sp>
          <p:nvSpPr>
            <p:cNvPr id="4523" name="Google Shape;4523;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524" name="Google Shape;4524;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525" name="Google Shape;4525;p40"/>
            <p:cNvGrpSpPr/>
            <p:nvPr/>
          </p:nvGrpSpPr>
          <p:grpSpPr>
            <a:xfrm>
              <a:off x="7713663" y="2848339"/>
              <a:ext cx="1042107" cy="425543"/>
              <a:chOff x="7786941" y="2884917"/>
              <a:chExt cx="897649" cy="353919"/>
            </a:xfrm>
          </p:grpSpPr>
          <p:sp>
            <p:nvSpPr>
              <p:cNvPr id="4526" name="Google Shape;4526;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27" name="Google Shape;4527;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28" name="Google Shape;4528;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29" name="Google Shape;4529;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30" name="Google Shape;4530;p40"/>
          <p:cNvGrpSpPr/>
          <p:nvPr/>
        </p:nvGrpSpPr>
        <p:grpSpPr>
          <a:xfrm>
            <a:off x="7291037" y="4658009"/>
            <a:ext cx="541338" cy="223023"/>
            <a:chOff x="7493876" y="2774731"/>
            <a:chExt cx="1481958" cy="894622"/>
          </a:xfrm>
        </p:grpSpPr>
        <p:sp>
          <p:nvSpPr>
            <p:cNvPr id="4531" name="Google Shape;4531;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532" name="Google Shape;4532;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533" name="Google Shape;4533;p40"/>
            <p:cNvGrpSpPr/>
            <p:nvPr/>
          </p:nvGrpSpPr>
          <p:grpSpPr>
            <a:xfrm>
              <a:off x="7713663" y="2848339"/>
              <a:ext cx="1042107" cy="425543"/>
              <a:chOff x="7786941" y="2884917"/>
              <a:chExt cx="897649" cy="353919"/>
            </a:xfrm>
          </p:grpSpPr>
          <p:sp>
            <p:nvSpPr>
              <p:cNvPr id="4534" name="Google Shape;4534;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35" name="Google Shape;4535;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36" name="Google Shape;4536;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37" name="Google Shape;4537;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38" name="Google Shape;4538;p40"/>
          <p:cNvGrpSpPr/>
          <p:nvPr/>
        </p:nvGrpSpPr>
        <p:grpSpPr>
          <a:xfrm>
            <a:off x="4220281" y="4826836"/>
            <a:ext cx="541338" cy="223023"/>
            <a:chOff x="7493876" y="2774731"/>
            <a:chExt cx="1481958" cy="894622"/>
          </a:xfrm>
        </p:grpSpPr>
        <p:sp>
          <p:nvSpPr>
            <p:cNvPr id="4539" name="Google Shape;4539;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540" name="Google Shape;4540;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541" name="Google Shape;4541;p40"/>
            <p:cNvGrpSpPr/>
            <p:nvPr/>
          </p:nvGrpSpPr>
          <p:grpSpPr>
            <a:xfrm>
              <a:off x="7713663" y="2848339"/>
              <a:ext cx="1042107" cy="425543"/>
              <a:chOff x="7786941" y="2884917"/>
              <a:chExt cx="897649" cy="353919"/>
            </a:xfrm>
          </p:grpSpPr>
          <p:sp>
            <p:nvSpPr>
              <p:cNvPr id="4542" name="Google Shape;4542;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43" name="Google Shape;4543;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44" name="Google Shape;4544;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45" name="Google Shape;4545;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46" name="Google Shape;4546;p40"/>
          <p:cNvGrpSpPr/>
          <p:nvPr/>
        </p:nvGrpSpPr>
        <p:grpSpPr>
          <a:xfrm>
            <a:off x="3740086" y="4631455"/>
            <a:ext cx="541338" cy="223023"/>
            <a:chOff x="7493876" y="2774731"/>
            <a:chExt cx="1481958" cy="894622"/>
          </a:xfrm>
        </p:grpSpPr>
        <p:sp>
          <p:nvSpPr>
            <p:cNvPr id="4547" name="Google Shape;4547;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548" name="Google Shape;4548;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549" name="Google Shape;4549;p40"/>
            <p:cNvGrpSpPr/>
            <p:nvPr/>
          </p:nvGrpSpPr>
          <p:grpSpPr>
            <a:xfrm>
              <a:off x="7713663" y="2848339"/>
              <a:ext cx="1042107" cy="425543"/>
              <a:chOff x="7786941" y="2884917"/>
              <a:chExt cx="897649" cy="353919"/>
            </a:xfrm>
          </p:grpSpPr>
          <p:sp>
            <p:nvSpPr>
              <p:cNvPr id="4550" name="Google Shape;4550;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1" name="Google Shape;4551;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2" name="Google Shape;4552;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3" name="Google Shape;4553;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54" name="Google Shape;4554;p40"/>
          <p:cNvGrpSpPr/>
          <p:nvPr/>
        </p:nvGrpSpPr>
        <p:grpSpPr>
          <a:xfrm>
            <a:off x="3500746" y="4902845"/>
            <a:ext cx="541338" cy="223023"/>
            <a:chOff x="7493876" y="2774731"/>
            <a:chExt cx="1481958" cy="894622"/>
          </a:xfrm>
        </p:grpSpPr>
        <p:sp>
          <p:nvSpPr>
            <p:cNvPr id="4555" name="Google Shape;4555;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556" name="Google Shape;4556;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557" name="Google Shape;4557;p40"/>
            <p:cNvGrpSpPr/>
            <p:nvPr/>
          </p:nvGrpSpPr>
          <p:grpSpPr>
            <a:xfrm>
              <a:off x="7713663" y="2848339"/>
              <a:ext cx="1042107" cy="425543"/>
              <a:chOff x="7786941" y="2884917"/>
              <a:chExt cx="897649" cy="353919"/>
            </a:xfrm>
          </p:grpSpPr>
          <p:sp>
            <p:nvSpPr>
              <p:cNvPr id="4558" name="Google Shape;4558;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59" name="Google Shape;4559;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0" name="Google Shape;4560;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1" name="Google Shape;4561;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62" name="Google Shape;4562;p40"/>
          <p:cNvGrpSpPr/>
          <p:nvPr/>
        </p:nvGrpSpPr>
        <p:grpSpPr>
          <a:xfrm>
            <a:off x="2989969" y="5089246"/>
            <a:ext cx="541338" cy="223023"/>
            <a:chOff x="7493876" y="2774731"/>
            <a:chExt cx="1481958" cy="894622"/>
          </a:xfrm>
        </p:grpSpPr>
        <p:sp>
          <p:nvSpPr>
            <p:cNvPr id="4563" name="Google Shape;4563;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564" name="Google Shape;4564;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565" name="Google Shape;4565;p40"/>
            <p:cNvGrpSpPr/>
            <p:nvPr/>
          </p:nvGrpSpPr>
          <p:grpSpPr>
            <a:xfrm>
              <a:off x="7713663" y="2848339"/>
              <a:ext cx="1042107" cy="425543"/>
              <a:chOff x="7786941" y="2884917"/>
              <a:chExt cx="897649" cy="353919"/>
            </a:xfrm>
          </p:grpSpPr>
          <p:sp>
            <p:nvSpPr>
              <p:cNvPr id="4566" name="Google Shape;4566;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7" name="Google Shape;4567;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8" name="Google Shape;4568;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9" name="Google Shape;4569;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70" name="Google Shape;4570;p40"/>
          <p:cNvGrpSpPr/>
          <p:nvPr/>
        </p:nvGrpSpPr>
        <p:grpSpPr>
          <a:xfrm>
            <a:off x="4023882" y="5178456"/>
            <a:ext cx="541338" cy="223023"/>
            <a:chOff x="7493876" y="2774731"/>
            <a:chExt cx="1481958" cy="894622"/>
          </a:xfrm>
        </p:grpSpPr>
        <p:sp>
          <p:nvSpPr>
            <p:cNvPr id="4571" name="Google Shape;4571;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572" name="Google Shape;4572;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573" name="Google Shape;4573;p40"/>
            <p:cNvGrpSpPr/>
            <p:nvPr/>
          </p:nvGrpSpPr>
          <p:grpSpPr>
            <a:xfrm>
              <a:off x="7713663" y="2848339"/>
              <a:ext cx="1042107" cy="425543"/>
              <a:chOff x="7786941" y="2884917"/>
              <a:chExt cx="897649" cy="353919"/>
            </a:xfrm>
          </p:grpSpPr>
          <p:sp>
            <p:nvSpPr>
              <p:cNvPr id="4574" name="Google Shape;4574;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5" name="Google Shape;4575;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6" name="Google Shape;4576;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7" name="Google Shape;4577;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578" name="Google Shape;4578;p40"/>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grpSp>
        <p:nvGrpSpPr>
          <p:cNvPr id="4579" name="Google Shape;4579;p40"/>
          <p:cNvGrpSpPr/>
          <p:nvPr/>
        </p:nvGrpSpPr>
        <p:grpSpPr>
          <a:xfrm>
            <a:off x="2994584" y="2310458"/>
            <a:ext cx="648509" cy="418221"/>
            <a:chOff x="3053396" y="4304255"/>
            <a:chExt cx="648422" cy="418253"/>
          </a:xfrm>
        </p:grpSpPr>
        <p:sp>
          <p:nvSpPr>
            <p:cNvPr id="4580" name="Google Shape;4580;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81" name="Google Shape;4581;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582" name="Google Shape;4582;p40"/>
          <p:cNvGrpSpPr/>
          <p:nvPr/>
        </p:nvGrpSpPr>
        <p:grpSpPr>
          <a:xfrm>
            <a:off x="7503691" y="2564438"/>
            <a:ext cx="648509" cy="418221"/>
            <a:chOff x="3053396" y="4304255"/>
            <a:chExt cx="648422" cy="418253"/>
          </a:xfrm>
        </p:grpSpPr>
        <p:sp>
          <p:nvSpPr>
            <p:cNvPr id="4583" name="Google Shape;4583;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84" name="Google Shape;4584;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585" name="Google Shape;4585;p40"/>
          <p:cNvGrpSpPr/>
          <p:nvPr/>
        </p:nvGrpSpPr>
        <p:grpSpPr>
          <a:xfrm>
            <a:off x="2410305" y="5421718"/>
            <a:ext cx="648509" cy="418221"/>
            <a:chOff x="3053396" y="4304255"/>
            <a:chExt cx="648422" cy="418253"/>
          </a:xfrm>
        </p:grpSpPr>
        <p:sp>
          <p:nvSpPr>
            <p:cNvPr id="4586" name="Google Shape;4586;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87" name="Google Shape;4587;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588" name="Google Shape;4588;p40"/>
          <p:cNvGrpSpPr/>
          <p:nvPr/>
        </p:nvGrpSpPr>
        <p:grpSpPr>
          <a:xfrm>
            <a:off x="1991149" y="4799466"/>
            <a:ext cx="648509" cy="418221"/>
            <a:chOff x="3053396" y="4304255"/>
            <a:chExt cx="648422" cy="418253"/>
          </a:xfrm>
        </p:grpSpPr>
        <p:sp>
          <p:nvSpPr>
            <p:cNvPr id="4589" name="Google Shape;4589;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90" name="Google Shape;4590;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591" name="Google Shape;4591;p40"/>
          <p:cNvGrpSpPr/>
          <p:nvPr/>
        </p:nvGrpSpPr>
        <p:grpSpPr>
          <a:xfrm>
            <a:off x="1762518" y="4139117"/>
            <a:ext cx="648509" cy="418221"/>
            <a:chOff x="3053396" y="4304255"/>
            <a:chExt cx="648422" cy="418253"/>
          </a:xfrm>
        </p:grpSpPr>
        <p:sp>
          <p:nvSpPr>
            <p:cNvPr id="4592" name="Google Shape;4592;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93" name="Google Shape;4593;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594" name="Google Shape;4594;p40"/>
          <p:cNvGrpSpPr/>
          <p:nvPr/>
        </p:nvGrpSpPr>
        <p:grpSpPr>
          <a:xfrm>
            <a:off x="8253092" y="2996205"/>
            <a:ext cx="648509" cy="418221"/>
            <a:chOff x="3053396" y="4304255"/>
            <a:chExt cx="648422" cy="418253"/>
          </a:xfrm>
        </p:grpSpPr>
        <p:sp>
          <p:nvSpPr>
            <p:cNvPr id="4595" name="Google Shape;4595;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96" name="Google Shape;4596;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597" name="Google Shape;4597;p40"/>
          <p:cNvGrpSpPr/>
          <p:nvPr/>
        </p:nvGrpSpPr>
        <p:grpSpPr>
          <a:xfrm>
            <a:off x="4595000" y="2069176"/>
            <a:ext cx="648509" cy="418221"/>
            <a:chOff x="3053396" y="4304255"/>
            <a:chExt cx="648422" cy="418253"/>
          </a:xfrm>
        </p:grpSpPr>
        <p:sp>
          <p:nvSpPr>
            <p:cNvPr id="4598" name="Google Shape;4598;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99" name="Google Shape;4599;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600" name="Google Shape;4600;p40"/>
          <p:cNvGrpSpPr/>
          <p:nvPr/>
        </p:nvGrpSpPr>
        <p:grpSpPr>
          <a:xfrm>
            <a:off x="5509523" y="2043778"/>
            <a:ext cx="648509" cy="418221"/>
            <a:chOff x="3053396" y="4304255"/>
            <a:chExt cx="648422" cy="418253"/>
          </a:xfrm>
        </p:grpSpPr>
        <p:sp>
          <p:nvSpPr>
            <p:cNvPr id="4601" name="Google Shape;4601;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02" name="Google Shape;4602;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603" name="Google Shape;4603;p40"/>
          <p:cNvGrpSpPr/>
          <p:nvPr/>
        </p:nvGrpSpPr>
        <p:grpSpPr>
          <a:xfrm>
            <a:off x="8570635" y="5675699"/>
            <a:ext cx="648509" cy="418221"/>
            <a:chOff x="3053396" y="4304255"/>
            <a:chExt cx="648422" cy="418253"/>
          </a:xfrm>
        </p:grpSpPr>
        <p:sp>
          <p:nvSpPr>
            <p:cNvPr id="4604" name="Google Shape;4604;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05" name="Google Shape;4605;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606" name="Google Shape;4606;p40"/>
          <p:cNvGrpSpPr/>
          <p:nvPr/>
        </p:nvGrpSpPr>
        <p:grpSpPr>
          <a:xfrm>
            <a:off x="9408948" y="5028049"/>
            <a:ext cx="648509" cy="418221"/>
            <a:chOff x="3053396" y="4304255"/>
            <a:chExt cx="648422" cy="418253"/>
          </a:xfrm>
        </p:grpSpPr>
        <p:sp>
          <p:nvSpPr>
            <p:cNvPr id="4607" name="Google Shape;4607;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08" name="Google Shape;4608;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609" name="Google Shape;4609;p40"/>
          <p:cNvGrpSpPr/>
          <p:nvPr/>
        </p:nvGrpSpPr>
        <p:grpSpPr>
          <a:xfrm>
            <a:off x="9180317" y="4113719"/>
            <a:ext cx="648509" cy="418221"/>
            <a:chOff x="3053396" y="4304255"/>
            <a:chExt cx="648422" cy="418253"/>
          </a:xfrm>
        </p:grpSpPr>
        <p:sp>
          <p:nvSpPr>
            <p:cNvPr id="4610" name="Google Shape;4610;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11" name="Google Shape;4611;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sp>
        <p:nvSpPr>
          <p:cNvPr id="4612" name="Google Shape;4612;p40"/>
          <p:cNvSpPr txBox="1"/>
          <p:nvPr/>
        </p:nvSpPr>
        <p:spPr>
          <a:xfrm rot="1053502">
            <a:off x="6609175" y="1968629"/>
            <a:ext cx="543812"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613" name="Google Shape;4613;p40"/>
          <p:cNvSpPr txBox="1"/>
          <p:nvPr/>
        </p:nvSpPr>
        <p:spPr>
          <a:xfrm rot="2829263">
            <a:off x="8895540" y="3441660"/>
            <a:ext cx="543697" cy="523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614" name="Google Shape;4614;p40"/>
          <p:cNvSpPr txBox="1"/>
          <p:nvPr/>
        </p:nvSpPr>
        <p:spPr>
          <a:xfrm rot="9845918">
            <a:off x="7564044" y="5954634"/>
            <a:ext cx="543812"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615" name="Google Shape;4615;p40"/>
          <p:cNvSpPr txBox="1"/>
          <p:nvPr/>
        </p:nvSpPr>
        <p:spPr>
          <a:xfrm rot="-9948738">
            <a:off x="3196001" y="5857999"/>
            <a:ext cx="543812"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616" name="Google Shape;4616;p40"/>
          <p:cNvSpPr txBox="1"/>
          <p:nvPr/>
        </p:nvSpPr>
        <p:spPr>
          <a:xfrm rot="-4992697">
            <a:off x="1609690" y="3551677"/>
            <a:ext cx="543697" cy="523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617" name="Google Shape;4617;p40"/>
          <p:cNvSpPr txBox="1"/>
          <p:nvPr/>
        </p:nvSpPr>
        <p:spPr>
          <a:xfrm rot="-1017263">
            <a:off x="3795672" y="1918514"/>
            <a:ext cx="543812"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618" name="Google Shape;4618;p40"/>
          <p:cNvSpPr txBox="1"/>
          <p:nvPr/>
        </p:nvSpPr>
        <p:spPr>
          <a:xfrm>
            <a:off x="1499042" y="1197749"/>
            <a:ext cx="9720792" cy="6731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100"/>
              <a:buFont typeface="Calibri"/>
              <a:buNone/>
            </a:pPr>
            <a:r>
              <a:rPr b="0" i="0" lang="en-US" sz="2800" u="none" cap="none" strike="noStrike">
                <a:solidFill>
                  <a:srgbClr val="000000"/>
                </a:solidFill>
                <a:latin typeface="Calibri"/>
                <a:ea typeface="Calibri"/>
                <a:cs typeface="Calibri"/>
                <a:sym typeface="Calibri"/>
              </a:rPr>
              <a:t>… and regional networks may arise to connect access nets to ISPs </a:t>
            </a:r>
            <a:endParaRPr b="0" i="0" sz="2800" u="none" cap="none" strike="noStrike">
              <a:solidFill>
                <a:srgbClr val="000000"/>
              </a:solidFill>
              <a:latin typeface="Calibri"/>
              <a:ea typeface="Calibri"/>
              <a:cs typeface="Calibri"/>
              <a:sym typeface="Calibri"/>
            </a:endParaRPr>
          </a:p>
        </p:txBody>
      </p:sp>
      <p:grpSp>
        <p:nvGrpSpPr>
          <p:cNvPr id="4619" name="Google Shape;4619;p40"/>
          <p:cNvGrpSpPr/>
          <p:nvPr/>
        </p:nvGrpSpPr>
        <p:grpSpPr>
          <a:xfrm>
            <a:off x="5736579" y="2899825"/>
            <a:ext cx="2272389" cy="1061009"/>
            <a:chOff x="4696844" y="2871032"/>
            <a:chExt cx="2272671" cy="1061113"/>
          </a:xfrm>
        </p:grpSpPr>
        <p:grpSp>
          <p:nvGrpSpPr>
            <p:cNvPr id="4620" name="Google Shape;4620;p40"/>
            <p:cNvGrpSpPr/>
            <p:nvPr/>
          </p:nvGrpSpPr>
          <p:grpSpPr>
            <a:xfrm>
              <a:off x="5677190" y="2871032"/>
              <a:ext cx="530938" cy="338554"/>
              <a:chOff x="5573768" y="2726239"/>
              <a:chExt cx="530938" cy="338554"/>
            </a:xfrm>
          </p:grpSpPr>
          <p:sp>
            <p:nvSpPr>
              <p:cNvPr id="4621" name="Google Shape;4621;p40"/>
              <p:cNvSpPr/>
              <p:nvPr/>
            </p:nvSpPr>
            <p:spPr>
              <a:xfrm>
                <a:off x="5573768" y="2751297"/>
                <a:ext cx="528092" cy="304800"/>
              </a:xfrm>
              <a:prstGeom prst="ellipse">
                <a:avLst/>
              </a:prstGeom>
              <a:solidFill>
                <a:srgbClr val="0000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622" name="Google Shape;4622;p40"/>
              <p:cNvSpPr txBox="1"/>
              <p:nvPr/>
            </p:nvSpPr>
            <p:spPr>
              <a:xfrm>
                <a:off x="5593027" y="2726239"/>
                <a:ext cx="51167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IXP</a:t>
                </a:r>
                <a:endParaRPr b="0" i="0" sz="1600" u="none" cap="none" strike="noStrike">
                  <a:solidFill>
                    <a:srgbClr val="FFFFFF"/>
                  </a:solidFill>
                  <a:latin typeface="Arial"/>
                  <a:ea typeface="Arial"/>
                  <a:cs typeface="Arial"/>
                  <a:sym typeface="Arial"/>
                </a:endParaRPr>
              </a:p>
            </p:txBody>
          </p:sp>
        </p:grpSp>
        <p:cxnSp>
          <p:nvCxnSpPr>
            <p:cNvPr id="4623" name="Google Shape;4623;p40"/>
            <p:cNvCxnSpPr/>
            <p:nvPr/>
          </p:nvCxnSpPr>
          <p:spPr>
            <a:xfrm>
              <a:off x="4696844" y="3073933"/>
              <a:ext cx="980347" cy="3515"/>
            </a:xfrm>
            <a:prstGeom prst="straightConnector1">
              <a:avLst/>
            </a:prstGeom>
            <a:noFill/>
            <a:ln cap="flat" cmpd="sng" w="38100">
              <a:solidFill>
                <a:srgbClr val="CC0000"/>
              </a:solidFill>
              <a:prstDash val="solid"/>
              <a:round/>
              <a:headEnd len="sm" w="sm" type="none"/>
              <a:tailEnd len="sm" w="sm" type="none"/>
            </a:ln>
          </p:spPr>
        </p:cxnSp>
        <p:cxnSp>
          <p:nvCxnSpPr>
            <p:cNvPr id="4624" name="Google Shape;4624;p40"/>
            <p:cNvCxnSpPr>
              <a:endCxn id="4625" idx="1"/>
            </p:cNvCxnSpPr>
            <p:nvPr/>
          </p:nvCxnSpPr>
          <p:spPr>
            <a:xfrm>
              <a:off x="6137015" y="3146745"/>
              <a:ext cx="832500" cy="785400"/>
            </a:xfrm>
            <a:prstGeom prst="straightConnector1">
              <a:avLst/>
            </a:prstGeom>
            <a:noFill/>
            <a:ln cap="flat" cmpd="sng" w="38100">
              <a:solidFill>
                <a:srgbClr val="CC0000"/>
              </a:solidFill>
              <a:prstDash val="solid"/>
              <a:round/>
              <a:headEnd len="sm" w="sm" type="none"/>
              <a:tailEnd len="sm" w="sm" type="none"/>
            </a:ln>
          </p:spPr>
        </p:cxnSp>
      </p:grpSp>
      <p:grpSp>
        <p:nvGrpSpPr>
          <p:cNvPr id="4626" name="Google Shape;4626;p40"/>
          <p:cNvGrpSpPr/>
          <p:nvPr/>
        </p:nvGrpSpPr>
        <p:grpSpPr>
          <a:xfrm>
            <a:off x="3570106" y="3762886"/>
            <a:ext cx="2938633" cy="1357363"/>
            <a:chOff x="2746015" y="3733001"/>
            <a:chExt cx="2937190" cy="1359445"/>
          </a:xfrm>
        </p:grpSpPr>
        <p:cxnSp>
          <p:nvCxnSpPr>
            <p:cNvPr id="4627" name="Google Shape;4627;p40"/>
            <p:cNvCxnSpPr>
              <a:stCxn id="4628" idx="5"/>
              <a:endCxn id="4629" idx="3"/>
            </p:cNvCxnSpPr>
            <p:nvPr/>
          </p:nvCxnSpPr>
          <p:spPr>
            <a:xfrm>
              <a:off x="5094305" y="3733001"/>
              <a:ext cx="588900" cy="212700"/>
            </a:xfrm>
            <a:prstGeom prst="straightConnector1">
              <a:avLst/>
            </a:prstGeom>
            <a:noFill/>
            <a:ln cap="flat" cmpd="sng" w="38100">
              <a:solidFill>
                <a:srgbClr val="CC0000"/>
              </a:solidFill>
              <a:prstDash val="solid"/>
              <a:round/>
              <a:headEnd len="sm" w="sm" type="none"/>
              <a:tailEnd len="sm" w="sm" type="none"/>
            </a:ln>
          </p:spPr>
        </p:cxnSp>
        <p:cxnSp>
          <p:nvCxnSpPr>
            <p:cNvPr id="4630" name="Google Shape;4630;p40"/>
            <p:cNvCxnSpPr>
              <a:stCxn id="4631" idx="5"/>
            </p:cNvCxnSpPr>
            <p:nvPr/>
          </p:nvCxnSpPr>
          <p:spPr>
            <a:xfrm flipH="1">
              <a:off x="2746015" y="3789080"/>
              <a:ext cx="54600" cy="601800"/>
            </a:xfrm>
            <a:prstGeom prst="straightConnector1">
              <a:avLst/>
            </a:prstGeom>
            <a:noFill/>
            <a:ln cap="flat" cmpd="sng" w="38100">
              <a:solidFill>
                <a:srgbClr val="CC0000"/>
              </a:solidFill>
              <a:prstDash val="solid"/>
              <a:round/>
              <a:headEnd len="sm" w="sm" type="none"/>
              <a:tailEnd len="sm" w="sm" type="none"/>
            </a:ln>
          </p:spPr>
        </p:cxnSp>
        <p:cxnSp>
          <p:nvCxnSpPr>
            <p:cNvPr id="4632" name="Google Shape;4632;p40"/>
            <p:cNvCxnSpPr>
              <a:endCxn id="4633" idx="3"/>
            </p:cNvCxnSpPr>
            <p:nvPr/>
          </p:nvCxnSpPr>
          <p:spPr>
            <a:xfrm flipH="1" rot="10800000">
              <a:off x="4424295" y="4701847"/>
              <a:ext cx="1074600" cy="390600"/>
            </a:xfrm>
            <a:prstGeom prst="straightConnector1">
              <a:avLst/>
            </a:prstGeom>
            <a:noFill/>
            <a:ln cap="flat" cmpd="sng" w="38100">
              <a:solidFill>
                <a:srgbClr val="CC0000"/>
              </a:solidFill>
              <a:prstDash val="solid"/>
              <a:round/>
              <a:headEnd len="sm" w="sm" type="none"/>
              <a:tailEnd len="sm" w="sm" type="none"/>
            </a:ln>
          </p:spPr>
        </p:cxnSp>
      </p:grpSp>
      <p:cxnSp>
        <p:nvCxnSpPr>
          <p:cNvPr id="4634" name="Google Shape;4634;p40"/>
          <p:cNvCxnSpPr>
            <a:stCxn id="4635" idx="2"/>
          </p:cNvCxnSpPr>
          <p:nvPr/>
        </p:nvCxnSpPr>
        <p:spPr>
          <a:xfrm flipH="1" rot="10800000">
            <a:off x="4982880" y="4309884"/>
            <a:ext cx="309000" cy="307800"/>
          </a:xfrm>
          <a:prstGeom prst="straightConnector1">
            <a:avLst/>
          </a:prstGeom>
          <a:noFill/>
          <a:ln cap="flat" cmpd="sng" w="38100">
            <a:solidFill>
              <a:srgbClr val="CC0000"/>
            </a:solidFill>
            <a:prstDash val="solid"/>
            <a:round/>
            <a:headEnd len="sm" w="sm" type="none"/>
            <a:tailEnd len="sm" w="sm" type="none"/>
          </a:ln>
        </p:spPr>
      </p:cxnSp>
      <p:cxnSp>
        <p:nvCxnSpPr>
          <p:cNvPr id="4636" name="Google Shape;4636;p40"/>
          <p:cNvCxnSpPr/>
          <p:nvPr/>
        </p:nvCxnSpPr>
        <p:spPr>
          <a:xfrm flipH="1" rot="10800000">
            <a:off x="5520180" y="3924252"/>
            <a:ext cx="929835" cy="367084"/>
          </a:xfrm>
          <a:prstGeom prst="straightConnector1">
            <a:avLst/>
          </a:prstGeom>
          <a:noFill/>
          <a:ln cap="flat" cmpd="sng" w="38100">
            <a:solidFill>
              <a:srgbClr val="CC0000"/>
            </a:solidFill>
            <a:prstDash val="solid"/>
            <a:round/>
            <a:headEnd len="sm" w="sm" type="none"/>
            <a:tailEnd len="sm" w="sm" type="none"/>
          </a:ln>
        </p:spPr>
      </p:cxnSp>
      <p:cxnSp>
        <p:nvCxnSpPr>
          <p:cNvPr id="4637" name="Google Shape;4637;p40"/>
          <p:cNvCxnSpPr>
            <a:stCxn id="4638" idx="2"/>
          </p:cNvCxnSpPr>
          <p:nvPr/>
        </p:nvCxnSpPr>
        <p:spPr>
          <a:xfrm>
            <a:off x="4815073" y="3947043"/>
            <a:ext cx="477000" cy="277500"/>
          </a:xfrm>
          <a:prstGeom prst="straightConnector1">
            <a:avLst/>
          </a:prstGeom>
          <a:noFill/>
          <a:ln cap="flat" cmpd="sng" w="38100">
            <a:solidFill>
              <a:srgbClr val="CC0000"/>
            </a:solidFill>
            <a:prstDash val="solid"/>
            <a:round/>
            <a:headEnd len="sm" w="sm" type="none"/>
            <a:tailEnd len="sm" w="sm" type="none"/>
          </a:ln>
        </p:spPr>
      </p:cxnSp>
      <p:grpSp>
        <p:nvGrpSpPr>
          <p:cNvPr id="4639" name="Google Shape;4639;p40"/>
          <p:cNvGrpSpPr/>
          <p:nvPr/>
        </p:nvGrpSpPr>
        <p:grpSpPr>
          <a:xfrm>
            <a:off x="7929475" y="3939691"/>
            <a:ext cx="541338" cy="223023"/>
            <a:chOff x="7493876" y="2774731"/>
            <a:chExt cx="1481958" cy="894622"/>
          </a:xfrm>
        </p:grpSpPr>
        <p:sp>
          <p:nvSpPr>
            <p:cNvPr id="4640" name="Google Shape;4640;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625" name="Google Shape;4625;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641" name="Google Shape;4641;p40"/>
            <p:cNvGrpSpPr/>
            <p:nvPr/>
          </p:nvGrpSpPr>
          <p:grpSpPr>
            <a:xfrm>
              <a:off x="7713663" y="2848339"/>
              <a:ext cx="1042107" cy="425543"/>
              <a:chOff x="7786941" y="2884917"/>
              <a:chExt cx="897649" cy="353919"/>
            </a:xfrm>
          </p:grpSpPr>
          <p:sp>
            <p:nvSpPr>
              <p:cNvPr id="4642" name="Google Shape;4642;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3" name="Google Shape;4643;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4" name="Google Shape;4644;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5" name="Google Shape;4645;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46" name="Google Shape;4646;p40"/>
          <p:cNvGrpSpPr/>
          <p:nvPr/>
        </p:nvGrpSpPr>
        <p:grpSpPr>
          <a:xfrm>
            <a:off x="4400287" y="3826770"/>
            <a:ext cx="541338" cy="223023"/>
            <a:chOff x="7493876" y="2774731"/>
            <a:chExt cx="1481958" cy="894622"/>
          </a:xfrm>
        </p:grpSpPr>
        <p:sp>
          <p:nvSpPr>
            <p:cNvPr id="4647" name="Google Shape;4647;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648" name="Google Shape;4648;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649" name="Google Shape;4649;p40"/>
            <p:cNvGrpSpPr/>
            <p:nvPr/>
          </p:nvGrpSpPr>
          <p:grpSpPr>
            <a:xfrm>
              <a:off x="7713663" y="2848339"/>
              <a:ext cx="1042107" cy="425543"/>
              <a:chOff x="7786941" y="2884917"/>
              <a:chExt cx="897649" cy="353919"/>
            </a:xfrm>
          </p:grpSpPr>
          <p:sp>
            <p:nvSpPr>
              <p:cNvPr id="4650" name="Google Shape;4650;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8" name="Google Shape;4638;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51" name="Google Shape;4651;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52" name="Google Shape;4652;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53" name="Google Shape;4653;p40"/>
          <p:cNvGrpSpPr/>
          <p:nvPr/>
        </p:nvGrpSpPr>
        <p:grpSpPr>
          <a:xfrm>
            <a:off x="4568094" y="4497411"/>
            <a:ext cx="541338" cy="223023"/>
            <a:chOff x="7493876" y="2774731"/>
            <a:chExt cx="1481958" cy="894622"/>
          </a:xfrm>
        </p:grpSpPr>
        <p:sp>
          <p:nvSpPr>
            <p:cNvPr id="4654" name="Google Shape;4654;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655" name="Google Shape;4655;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656" name="Google Shape;4656;p40"/>
            <p:cNvGrpSpPr/>
            <p:nvPr/>
          </p:nvGrpSpPr>
          <p:grpSpPr>
            <a:xfrm>
              <a:off x="7713663" y="2848339"/>
              <a:ext cx="1042107" cy="425543"/>
              <a:chOff x="7786941" y="2884917"/>
              <a:chExt cx="897649" cy="353919"/>
            </a:xfrm>
          </p:grpSpPr>
          <p:sp>
            <p:nvSpPr>
              <p:cNvPr id="4657" name="Google Shape;4657;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5" name="Google Shape;4635;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58" name="Google Shape;4658;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59" name="Google Shape;4659;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60" name="Google Shape;4660;p40"/>
          <p:cNvGrpSpPr/>
          <p:nvPr/>
        </p:nvGrpSpPr>
        <p:grpSpPr>
          <a:xfrm>
            <a:off x="6429198" y="3852093"/>
            <a:ext cx="541338" cy="223023"/>
            <a:chOff x="7493876" y="2774731"/>
            <a:chExt cx="1481958" cy="894622"/>
          </a:xfrm>
        </p:grpSpPr>
        <p:sp>
          <p:nvSpPr>
            <p:cNvPr id="4661" name="Google Shape;4661;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629" name="Google Shape;4629;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662" name="Google Shape;4662;p40"/>
            <p:cNvGrpSpPr/>
            <p:nvPr/>
          </p:nvGrpSpPr>
          <p:grpSpPr>
            <a:xfrm>
              <a:off x="7713663" y="2848339"/>
              <a:ext cx="1042107" cy="425543"/>
              <a:chOff x="7786941" y="2884917"/>
              <a:chExt cx="897649" cy="353919"/>
            </a:xfrm>
          </p:grpSpPr>
          <p:sp>
            <p:nvSpPr>
              <p:cNvPr id="4663" name="Google Shape;4663;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4" name="Google Shape;4664;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5" name="Google Shape;4665;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6" name="Google Shape;4666;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67" name="Google Shape;4667;p40"/>
          <p:cNvGrpSpPr/>
          <p:nvPr/>
        </p:nvGrpSpPr>
        <p:grpSpPr>
          <a:xfrm>
            <a:off x="5457737" y="3639654"/>
            <a:ext cx="541338" cy="223023"/>
            <a:chOff x="7493876" y="2774731"/>
            <a:chExt cx="1481958" cy="894622"/>
          </a:xfrm>
        </p:grpSpPr>
        <p:sp>
          <p:nvSpPr>
            <p:cNvPr id="4668" name="Google Shape;4668;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628" name="Google Shape;4628;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669" name="Google Shape;4669;p40"/>
            <p:cNvGrpSpPr/>
            <p:nvPr/>
          </p:nvGrpSpPr>
          <p:grpSpPr>
            <a:xfrm>
              <a:off x="7713663" y="2848339"/>
              <a:ext cx="1042107" cy="425543"/>
              <a:chOff x="7786941" y="2884917"/>
              <a:chExt cx="897649" cy="353919"/>
            </a:xfrm>
          </p:grpSpPr>
          <p:sp>
            <p:nvSpPr>
              <p:cNvPr id="4670" name="Google Shape;4670;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71" name="Google Shape;4671;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72" name="Google Shape;4672;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73" name="Google Shape;4673;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74" name="Google Shape;4674;p40"/>
          <p:cNvGrpSpPr/>
          <p:nvPr/>
        </p:nvGrpSpPr>
        <p:grpSpPr>
          <a:xfrm>
            <a:off x="5119678" y="4119105"/>
            <a:ext cx="528442" cy="338554"/>
            <a:chOff x="5634518" y="2652249"/>
            <a:chExt cx="528092" cy="338174"/>
          </a:xfrm>
        </p:grpSpPr>
        <p:sp>
          <p:nvSpPr>
            <p:cNvPr id="4675" name="Google Shape;4675;p40"/>
            <p:cNvSpPr/>
            <p:nvPr/>
          </p:nvSpPr>
          <p:spPr>
            <a:xfrm>
              <a:off x="5634518" y="2672371"/>
              <a:ext cx="528092" cy="304800"/>
            </a:xfrm>
            <a:prstGeom prst="ellipse">
              <a:avLst/>
            </a:prstGeom>
            <a:solidFill>
              <a:srgbClr val="0000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676" name="Google Shape;4676;p40"/>
            <p:cNvSpPr txBox="1"/>
            <p:nvPr/>
          </p:nvSpPr>
          <p:spPr>
            <a:xfrm>
              <a:off x="5685246" y="2652249"/>
              <a:ext cx="447262" cy="338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IXP</a:t>
              </a:r>
              <a:endParaRPr b="0" i="0" sz="1600" u="none" cap="none" strike="noStrike">
                <a:solidFill>
                  <a:srgbClr val="FFFFFF"/>
                </a:solidFill>
                <a:latin typeface="Calibri"/>
                <a:ea typeface="Calibri"/>
                <a:cs typeface="Calibri"/>
                <a:sym typeface="Calibri"/>
              </a:endParaRPr>
            </a:p>
          </p:txBody>
        </p:sp>
      </p:grpSp>
      <p:grpSp>
        <p:nvGrpSpPr>
          <p:cNvPr id="4677" name="Google Shape;4677;p40"/>
          <p:cNvGrpSpPr/>
          <p:nvPr/>
        </p:nvGrpSpPr>
        <p:grpSpPr>
          <a:xfrm>
            <a:off x="6244846" y="4607015"/>
            <a:ext cx="541338" cy="223023"/>
            <a:chOff x="7493876" y="2774731"/>
            <a:chExt cx="1481958" cy="894622"/>
          </a:xfrm>
        </p:grpSpPr>
        <p:sp>
          <p:nvSpPr>
            <p:cNvPr id="4678" name="Google Shape;4678;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633" name="Google Shape;4633;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679" name="Google Shape;4679;p40"/>
            <p:cNvGrpSpPr/>
            <p:nvPr/>
          </p:nvGrpSpPr>
          <p:grpSpPr>
            <a:xfrm>
              <a:off x="7713663" y="2848339"/>
              <a:ext cx="1042107" cy="425543"/>
              <a:chOff x="7786941" y="2884917"/>
              <a:chExt cx="897649" cy="353919"/>
            </a:xfrm>
          </p:grpSpPr>
          <p:sp>
            <p:nvSpPr>
              <p:cNvPr id="4680" name="Google Shape;4680;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1" name="Google Shape;4681;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2" name="Google Shape;4682;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3" name="Google Shape;4683;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84" name="Google Shape;4684;p40"/>
          <p:cNvGrpSpPr/>
          <p:nvPr/>
        </p:nvGrpSpPr>
        <p:grpSpPr>
          <a:xfrm>
            <a:off x="3355534" y="3674009"/>
            <a:ext cx="541338" cy="223023"/>
            <a:chOff x="7493876" y="2774731"/>
            <a:chExt cx="1481958" cy="894622"/>
          </a:xfrm>
        </p:grpSpPr>
        <p:sp>
          <p:nvSpPr>
            <p:cNvPr id="4631" name="Google Shape;4631;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685" name="Google Shape;4685;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686" name="Google Shape;4686;p40"/>
            <p:cNvGrpSpPr/>
            <p:nvPr/>
          </p:nvGrpSpPr>
          <p:grpSpPr>
            <a:xfrm>
              <a:off x="7713663" y="2848339"/>
              <a:ext cx="1042107" cy="425543"/>
              <a:chOff x="7786941" y="2884917"/>
              <a:chExt cx="897649" cy="353919"/>
            </a:xfrm>
          </p:grpSpPr>
          <p:sp>
            <p:nvSpPr>
              <p:cNvPr id="4687" name="Google Shape;4687;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8" name="Google Shape;4688;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9" name="Google Shape;4689;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0" name="Google Shape;4690;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4691" name="Google Shape;4691;p40"/>
          <p:cNvCxnSpPr/>
          <p:nvPr/>
        </p:nvCxnSpPr>
        <p:spPr>
          <a:xfrm>
            <a:off x="2622407" y="3016153"/>
            <a:ext cx="38100" cy="309563"/>
          </a:xfrm>
          <a:prstGeom prst="straightConnector1">
            <a:avLst/>
          </a:prstGeom>
          <a:noFill/>
          <a:ln cap="flat" cmpd="sng" w="9525">
            <a:solidFill>
              <a:schemeClr val="dk1"/>
            </a:solidFill>
            <a:prstDash val="solid"/>
            <a:round/>
            <a:headEnd len="sm" w="sm" type="none"/>
            <a:tailEnd len="sm" w="sm" type="none"/>
          </a:ln>
        </p:spPr>
      </p:cxnSp>
      <p:cxnSp>
        <p:nvCxnSpPr>
          <p:cNvPr id="4692" name="Google Shape;4692;p40"/>
          <p:cNvCxnSpPr/>
          <p:nvPr/>
        </p:nvCxnSpPr>
        <p:spPr>
          <a:xfrm>
            <a:off x="2401745" y="3297141"/>
            <a:ext cx="123825" cy="212725"/>
          </a:xfrm>
          <a:prstGeom prst="straightConnector1">
            <a:avLst/>
          </a:prstGeom>
          <a:noFill/>
          <a:ln cap="flat" cmpd="sng" w="9525">
            <a:solidFill>
              <a:schemeClr val="dk1"/>
            </a:solidFill>
            <a:prstDash val="solid"/>
            <a:round/>
            <a:headEnd len="sm" w="sm" type="none"/>
            <a:tailEnd len="sm" w="sm" type="none"/>
          </a:ln>
        </p:spPr>
      </p:cxnSp>
      <p:cxnSp>
        <p:nvCxnSpPr>
          <p:cNvPr id="4693" name="Google Shape;4693;p40"/>
          <p:cNvCxnSpPr/>
          <p:nvPr/>
        </p:nvCxnSpPr>
        <p:spPr>
          <a:xfrm flipH="1" rot="10800000">
            <a:off x="2322370" y="4394103"/>
            <a:ext cx="203200" cy="7938"/>
          </a:xfrm>
          <a:prstGeom prst="straightConnector1">
            <a:avLst/>
          </a:prstGeom>
          <a:noFill/>
          <a:ln cap="flat" cmpd="sng" w="9525">
            <a:solidFill>
              <a:schemeClr val="dk1"/>
            </a:solidFill>
            <a:prstDash val="solid"/>
            <a:round/>
            <a:headEnd len="sm" w="sm" type="none"/>
            <a:tailEnd len="sm" w="sm" type="none"/>
          </a:ln>
        </p:spPr>
      </p:cxnSp>
      <p:cxnSp>
        <p:nvCxnSpPr>
          <p:cNvPr id="4694" name="Google Shape;4694;p40"/>
          <p:cNvCxnSpPr/>
          <p:nvPr/>
        </p:nvCxnSpPr>
        <p:spPr>
          <a:xfrm flipH="1" rot="10800000">
            <a:off x="2851007" y="3849591"/>
            <a:ext cx="430213" cy="101600"/>
          </a:xfrm>
          <a:prstGeom prst="straightConnector1">
            <a:avLst/>
          </a:prstGeom>
          <a:noFill/>
          <a:ln cap="flat" cmpd="sng" w="9525">
            <a:solidFill>
              <a:schemeClr val="dk1"/>
            </a:solidFill>
            <a:prstDash val="solid"/>
            <a:round/>
            <a:headEnd len="sm" w="sm" type="none"/>
            <a:tailEnd len="sm" w="sm" type="none"/>
          </a:ln>
        </p:spPr>
      </p:cxnSp>
      <p:grpSp>
        <p:nvGrpSpPr>
          <p:cNvPr id="4695" name="Google Shape;4695;p40"/>
          <p:cNvGrpSpPr/>
          <p:nvPr/>
        </p:nvGrpSpPr>
        <p:grpSpPr>
          <a:xfrm>
            <a:off x="2219780" y="2716827"/>
            <a:ext cx="648509" cy="418221"/>
            <a:chOff x="3053396" y="4304255"/>
            <a:chExt cx="648422" cy="418253"/>
          </a:xfrm>
        </p:grpSpPr>
        <p:sp>
          <p:nvSpPr>
            <p:cNvPr id="4696" name="Google Shape;4696;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97" name="Google Shape;4697;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698" name="Google Shape;4698;p40"/>
          <p:cNvGrpSpPr/>
          <p:nvPr/>
        </p:nvGrpSpPr>
        <p:grpSpPr>
          <a:xfrm>
            <a:off x="1838728" y="3110496"/>
            <a:ext cx="648509" cy="418221"/>
            <a:chOff x="3053396" y="4304255"/>
            <a:chExt cx="648422" cy="418253"/>
          </a:xfrm>
        </p:grpSpPr>
        <p:sp>
          <p:nvSpPr>
            <p:cNvPr id="4699" name="Google Shape;4699;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00" name="Google Shape;4700;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cxnSp>
        <p:nvCxnSpPr>
          <p:cNvPr id="4701" name="Google Shape;4701;p40"/>
          <p:cNvCxnSpPr/>
          <p:nvPr/>
        </p:nvCxnSpPr>
        <p:spPr>
          <a:xfrm>
            <a:off x="2801850" y="4156772"/>
            <a:ext cx="560912" cy="298733"/>
          </a:xfrm>
          <a:prstGeom prst="straightConnector1">
            <a:avLst/>
          </a:prstGeom>
          <a:noFill/>
          <a:ln cap="flat" cmpd="sng" w="9525">
            <a:solidFill>
              <a:schemeClr val="dk1"/>
            </a:solidFill>
            <a:prstDash val="solid"/>
            <a:round/>
            <a:headEnd len="sm" w="sm" type="none"/>
            <a:tailEnd len="sm" w="sm" type="none"/>
          </a:ln>
        </p:spPr>
      </p:cxnSp>
      <p:grpSp>
        <p:nvGrpSpPr>
          <p:cNvPr id="4702" name="Google Shape;4702;p40"/>
          <p:cNvGrpSpPr/>
          <p:nvPr/>
        </p:nvGrpSpPr>
        <p:grpSpPr>
          <a:xfrm>
            <a:off x="3292387" y="4376707"/>
            <a:ext cx="541338" cy="223023"/>
            <a:chOff x="7493876" y="2774731"/>
            <a:chExt cx="1481958" cy="894622"/>
          </a:xfrm>
        </p:grpSpPr>
        <p:sp>
          <p:nvSpPr>
            <p:cNvPr id="4703" name="Google Shape;4703;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704" name="Google Shape;4704;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705" name="Google Shape;4705;p40"/>
            <p:cNvGrpSpPr/>
            <p:nvPr/>
          </p:nvGrpSpPr>
          <p:grpSpPr>
            <a:xfrm>
              <a:off x="7713663" y="2848339"/>
              <a:ext cx="1042107" cy="425543"/>
              <a:chOff x="7786941" y="2884917"/>
              <a:chExt cx="897649" cy="353919"/>
            </a:xfrm>
          </p:grpSpPr>
          <p:sp>
            <p:nvSpPr>
              <p:cNvPr id="4706" name="Google Shape;4706;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7" name="Google Shape;4707;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8" name="Google Shape;4708;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9" name="Google Shape;4709;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4710" name="Google Shape;4710;p40"/>
          <p:cNvCxnSpPr/>
          <p:nvPr/>
        </p:nvCxnSpPr>
        <p:spPr>
          <a:xfrm rot="10800000">
            <a:off x="5179131" y="5171184"/>
            <a:ext cx="371475" cy="973138"/>
          </a:xfrm>
          <a:prstGeom prst="straightConnector1">
            <a:avLst/>
          </a:prstGeom>
          <a:noFill/>
          <a:ln cap="flat" cmpd="sng" w="9525">
            <a:solidFill>
              <a:schemeClr val="dk1"/>
            </a:solidFill>
            <a:prstDash val="solid"/>
            <a:round/>
            <a:headEnd len="sm" w="sm" type="none"/>
            <a:tailEnd len="sm" w="sm" type="none"/>
          </a:ln>
        </p:spPr>
      </p:cxnSp>
      <p:grpSp>
        <p:nvGrpSpPr>
          <p:cNvPr id="4711" name="Google Shape;4711;p40"/>
          <p:cNvGrpSpPr/>
          <p:nvPr/>
        </p:nvGrpSpPr>
        <p:grpSpPr>
          <a:xfrm>
            <a:off x="4461581" y="5447247"/>
            <a:ext cx="2216150" cy="533562"/>
            <a:chOff x="4461581" y="5447247"/>
            <a:chExt cx="2216150" cy="533562"/>
          </a:xfrm>
        </p:grpSpPr>
        <p:cxnSp>
          <p:nvCxnSpPr>
            <p:cNvPr id="4712" name="Google Shape;4712;p40"/>
            <p:cNvCxnSpPr/>
            <p:nvPr/>
          </p:nvCxnSpPr>
          <p:spPr>
            <a:xfrm rot="10800000">
              <a:off x="6157031" y="5810947"/>
              <a:ext cx="520700" cy="169862"/>
            </a:xfrm>
            <a:prstGeom prst="straightConnector1">
              <a:avLst/>
            </a:prstGeom>
            <a:noFill/>
            <a:ln cap="flat" cmpd="sng" w="9525">
              <a:solidFill>
                <a:schemeClr val="dk1"/>
              </a:solidFill>
              <a:prstDash val="solid"/>
              <a:round/>
              <a:headEnd len="sm" w="sm" type="none"/>
              <a:tailEnd len="sm" w="sm" type="none"/>
            </a:ln>
          </p:spPr>
        </p:cxnSp>
        <p:sp>
          <p:nvSpPr>
            <p:cNvPr id="4713" name="Google Shape;4713;p40"/>
            <p:cNvSpPr/>
            <p:nvPr/>
          </p:nvSpPr>
          <p:spPr>
            <a:xfrm rot="10800000">
              <a:off x="4545099" y="5447247"/>
              <a:ext cx="1807203" cy="495366"/>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595959"/>
                </a:solidFill>
                <a:latin typeface="Arial"/>
                <a:ea typeface="Arial"/>
                <a:cs typeface="Arial"/>
                <a:sym typeface="Arial"/>
              </a:endParaRPr>
            </a:p>
          </p:txBody>
        </p:sp>
        <p:cxnSp>
          <p:nvCxnSpPr>
            <p:cNvPr id="4714" name="Google Shape;4714;p40"/>
            <p:cNvCxnSpPr/>
            <p:nvPr/>
          </p:nvCxnSpPr>
          <p:spPr>
            <a:xfrm flipH="1" rot="10800000">
              <a:off x="4461581" y="5815709"/>
              <a:ext cx="306387" cy="165100"/>
            </a:xfrm>
            <a:prstGeom prst="straightConnector1">
              <a:avLst/>
            </a:prstGeom>
            <a:noFill/>
            <a:ln cap="flat" cmpd="sng" w="9525">
              <a:solidFill>
                <a:schemeClr val="dk1"/>
              </a:solidFill>
              <a:prstDash val="solid"/>
              <a:round/>
              <a:headEnd len="sm" w="sm" type="none"/>
              <a:tailEnd len="sm" w="sm" type="none"/>
            </a:ln>
          </p:spPr>
        </p:cxnSp>
        <p:sp>
          <p:nvSpPr>
            <p:cNvPr id="4715" name="Google Shape;4715;p40"/>
            <p:cNvSpPr txBox="1"/>
            <p:nvPr/>
          </p:nvSpPr>
          <p:spPr>
            <a:xfrm>
              <a:off x="4662400" y="5488195"/>
              <a:ext cx="15824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regional ISP</a:t>
              </a:r>
              <a:endParaRPr b="0" i="1" sz="2000" u="none" cap="none" strike="noStrike">
                <a:solidFill>
                  <a:srgbClr val="000000"/>
                </a:solidFill>
                <a:latin typeface="Arial"/>
                <a:ea typeface="Arial"/>
                <a:cs typeface="Arial"/>
                <a:sym typeface="Arial"/>
              </a:endParaRPr>
            </a:p>
          </p:txBody>
        </p:sp>
      </p:grpSp>
      <p:grpSp>
        <p:nvGrpSpPr>
          <p:cNvPr id="4716" name="Google Shape;4716;p40"/>
          <p:cNvGrpSpPr/>
          <p:nvPr/>
        </p:nvGrpSpPr>
        <p:grpSpPr>
          <a:xfrm>
            <a:off x="4201247" y="5904281"/>
            <a:ext cx="648509" cy="418221"/>
            <a:chOff x="3053396" y="4304255"/>
            <a:chExt cx="648422" cy="418253"/>
          </a:xfrm>
        </p:grpSpPr>
        <p:sp>
          <p:nvSpPr>
            <p:cNvPr id="4717" name="Google Shape;4717;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18" name="Google Shape;4718;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719" name="Google Shape;4719;p40"/>
          <p:cNvGrpSpPr/>
          <p:nvPr/>
        </p:nvGrpSpPr>
        <p:grpSpPr>
          <a:xfrm>
            <a:off x="5420611" y="6056669"/>
            <a:ext cx="648509" cy="418221"/>
            <a:chOff x="3053396" y="4304255"/>
            <a:chExt cx="648422" cy="418253"/>
          </a:xfrm>
        </p:grpSpPr>
        <p:sp>
          <p:nvSpPr>
            <p:cNvPr id="4720" name="Google Shape;4720;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21" name="Google Shape;4721;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722" name="Google Shape;4722;p40"/>
          <p:cNvGrpSpPr/>
          <p:nvPr/>
        </p:nvGrpSpPr>
        <p:grpSpPr>
          <a:xfrm>
            <a:off x="6335134" y="5916980"/>
            <a:ext cx="648509" cy="418221"/>
            <a:chOff x="3053396" y="4304255"/>
            <a:chExt cx="648422" cy="418253"/>
          </a:xfrm>
        </p:grpSpPr>
        <p:sp>
          <p:nvSpPr>
            <p:cNvPr id="4723" name="Google Shape;4723;p4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24" name="Google Shape;4724;p4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725" name="Google Shape;4725;p40"/>
          <p:cNvGrpSpPr/>
          <p:nvPr/>
        </p:nvGrpSpPr>
        <p:grpSpPr>
          <a:xfrm>
            <a:off x="4812419" y="5011641"/>
            <a:ext cx="541338" cy="223023"/>
            <a:chOff x="7493876" y="2774731"/>
            <a:chExt cx="1481958" cy="894622"/>
          </a:xfrm>
        </p:grpSpPr>
        <p:sp>
          <p:nvSpPr>
            <p:cNvPr id="4726" name="Google Shape;4726;p4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727" name="Google Shape;4727;p4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728" name="Google Shape;4728;p40"/>
            <p:cNvGrpSpPr/>
            <p:nvPr/>
          </p:nvGrpSpPr>
          <p:grpSpPr>
            <a:xfrm>
              <a:off x="7713663" y="2848339"/>
              <a:ext cx="1042107" cy="425543"/>
              <a:chOff x="7786941" y="2884917"/>
              <a:chExt cx="897649" cy="353919"/>
            </a:xfrm>
          </p:grpSpPr>
          <p:sp>
            <p:nvSpPr>
              <p:cNvPr id="4729" name="Google Shape;4729;p4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0" name="Google Shape;4730;p4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1" name="Google Shape;4731;p4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2" name="Google Shape;4732;p4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733" name="Google Shape;4733;p40"/>
          <p:cNvSpPr/>
          <p:nvPr/>
        </p:nvSpPr>
        <p:spPr>
          <a:xfrm rot="5400000">
            <a:off x="2030588" y="3754605"/>
            <a:ext cx="1252537" cy="381000"/>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595959"/>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8" name="Shape 4738"/>
        <p:cNvGrpSpPr/>
        <p:nvPr/>
      </p:nvGrpSpPr>
      <p:grpSpPr>
        <a:xfrm>
          <a:off x="0" y="0"/>
          <a:ext cx="0" cy="0"/>
          <a:chOff x="0" y="0"/>
          <a:chExt cx="0" cy="0"/>
        </a:xfrm>
      </p:grpSpPr>
      <p:sp>
        <p:nvSpPr>
          <p:cNvPr id="4739" name="Google Shape;4739;p41"/>
          <p:cNvSpPr/>
          <p:nvPr/>
        </p:nvSpPr>
        <p:spPr>
          <a:xfrm rot="5400000">
            <a:off x="2030588" y="3754605"/>
            <a:ext cx="1252537" cy="381000"/>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595959"/>
              </a:solidFill>
              <a:latin typeface="Arial"/>
              <a:ea typeface="Arial"/>
              <a:cs typeface="Arial"/>
              <a:sym typeface="Arial"/>
            </a:endParaRPr>
          </a:p>
        </p:txBody>
      </p:sp>
      <p:sp>
        <p:nvSpPr>
          <p:cNvPr id="4740" name="Google Shape;4740;p41"/>
          <p:cNvSpPr/>
          <p:nvPr/>
        </p:nvSpPr>
        <p:spPr>
          <a:xfrm>
            <a:off x="2884400" y="2782791"/>
            <a:ext cx="3475038" cy="13811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4741" name="Google Shape;4741;p41"/>
          <p:cNvCxnSpPr/>
          <p:nvPr/>
        </p:nvCxnSpPr>
        <p:spPr>
          <a:xfrm>
            <a:off x="4108363" y="3025678"/>
            <a:ext cx="1146175" cy="73025"/>
          </a:xfrm>
          <a:prstGeom prst="straightConnector1">
            <a:avLst/>
          </a:prstGeom>
          <a:noFill/>
          <a:ln cap="flat" cmpd="sng" w="15875">
            <a:solidFill>
              <a:srgbClr val="000000"/>
            </a:solidFill>
            <a:prstDash val="solid"/>
            <a:round/>
            <a:headEnd len="sm" w="sm" type="none"/>
            <a:tailEnd len="sm" w="sm" type="none"/>
          </a:ln>
        </p:spPr>
      </p:cxnSp>
      <p:cxnSp>
        <p:nvCxnSpPr>
          <p:cNvPr id="4742" name="Google Shape;4742;p41"/>
          <p:cNvCxnSpPr/>
          <p:nvPr/>
        </p:nvCxnSpPr>
        <p:spPr>
          <a:xfrm>
            <a:off x="4702088" y="3325716"/>
            <a:ext cx="130175" cy="84137"/>
          </a:xfrm>
          <a:prstGeom prst="straightConnector1">
            <a:avLst/>
          </a:prstGeom>
          <a:noFill/>
          <a:ln cap="flat" cmpd="sng" w="15875">
            <a:solidFill>
              <a:srgbClr val="000000"/>
            </a:solidFill>
            <a:prstDash val="solid"/>
            <a:round/>
            <a:headEnd len="sm" w="sm" type="none"/>
            <a:tailEnd len="sm" w="sm" type="none"/>
          </a:ln>
        </p:spPr>
      </p:cxnSp>
      <p:cxnSp>
        <p:nvCxnSpPr>
          <p:cNvPr id="4743" name="Google Shape;4743;p41"/>
          <p:cNvCxnSpPr/>
          <p:nvPr/>
        </p:nvCxnSpPr>
        <p:spPr>
          <a:xfrm flipH="1" rot="10800000">
            <a:off x="4486188" y="3530503"/>
            <a:ext cx="263525" cy="46038"/>
          </a:xfrm>
          <a:prstGeom prst="straightConnector1">
            <a:avLst/>
          </a:prstGeom>
          <a:noFill/>
          <a:ln cap="flat" cmpd="sng" w="15875">
            <a:solidFill>
              <a:srgbClr val="000000"/>
            </a:solidFill>
            <a:prstDash val="solid"/>
            <a:round/>
            <a:headEnd len="sm" w="sm" type="none"/>
            <a:tailEnd len="sm" w="sm" type="none"/>
          </a:ln>
        </p:spPr>
      </p:cxnSp>
      <p:cxnSp>
        <p:nvCxnSpPr>
          <p:cNvPr id="4744" name="Google Shape;4744;p41"/>
          <p:cNvCxnSpPr/>
          <p:nvPr/>
        </p:nvCxnSpPr>
        <p:spPr>
          <a:xfrm flipH="1" rot="10800000">
            <a:off x="4165513" y="3354291"/>
            <a:ext cx="209550" cy="109537"/>
          </a:xfrm>
          <a:prstGeom prst="straightConnector1">
            <a:avLst/>
          </a:prstGeom>
          <a:noFill/>
          <a:ln cap="flat" cmpd="sng" w="15875">
            <a:solidFill>
              <a:srgbClr val="000000"/>
            </a:solidFill>
            <a:prstDash val="solid"/>
            <a:round/>
            <a:headEnd len="sm" w="sm" type="none"/>
            <a:tailEnd len="sm" w="sm" type="none"/>
          </a:ln>
        </p:spPr>
      </p:cxnSp>
      <p:cxnSp>
        <p:nvCxnSpPr>
          <p:cNvPr id="4745" name="Google Shape;4745;p41"/>
          <p:cNvCxnSpPr/>
          <p:nvPr/>
        </p:nvCxnSpPr>
        <p:spPr>
          <a:xfrm flipH="1" rot="10800000">
            <a:off x="3827375" y="3654328"/>
            <a:ext cx="222250" cy="98425"/>
          </a:xfrm>
          <a:prstGeom prst="straightConnector1">
            <a:avLst/>
          </a:prstGeom>
          <a:noFill/>
          <a:ln cap="flat" cmpd="sng" w="15875">
            <a:solidFill>
              <a:srgbClr val="000000"/>
            </a:solidFill>
            <a:prstDash val="solid"/>
            <a:round/>
            <a:headEnd len="sm" w="sm" type="none"/>
            <a:tailEnd len="sm" w="sm" type="none"/>
          </a:ln>
        </p:spPr>
      </p:cxnSp>
      <p:cxnSp>
        <p:nvCxnSpPr>
          <p:cNvPr id="4746" name="Google Shape;4746;p41"/>
          <p:cNvCxnSpPr/>
          <p:nvPr/>
        </p:nvCxnSpPr>
        <p:spPr>
          <a:xfrm flipH="1" rot="10800000">
            <a:off x="4719550" y="3579716"/>
            <a:ext cx="273050" cy="254000"/>
          </a:xfrm>
          <a:prstGeom prst="straightConnector1">
            <a:avLst/>
          </a:prstGeom>
          <a:noFill/>
          <a:ln cap="flat" cmpd="sng" w="15875">
            <a:solidFill>
              <a:srgbClr val="000000"/>
            </a:solidFill>
            <a:prstDash val="solid"/>
            <a:round/>
            <a:headEnd len="sm" w="sm" type="none"/>
            <a:tailEnd len="sm" w="sm" type="none"/>
          </a:ln>
        </p:spPr>
      </p:cxnSp>
      <p:cxnSp>
        <p:nvCxnSpPr>
          <p:cNvPr id="4747" name="Google Shape;4747;p41"/>
          <p:cNvCxnSpPr/>
          <p:nvPr/>
        </p:nvCxnSpPr>
        <p:spPr>
          <a:xfrm rot="10800000">
            <a:off x="5251363" y="3565428"/>
            <a:ext cx="387350" cy="125413"/>
          </a:xfrm>
          <a:prstGeom prst="straightConnector1">
            <a:avLst/>
          </a:prstGeom>
          <a:noFill/>
          <a:ln cap="flat" cmpd="sng" w="15875">
            <a:solidFill>
              <a:srgbClr val="000000"/>
            </a:solidFill>
            <a:prstDash val="solid"/>
            <a:round/>
            <a:headEnd len="sm" w="sm" type="none"/>
            <a:tailEnd len="sm" w="sm" type="none"/>
          </a:ln>
        </p:spPr>
      </p:cxnSp>
      <p:cxnSp>
        <p:nvCxnSpPr>
          <p:cNvPr id="4748" name="Google Shape;4748;p41"/>
          <p:cNvCxnSpPr/>
          <p:nvPr/>
        </p:nvCxnSpPr>
        <p:spPr>
          <a:xfrm flipH="1" rot="10800000">
            <a:off x="5237075" y="3216178"/>
            <a:ext cx="307975" cy="198438"/>
          </a:xfrm>
          <a:prstGeom prst="straightConnector1">
            <a:avLst/>
          </a:prstGeom>
          <a:noFill/>
          <a:ln cap="flat" cmpd="sng" w="15875">
            <a:solidFill>
              <a:srgbClr val="000000"/>
            </a:solidFill>
            <a:prstDash val="solid"/>
            <a:round/>
            <a:headEnd len="sm" w="sm" type="none"/>
            <a:tailEnd len="sm" w="sm" type="none"/>
          </a:ln>
        </p:spPr>
      </p:cxnSp>
      <p:cxnSp>
        <p:nvCxnSpPr>
          <p:cNvPr id="4749" name="Google Shape;4749;p41"/>
          <p:cNvCxnSpPr/>
          <p:nvPr/>
        </p:nvCxnSpPr>
        <p:spPr>
          <a:xfrm rot="10800000">
            <a:off x="4109950" y="3086003"/>
            <a:ext cx="246063" cy="87313"/>
          </a:xfrm>
          <a:prstGeom prst="straightConnector1">
            <a:avLst/>
          </a:prstGeom>
          <a:noFill/>
          <a:ln cap="flat" cmpd="sng" w="15875">
            <a:solidFill>
              <a:srgbClr val="000000"/>
            </a:solidFill>
            <a:prstDash val="solid"/>
            <a:round/>
            <a:headEnd len="sm" w="sm" type="none"/>
            <a:tailEnd len="sm" w="sm" type="none"/>
          </a:ln>
        </p:spPr>
      </p:cxnSp>
      <p:sp>
        <p:nvSpPr>
          <p:cNvPr id="4750" name="Google Shape;4750;p41"/>
          <p:cNvSpPr txBox="1"/>
          <p:nvPr/>
        </p:nvSpPr>
        <p:spPr>
          <a:xfrm>
            <a:off x="3044738" y="3127278"/>
            <a:ext cx="80663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ISP A</a:t>
            </a:r>
            <a:endParaRPr b="0" i="1" sz="2400" u="none" cap="none" strike="noStrike">
              <a:solidFill>
                <a:srgbClr val="FFFFFF"/>
              </a:solidFill>
              <a:latin typeface="Calibri"/>
              <a:ea typeface="Calibri"/>
              <a:cs typeface="Calibri"/>
              <a:sym typeface="Calibri"/>
            </a:endParaRPr>
          </a:p>
        </p:txBody>
      </p:sp>
      <p:grpSp>
        <p:nvGrpSpPr>
          <p:cNvPr id="4751" name="Google Shape;4751;p41"/>
          <p:cNvGrpSpPr/>
          <p:nvPr/>
        </p:nvGrpSpPr>
        <p:grpSpPr>
          <a:xfrm>
            <a:off x="4779875" y="3395180"/>
            <a:ext cx="541338" cy="223023"/>
            <a:chOff x="7493876" y="2774731"/>
            <a:chExt cx="1481958" cy="894622"/>
          </a:xfrm>
        </p:grpSpPr>
        <p:sp>
          <p:nvSpPr>
            <p:cNvPr id="4752" name="Google Shape;4752;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753" name="Google Shape;4753;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754" name="Google Shape;4754;p41"/>
            <p:cNvGrpSpPr/>
            <p:nvPr/>
          </p:nvGrpSpPr>
          <p:grpSpPr>
            <a:xfrm>
              <a:off x="7713663" y="2848339"/>
              <a:ext cx="1042107" cy="425543"/>
              <a:chOff x="7786941" y="2884917"/>
              <a:chExt cx="897649" cy="353919"/>
            </a:xfrm>
          </p:grpSpPr>
          <p:sp>
            <p:nvSpPr>
              <p:cNvPr id="4755" name="Google Shape;4755;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56" name="Google Shape;4756;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57" name="Google Shape;4757;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58" name="Google Shape;4758;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59" name="Google Shape;4759;p41"/>
          <p:cNvGrpSpPr/>
          <p:nvPr/>
        </p:nvGrpSpPr>
        <p:grpSpPr>
          <a:xfrm>
            <a:off x="4228292" y="3150704"/>
            <a:ext cx="541338" cy="223023"/>
            <a:chOff x="7493876" y="2774731"/>
            <a:chExt cx="1481958" cy="894622"/>
          </a:xfrm>
        </p:grpSpPr>
        <p:sp>
          <p:nvSpPr>
            <p:cNvPr id="4760" name="Google Shape;4760;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761" name="Google Shape;4761;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762" name="Google Shape;4762;p41"/>
            <p:cNvGrpSpPr/>
            <p:nvPr/>
          </p:nvGrpSpPr>
          <p:grpSpPr>
            <a:xfrm>
              <a:off x="7713663" y="2848339"/>
              <a:ext cx="1042107" cy="425543"/>
              <a:chOff x="7786941" y="2884917"/>
              <a:chExt cx="897649" cy="353919"/>
            </a:xfrm>
          </p:grpSpPr>
          <p:sp>
            <p:nvSpPr>
              <p:cNvPr id="4763" name="Google Shape;4763;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4" name="Google Shape;4764;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5" name="Google Shape;4765;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6" name="Google Shape;4766;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67" name="Google Shape;4767;p41"/>
          <p:cNvGrpSpPr/>
          <p:nvPr/>
        </p:nvGrpSpPr>
        <p:grpSpPr>
          <a:xfrm>
            <a:off x="3972632" y="3451642"/>
            <a:ext cx="541338" cy="223023"/>
            <a:chOff x="7493876" y="2774731"/>
            <a:chExt cx="1481958" cy="894622"/>
          </a:xfrm>
        </p:grpSpPr>
        <p:sp>
          <p:nvSpPr>
            <p:cNvPr id="4768" name="Google Shape;4768;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769" name="Google Shape;4769;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770" name="Google Shape;4770;p41"/>
            <p:cNvGrpSpPr/>
            <p:nvPr/>
          </p:nvGrpSpPr>
          <p:grpSpPr>
            <a:xfrm>
              <a:off x="7713663" y="2848339"/>
              <a:ext cx="1042107" cy="425543"/>
              <a:chOff x="7786941" y="2884917"/>
              <a:chExt cx="897649" cy="353919"/>
            </a:xfrm>
          </p:grpSpPr>
          <p:sp>
            <p:nvSpPr>
              <p:cNvPr id="4771" name="Google Shape;4771;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72" name="Google Shape;4772;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73" name="Google Shape;4773;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74" name="Google Shape;4774;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775" name="Google Shape;4775;p41"/>
          <p:cNvSpPr/>
          <p:nvPr/>
        </p:nvSpPr>
        <p:spPr>
          <a:xfrm>
            <a:off x="2671675" y="4260753"/>
            <a:ext cx="2941638" cy="132397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4776" name="Google Shape;4776;p41"/>
          <p:cNvCxnSpPr/>
          <p:nvPr/>
        </p:nvCxnSpPr>
        <p:spPr>
          <a:xfrm>
            <a:off x="3706725" y="4494116"/>
            <a:ext cx="969963" cy="68262"/>
          </a:xfrm>
          <a:prstGeom prst="straightConnector1">
            <a:avLst/>
          </a:prstGeom>
          <a:noFill/>
          <a:ln cap="flat" cmpd="sng" w="15875">
            <a:solidFill>
              <a:srgbClr val="000000"/>
            </a:solidFill>
            <a:prstDash val="solid"/>
            <a:round/>
            <a:headEnd len="sm" w="sm" type="none"/>
            <a:tailEnd len="sm" w="sm" type="none"/>
          </a:ln>
        </p:spPr>
      </p:cxnSp>
      <p:cxnSp>
        <p:nvCxnSpPr>
          <p:cNvPr id="4777" name="Google Shape;4777;p41"/>
          <p:cNvCxnSpPr/>
          <p:nvPr/>
        </p:nvCxnSpPr>
        <p:spPr>
          <a:xfrm>
            <a:off x="4209963" y="4781453"/>
            <a:ext cx="109537" cy="79375"/>
          </a:xfrm>
          <a:prstGeom prst="straightConnector1">
            <a:avLst/>
          </a:prstGeom>
          <a:noFill/>
          <a:ln cap="flat" cmpd="sng" w="15875">
            <a:solidFill>
              <a:srgbClr val="000000"/>
            </a:solidFill>
            <a:prstDash val="solid"/>
            <a:round/>
            <a:headEnd len="sm" w="sm" type="none"/>
            <a:tailEnd len="sm" w="sm" type="none"/>
          </a:ln>
        </p:spPr>
      </p:cxnSp>
      <p:cxnSp>
        <p:nvCxnSpPr>
          <p:cNvPr id="4778" name="Google Shape;4778;p41"/>
          <p:cNvCxnSpPr/>
          <p:nvPr/>
        </p:nvCxnSpPr>
        <p:spPr>
          <a:xfrm flipH="1" rot="10800000">
            <a:off x="4027400" y="4976716"/>
            <a:ext cx="222250" cy="44450"/>
          </a:xfrm>
          <a:prstGeom prst="straightConnector1">
            <a:avLst/>
          </a:prstGeom>
          <a:noFill/>
          <a:ln cap="flat" cmpd="sng" w="15875">
            <a:solidFill>
              <a:srgbClr val="000000"/>
            </a:solidFill>
            <a:prstDash val="solid"/>
            <a:round/>
            <a:headEnd len="sm" w="sm" type="none"/>
            <a:tailEnd len="sm" w="sm" type="none"/>
          </a:ln>
        </p:spPr>
      </p:cxnSp>
      <p:cxnSp>
        <p:nvCxnSpPr>
          <p:cNvPr id="4779" name="Google Shape;4779;p41"/>
          <p:cNvCxnSpPr/>
          <p:nvPr/>
        </p:nvCxnSpPr>
        <p:spPr>
          <a:xfrm flipH="1" rot="10800000">
            <a:off x="3754350" y="4808441"/>
            <a:ext cx="177800" cy="106362"/>
          </a:xfrm>
          <a:prstGeom prst="straightConnector1">
            <a:avLst/>
          </a:prstGeom>
          <a:noFill/>
          <a:ln cap="flat" cmpd="sng" w="15875">
            <a:solidFill>
              <a:srgbClr val="000000"/>
            </a:solidFill>
            <a:prstDash val="solid"/>
            <a:round/>
            <a:headEnd len="sm" w="sm" type="none"/>
            <a:tailEnd len="sm" w="sm" type="none"/>
          </a:ln>
        </p:spPr>
      </p:cxnSp>
      <p:cxnSp>
        <p:nvCxnSpPr>
          <p:cNvPr id="4780" name="Google Shape;4780;p41"/>
          <p:cNvCxnSpPr/>
          <p:nvPr/>
        </p:nvCxnSpPr>
        <p:spPr>
          <a:xfrm flipH="1" rot="10800000">
            <a:off x="3468600" y="5095778"/>
            <a:ext cx="188913" cy="95250"/>
          </a:xfrm>
          <a:prstGeom prst="straightConnector1">
            <a:avLst/>
          </a:prstGeom>
          <a:noFill/>
          <a:ln cap="flat" cmpd="sng" w="15875">
            <a:solidFill>
              <a:srgbClr val="000000"/>
            </a:solidFill>
            <a:prstDash val="solid"/>
            <a:round/>
            <a:headEnd len="sm" w="sm" type="none"/>
            <a:tailEnd len="sm" w="sm" type="none"/>
          </a:ln>
        </p:spPr>
      </p:cxnSp>
      <p:cxnSp>
        <p:nvCxnSpPr>
          <p:cNvPr id="4781" name="Google Shape;4781;p41"/>
          <p:cNvCxnSpPr/>
          <p:nvPr/>
        </p:nvCxnSpPr>
        <p:spPr>
          <a:xfrm flipH="1" rot="10800000">
            <a:off x="4224250" y="5024341"/>
            <a:ext cx="231775" cy="244475"/>
          </a:xfrm>
          <a:prstGeom prst="straightConnector1">
            <a:avLst/>
          </a:prstGeom>
          <a:noFill/>
          <a:ln cap="flat" cmpd="sng" w="15875">
            <a:solidFill>
              <a:srgbClr val="000000"/>
            </a:solidFill>
            <a:prstDash val="solid"/>
            <a:round/>
            <a:headEnd len="sm" w="sm" type="none"/>
            <a:tailEnd len="sm" w="sm" type="none"/>
          </a:ln>
        </p:spPr>
      </p:cxnSp>
      <p:cxnSp>
        <p:nvCxnSpPr>
          <p:cNvPr id="4782" name="Google Shape;4782;p41"/>
          <p:cNvCxnSpPr/>
          <p:nvPr/>
        </p:nvCxnSpPr>
        <p:spPr>
          <a:xfrm rot="10800000">
            <a:off x="4675100" y="5011641"/>
            <a:ext cx="327025" cy="119062"/>
          </a:xfrm>
          <a:prstGeom prst="straightConnector1">
            <a:avLst/>
          </a:prstGeom>
          <a:noFill/>
          <a:ln cap="flat" cmpd="sng" w="15875">
            <a:solidFill>
              <a:srgbClr val="000000"/>
            </a:solidFill>
            <a:prstDash val="solid"/>
            <a:round/>
            <a:headEnd len="sm" w="sm" type="none"/>
            <a:tailEnd len="sm" w="sm" type="none"/>
          </a:ln>
        </p:spPr>
      </p:cxnSp>
      <p:cxnSp>
        <p:nvCxnSpPr>
          <p:cNvPr id="4783" name="Google Shape;4783;p41"/>
          <p:cNvCxnSpPr/>
          <p:nvPr/>
        </p:nvCxnSpPr>
        <p:spPr>
          <a:xfrm flipH="1" rot="10800000">
            <a:off x="4662400" y="4676678"/>
            <a:ext cx="260350" cy="188913"/>
          </a:xfrm>
          <a:prstGeom prst="straightConnector1">
            <a:avLst/>
          </a:prstGeom>
          <a:noFill/>
          <a:ln cap="flat" cmpd="sng" w="15875">
            <a:solidFill>
              <a:srgbClr val="000000"/>
            </a:solidFill>
            <a:prstDash val="solid"/>
            <a:round/>
            <a:headEnd len="sm" w="sm" type="none"/>
            <a:tailEnd len="sm" w="sm" type="none"/>
          </a:ln>
        </p:spPr>
      </p:cxnSp>
      <p:cxnSp>
        <p:nvCxnSpPr>
          <p:cNvPr id="4784" name="Google Shape;4784;p41"/>
          <p:cNvCxnSpPr/>
          <p:nvPr/>
        </p:nvCxnSpPr>
        <p:spPr>
          <a:xfrm rot="10800000">
            <a:off x="3708313" y="4551266"/>
            <a:ext cx="207962" cy="84137"/>
          </a:xfrm>
          <a:prstGeom prst="straightConnector1">
            <a:avLst/>
          </a:prstGeom>
          <a:noFill/>
          <a:ln cap="flat" cmpd="sng" w="15875">
            <a:solidFill>
              <a:srgbClr val="000000"/>
            </a:solidFill>
            <a:prstDash val="solid"/>
            <a:round/>
            <a:headEnd len="sm" w="sm" type="none"/>
            <a:tailEnd len="sm" w="sm" type="none"/>
          </a:ln>
        </p:spPr>
      </p:cxnSp>
      <p:sp>
        <p:nvSpPr>
          <p:cNvPr id="4785" name="Google Shape;4785;p41"/>
          <p:cNvSpPr txBox="1"/>
          <p:nvPr/>
        </p:nvSpPr>
        <p:spPr>
          <a:xfrm>
            <a:off x="2806613" y="4590953"/>
            <a:ext cx="78899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ISP C</a:t>
            </a:r>
            <a:endParaRPr b="0" i="1" sz="2400" u="none" cap="none" strike="noStrike">
              <a:solidFill>
                <a:srgbClr val="FFFFFF"/>
              </a:solidFill>
              <a:latin typeface="Calibri"/>
              <a:ea typeface="Calibri"/>
              <a:cs typeface="Calibri"/>
              <a:sym typeface="Calibri"/>
            </a:endParaRPr>
          </a:p>
        </p:txBody>
      </p:sp>
      <p:sp>
        <p:nvSpPr>
          <p:cNvPr id="4786" name="Google Shape;4786;p41"/>
          <p:cNvSpPr/>
          <p:nvPr/>
        </p:nvSpPr>
        <p:spPr>
          <a:xfrm>
            <a:off x="5765713" y="3706716"/>
            <a:ext cx="3219450" cy="13430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4787" name="Google Shape;4787;p41"/>
          <p:cNvCxnSpPr/>
          <p:nvPr/>
        </p:nvCxnSpPr>
        <p:spPr>
          <a:xfrm>
            <a:off x="6899188" y="3943253"/>
            <a:ext cx="1062037" cy="69850"/>
          </a:xfrm>
          <a:prstGeom prst="straightConnector1">
            <a:avLst/>
          </a:prstGeom>
          <a:noFill/>
          <a:ln cap="flat" cmpd="sng" w="15875">
            <a:solidFill>
              <a:srgbClr val="000000"/>
            </a:solidFill>
            <a:prstDash val="solid"/>
            <a:round/>
            <a:headEnd len="sm" w="sm" type="none"/>
            <a:tailEnd len="sm" w="sm" type="none"/>
          </a:ln>
        </p:spPr>
      </p:cxnSp>
      <p:cxnSp>
        <p:nvCxnSpPr>
          <p:cNvPr id="4788" name="Google Shape;4788;p41"/>
          <p:cNvCxnSpPr/>
          <p:nvPr/>
        </p:nvCxnSpPr>
        <p:spPr>
          <a:xfrm>
            <a:off x="7450050" y="4233766"/>
            <a:ext cx="120650" cy="82550"/>
          </a:xfrm>
          <a:prstGeom prst="straightConnector1">
            <a:avLst/>
          </a:prstGeom>
          <a:noFill/>
          <a:ln cap="flat" cmpd="sng" w="15875">
            <a:solidFill>
              <a:srgbClr val="000000"/>
            </a:solidFill>
            <a:prstDash val="solid"/>
            <a:round/>
            <a:headEnd len="sm" w="sm" type="none"/>
            <a:tailEnd len="sm" w="sm" type="none"/>
          </a:ln>
        </p:spPr>
      </p:cxnSp>
      <p:cxnSp>
        <p:nvCxnSpPr>
          <p:cNvPr id="4789" name="Google Shape;4789;p41"/>
          <p:cNvCxnSpPr/>
          <p:nvPr/>
        </p:nvCxnSpPr>
        <p:spPr>
          <a:xfrm flipH="1" rot="10800000">
            <a:off x="7250025" y="4433791"/>
            <a:ext cx="242888" cy="44450"/>
          </a:xfrm>
          <a:prstGeom prst="straightConnector1">
            <a:avLst/>
          </a:prstGeom>
          <a:noFill/>
          <a:ln cap="flat" cmpd="sng" w="15875">
            <a:solidFill>
              <a:srgbClr val="000000"/>
            </a:solidFill>
            <a:prstDash val="solid"/>
            <a:round/>
            <a:headEnd len="sm" w="sm" type="none"/>
            <a:tailEnd len="sm" w="sm" type="none"/>
          </a:ln>
        </p:spPr>
      </p:cxnSp>
      <p:cxnSp>
        <p:nvCxnSpPr>
          <p:cNvPr id="4790" name="Google Shape;4790;p41"/>
          <p:cNvCxnSpPr/>
          <p:nvPr/>
        </p:nvCxnSpPr>
        <p:spPr>
          <a:xfrm flipH="1" rot="10800000">
            <a:off x="6951575" y="4262341"/>
            <a:ext cx="195263" cy="106362"/>
          </a:xfrm>
          <a:prstGeom prst="straightConnector1">
            <a:avLst/>
          </a:prstGeom>
          <a:noFill/>
          <a:ln cap="flat" cmpd="sng" w="15875">
            <a:solidFill>
              <a:srgbClr val="000000"/>
            </a:solidFill>
            <a:prstDash val="solid"/>
            <a:round/>
            <a:headEnd len="sm" w="sm" type="none"/>
            <a:tailEnd len="sm" w="sm" type="none"/>
          </a:ln>
        </p:spPr>
      </p:cxnSp>
      <p:cxnSp>
        <p:nvCxnSpPr>
          <p:cNvPr id="4791" name="Google Shape;4791;p41"/>
          <p:cNvCxnSpPr/>
          <p:nvPr/>
        </p:nvCxnSpPr>
        <p:spPr>
          <a:xfrm flipH="1" rot="10800000">
            <a:off x="6638838" y="4554441"/>
            <a:ext cx="206375" cy="95250"/>
          </a:xfrm>
          <a:prstGeom prst="straightConnector1">
            <a:avLst/>
          </a:prstGeom>
          <a:noFill/>
          <a:ln cap="flat" cmpd="sng" w="15875">
            <a:solidFill>
              <a:srgbClr val="000000"/>
            </a:solidFill>
            <a:prstDash val="solid"/>
            <a:round/>
            <a:headEnd len="sm" w="sm" type="none"/>
            <a:tailEnd len="sm" w="sm" type="none"/>
          </a:ln>
        </p:spPr>
      </p:cxnSp>
      <p:cxnSp>
        <p:nvCxnSpPr>
          <p:cNvPr id="4792" name="Google Shape;4792;p41"/>
          <p:cNvCxnSpPr/>
          <p:nvPr/>
        </p:nvCxnSpPr>
        <p:spPr>
          <a:xfrm flipH="1" rot="10800000">
            <a:off x="7465925" y="4481416"/>
            <a:ext cx="254000" cy="247650"/>
          </a:xfrm>
          <a:prstGeom prst="straightConnector1">
            <a:avLst/>
          </a:prstGeom>
          <a:noFill/>
          <a:ln cap="flat" cmpd="sng" w="15875">
            <a:solidFill>
              <a:srgbClr val="000000"/>
            </a:solidFill>
            <a:prstDash val="solid"/>
            <a:round/>
            <a:headEnd len="sm" w="sm" type="none"/>
            <a:tailEnd len="sm" w="sm" type="none"/>
          </a:ln>
        </p:spPr>
      </p:cxnSp>
      <p:cxnSp>
        <p:nvCxnSpPr>
          <p:cNvPr id="4793" name="Google Shape;4793;p41"/>
          <p:cNvCxnSpPr/>
          <p:nvPr/>
        </p:nvCxnSpPr>
        <p:spPr>
          <a:xfrm rot="10800000">
            <a:off x="7929475" y="4460778"/>
            <a:ext cx="358775" cy="120650"/>
          </a:xfrm>
          <a:prstGeom prst="straightConnector1">
            <a:avLst/>
          </a:prstGeom>
          <a:noFill/>
          <a:ln cap="flat" cmpd="sng" w="15875">
            <a:solidFill>
              <a:srgbClr val="000000"/>
            </a:solidFill>
            <a:prstDash val="solid"/>
            <a:round/>
            <a:headEnd len="sm" w="sm" type="none"/>
            <a:tailEnd len="sm" w="sm" type="none"/>
          </a:ln>
        </p:spPr>
      </p:cxnSp>
      <p:cxnSp>
        <p:nvCxnSpPr>
          <p:cNvPr id="4794" name="Google Shape;4794;p41"/>
          <p:cNvCxnSpPr/>
          <p:nvPr/>
        </p:nvCxnSpPr>
        <p:spPr>
          <a:xfrm flipH="1" rot="10800000">
            <a:off x="7945350" y="4127403"/>
            <a:ext cx="285750" cy="192088"/>
          </a:xfrm>
          <a:prstGeom prst="straightConnector1">
            <a:avLst/>
          </a:prstGeom>
          <a:noFill/>
          <a:ln cap="flat" cmpd="sng" w="15875">
            <a:solidFill>
              <a:srgbClr val="000000"/>
            </a:solidFill>
            <a:prstDash val="solid"/>
            <a:round/>
            <a:headEnd len="sm" w="sm" type="none"/>
            <a:tailEnd len="sm" w="sm" type="none"/>
          </a:ln>
        </p:spPr>
      </p:cxnSp>
      <p:cxnSp>
        <p:nvCxnSpPr>
          <p:cNvPr id="4795" name="Google Shape;4795;p41"/>
          <p:cNvCxnSpPr/>
          <p:nvPr/>
        </p:nvCxnSpPr>
        <p:spPr>
          <a:xfrm rot="10800000">
            <a:off x="6900775" y="4000403"/>
            <a:ext cx="227013" cy="85725"/>
          </a:xfrm>
          <a:prstGeom prst="straightConnector1">
            <a:avLst/>
          </a:prstGeom>
          <a:noFill/>
          <a:ln cap="flat" cmpd="sng" w="15875">
            <a:solidFill>
              <a:srgbClr val="000000"/>
            </a:solidFill>
            <a:prstDash val="solid"/>
            <a:round/>
            <a:headEnd len="sm" w="sm" type="none"/>
            <a:tailEnd len="sm" w="sm" type="none"/>
          </a:ln>
        </p:spPr>
      </p:cxnSp>
      <p:sp>
        <p:nvSpPr>
          <p:cNvPr id="4796" name="Google Shape;4796;p41"/>
          <p:cNvSpPr txBox="1"/>
          <p:nvPr/>
        </p:nvSpPr>
        <p:spPr>
          <a:xfrm>
            <a:off x="5914938" y="4040091"/>
            <a:ext cx="79541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ISP B</a:t>
            </a:r>
            <a:endParaRPr b="0" i="1" sz="2400" u="none" cap="none" strike="noStrike">
              <a:solidFill>
                <a:srgbClr val="FFFFFF"/>
              </a:solidFill>
              <a:latin typeface="Calibri"/>
              <a:ea typeface="Calibri"/>
              <a:cs typeface="Calibri"/>
              <a:sym typeface="Calibri"/>
            </a:endParaRPr>
          </a:p>
        </p:txBody>
      </p:sp>
      <p:cxnSp>
        <p:nvCxnSpPr>
          <p:cNvPr id="4797" name="Google Shape;4797;p41"/>
          <p:cNvCxnSpPr/>
          <p:nvPr/>
        </p:nvCxnSpPr>
        <p:spPr>
          <a:xfrm>
            <a:off x="3533688" y="2666903"/>
            <a:ext cx="238125" cy="261938"/>
          </a:xfrm>
          <a:prstGeom prst="straightConnector1">
            <a:avLst/>
          </a:prstGeom>
          <a:noFill/>
          <a:ln cap="flat" cmpd="sng" w="9525">
            <a:solidFill>
              <a:srgbClr val="000000"/>
            </a:solidFill>
            <a:prstDash val="solid"/>
            <a:round/>
            <a:headEnd len="sm" w="sm" type="none"/>
            <a:tailEnd len="sm" w="sm" type="none"/>
          </a:ln>
        </p:spPr>
      </p:cxnSp>
      <p:cxnSp>
        <p:nvCxnSpPr>
          <p:cNvPr id="4798" name="Google Shape;4798;p41"/>
          <p:cNvCxnSpPr/>
          <p:nvPr/>
        </p:nvCxnSpPr>
        <p:spPr>
          <a:xfrm>
            <a:off x="5067213" y="2468466"/>
            <a:ext cx="307975" cy="573087"/>
          </a:xfrm>
          <a:prstGeom prst="straightConnector1">
            <a:avLst/>
          </a:prstGeom>
          <a:noFill/>
          <a:ln cap="flat" cmpd="sng" w="9525">
            <a:solidFill>
              <a:srgbClr val="000000"/>
            </a:solidFill>
            <a:prstDash val="solid"/>
            <a:round/>
            <a:headEnd len="sm" w="sm" type="none"/>
            <a:tailEnd len="sm" w="sm" type="none"/>
          </a:ln>
        </p:spPr>
      </p:cxnSp>
      <p:cxnSp>
        <p:nvCxnSpPr>
          <p:cNvPr id="4799" name="Google Shape;4799;p41"/>
          <p:cNvCxnSpPr/>
          <p:nvPr/>
        </p:nvCxnSpPr>
        <p:spPr>
          <a:xfrm flipH="1">
            <a:off x="5576800" y="2446241"/>
            <a:ext cx="384175" cy="579437"/>
          </a:xfrm>
          <a:prstGeom prst="straightConnector1">
            <a:avLst/>
          </a:prstGeom>
          <a:noFill/>
          <a:ln cap="flat" cmpd="sng" w="9525">
            <a:solidFill>
              <a:srgbClr val="000000"/>
            </a:solidFill>
            <a:prstDash val="solid"/>
            <a:round/>
            <a:headEnd len="sm" w="sm" type="none"/>
            <a:tailEnd len="sm" w="sm" type="none"/>
          </a:ln>
        </p:spPr>
      </p:cxnSp>
      <p:cxnSp>
        <p:nvCxnSpPr>
          <p:cNvPr id="4800" name="Google Shape;4800;p41"/>
          <p:cNvCxnSpPr/>
          <p:nvPr/>
        </p:nvCxnSpPr>
        <p:spPr>
          <a:xfrm>
            <a:off x="7921538" y="2957416"/>
            <a:ext cx="215900" cy="1046162"/>
          </a:xfrm>
          <a:prstGeom prst="straightConnector1">
            <a:avLst/>
          </a:prstGeom>
          <a:noFill/>
          <a:ln cap="flat" cmpd="sng" w="9525">
            <a:solidFill>
              <a:srgbClr val="000000"/>
            </a:solidFill>
            <a:prstDash val="solid"/>
            <a:round/>
            <a:headEnd len="sm" w="sm" type="none"/>
            <a:tailEnd len="sm" w="sm" type="none"/>
          </a:ln>
        </p:spPr>
      </p:cxnSp>
      <p:cxnSp>
        <p:nvCxnSpPr>
          <p:cNvPr id="4801" name="Google Shape;4801;p41"/>
          <p:cNvCxnSpPr/>
          <p:nvPr/>
        </p:nvCxnSpPr>
        <p:spPr>
          <a:xfrm flipH="1">
            <a:off x="8288250" y="3308253"/>
            <a:ext cx="241300" cy="692150"/>
          </a:xfrm>
          <a:prstGeom prst="straightConnector1">
            <a:avLst/>
          </a:prstGeom>
          <a:noFill/>
          <a:ln cap="flat" cmpd="sng" w="9525">
            <a:solidFill>
              <a:srgbClr val="000000"/>
            </a:solidFill>
            <a:prstDash val="solid"/>
            <a:round/>
            <a:headEnd len="sm" w="sm" type="none"/>
            <a:tailEnd len="sm" w="sm" type="none"/>
          </a:ln>
        </p:spPr>
      </p:cxnSp>
      <p:cxnSp>
        <p:nvCxnSpPr>
          <p:cNvPr id="4802" name="Google Shape;4802;p41"/>
          <p:cNvCxnSpPr/>
          <p:nvPr/>
        </p:nvCxnSpPr>
        <p:spPr>
          <a:xfrm rot="10800000">
            <a:off x="8605750" y="4630641"/>
            <a:ext cx="796925" cy="614362"/>
          </a:xfrm>
          <a:prstGeom prst="straightConnector1">
            <a:avLst/>
          </a:prstGeom>
          <a:noFill/>
          <a:ln cap="flat" cmpd="sng" w="9525">
            <a:solidFill>
              <a:srgbClr val="000000"/>
            </a:solidFill>
            <a:prstDash val="solid"/>
            <a:round/>
            <a:headEnd len="sm" w="sm" type="none"/>
            <a:tailEnd len="sm" w="sm" type="none"/>
          </a:ln>
        </p:spPr>
      </p:cxnSp>
      <p:cxnSp>
        <p:nvCxnSpPr>
          <p:cNvPr id="4803" name="Google Shape;4803;p41"/>
          <p:cNvCxnSpPr/>
          <p:nvPr/>
        </p:nvCxnSpPr>
        <p:spPr>
          <a:xfrm flipH="1" rot="10800000">
            <a:off x="2941550" y="5218016"/>
            <a:ext cx="401638" cy="209550"/>
          </a:xfrm>
          <a:prstGeom prst="straightConnector1">
            <a:avLst/>
          </a:prstGeom>
          <a:noFill/>
          <a:ln cap="flat" cmpd="sng" w="9525">
            <a:solidFill>
              <a:srgbClr val="000000"/>
            </a:solidFill>
            <a:prstDash val="solid"/>
            <a:round/>
            <a:headEnd len="sm" w="sm" type="none"/>
            <a:tailEnd len="sm" w="sm" type="none"/>
          </a:ln>
        </p:spPr>
      </p:cxnSp>
      <p:cxnSp>
        <p:nvCxnSpPr>
          <p:cNvPr id="4804" name="Google Shape;4804;p41"/>
          <p:cNvCxnSpPr/>
          <p:nvPr/>
        </p:nvCxnSpPr>
        <p:spPr>
          <a:xfrm>
            <a:off x="2535150" y="5075141"/>
            <a:ext cx="450850" cy="115887"/>
          </a:xfrm>
          <a:prstGeom prst="straightConnector1">
            <a:avLst/>
          </a:prstGeom>
          <a:noFill/>
          <a:ln cap="flat" cmpd="sng" w="9525">
            <a:solidFill>
              <a:srgbClr val="000000"/>
            </a:solidFill>
            <a:prstDash val="solid"/>
            <a:round/>
            <a:headEnd len="sm" w="sm" type="none"/>
            <a:tailEnd len="sm" w="sm" type="none"/>
          </a:ln>
        </p:spPr>
      </p:cxnSp>
      <p:cxnSp>
        <p:nvCxnSpPr>
          <p:cNvPr id="4805" name="Google Shape;4805;p41"/>
          <p:cNvCxnSpPr/>
          <p:nvPr/>
        </p:nvCxnSpPr>
        <p:spPr>
          <a:xfrm rot="10800000">
            <a:off x="7646900" y="4779866"/>
            <a:ext cx="1047750" cy="966787"/>
          </a:xfrm>
          <a:prstGeom prst="straightConnector1">
            <a:avLst/>
          </a:prstGeom>
          <a:noFill/>
          <a:ln cap="flat" cmpd="sng" w="9525">
            <a:solidFill>
              <a:srgbClr val="000000"/>
            </a:solidFill>
            <a:prstDash val="solid"/>
            <a:round/>
            <a:headEnd len="sm" w="sm" type="none"/>
            <a:tailEnd len="sm" w="sm" type="none"/>
          </a:ln>
        </p:spPr>
      </p:cxnSp>
      <p:cxnSp>
        <p:nvCxnSpPr>
          <p:cNvPr id="4806" name="Google Shape;4806;p41"/>
          <p:cNvCxnSpPr/>
          <p:nvPr/>
        </p:nvCxnSpPr>
        <p:spPr>
          <a:xfrm flipH="1">
            <a:off x="8716875" y="4368703"/>
            <a:ext cx="541338" cy="249238"/>
          </a:xfrm>
          <a:prstGeom prst="straightConnector1">
            <a:avLst/>
          </a:prstGeom>
          <a:noFill/>
          <a:ln cap="flat" cmpd="sng" w="9525">
            <a:solidFill>
              <a:srgbClr val="000000"/>
            </a:solidFill>
            <a:prstDash val="solid"/>
            <a:round/>
            <a:headEnd len="sm" w="sm" type="none"/>
            <a:tailEnd len="sm" w="sm" type="none"/>
          </a:ln>
        </p:spPr>
      </p:cxnSp>
      <p:grpSp>
        <p:nvGrpSpPr>
          <p:cNvPr id="4807" name="Google Shape;4807;p41"/>
          <p:cNvGrpSpPr/>
          <p:nvPr/>
        </p:nvGrpSpPr>
        <p:grpSpPr>
          <a:xfrm>
            <a:off x="5192625" y="3007829"/>
            <a:ext cx="541338" cy="223023"/>
            <a:chOff x="7493876" y="2774731"/>
            <a:chExt cx="1481958" cy="894622"/>
          </a:xfrm>
        </p:grpSpPr>
        <p:sp>
          <p:nvSpPr>
            <p:cNvPr id="4808" name="Google Shape;4808;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809" name="Google Shape;4809;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810" name="Google Shape;4810;p41"/>
            <p:cNvGrpSpPr/>
            <p:nvPr/>
          </p:nvGrpSpPr>
          <p:grpSpPr>
            <a:xfrm>
              <a:off x="7713663" y="2848339"/>
              <a:ext cx="1042107" cy="425543"/>
              <a:chOff x="7786941" y="2884917"/>
              <a:chExt cx="897649" cy="353919"/>
            </a:xfrm>
          </p:grpSpPr>
          <p:sp>
            <p:nvSpPr>
              <p:cNvPr id="4811" name="Google Shape;4811;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2" name="Google Shape;4812;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3" name="Google Shape;4813;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4" name="Google Shape;4814;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15" name="Google Shape;4815;p41"/>
          <p:cNvGrpSpPr/>
          <p:nvPr/>
        </p:nvGrpSpPr>
        <p:grpSpPr>
          <a:xfrm>
            <a:off x="3621872" y="2908203"/>
            <a:ext cx="541338" cy="223023"/>
            <a:chOff x="7493876" y="2774731"/>
            <a:chExt cx="1481958" cy="894622"/>
          </a:xfrm>
        </p:grpSpPr>
        <p:sp>
          <p:nvSpPr>
            <p:cNvPr id="4816" name="Google Shape;4816;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817" name="Google Shape;4817;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818" name="Google Shape;4818;p41"/>
            <p:cNvGrpSpPr/>
            <p:nvPr/>
          </p:nvGrpSpPr>
          <p:grpSpPr>
            <a:xfrm>
              <a:off x="7713663" y="2848339"/>
              <a:ext cx="1042107" cy="425543"/>
              <a:chOff x="7786941" y="2884917"/>
              <a:chExt cx="897649" cy="353919"/>
            </a:xfrm>
          </p:grpSpPr>
          <p:sp>
            <p:nvSpPr>
              <p:cNvPr id="4819" name="Google Shape;4819;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0" name="Google Shape;4820;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1" name="Google Shape;4821;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2" name="Google Shape;4822;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23" name="Google Shape;4823;p41"/>
          <p:cNvGrpSpPr/>
          <p:nvPr/>
        </p:nvGrpSpPr>
        <p:grpSpPr>
          <a:xfrm>
            <a:off x="8182681" y="4501444"/>
            <a:ext cx="541338" cy="223023"/>
            <a:chOff x="7493876" y="2774731"/>
            <a:chExt cx="1481958" cy="894622"/>
          </a:xfrm>
        </p:grpSpPr>
        <p:sp>
          <p:nvSpPr>
            <p:cNvPr id="4824" name="Google Shape;4824;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825" name="Google Shape;4825;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826" name="Google Shape;4826;p41"/>
            <p:cNvGrpSpPr/>
            <p:nvPr/>
          </p:nvGrpSpPr>
          <p:grpSpPr>
            <a:xfrm>
              <a:off x="7713663" y="2848339"/>
              <a:ext cx="1042107" cy="425543"/>
              <a:chOff x="7786941" y="2884917"/>
              <a:chExt cx="897649" cy="353919"/>
            </a:xfrm>
          </p:grpSpPr>
          <p:sp>
            <p:nvSpPr>
              <p:cNvPr id="4827" name="Google Shape;4827;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8" name="Google Shape;4828;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9" name="Google Shape;4829;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0" name="Google Shape;4830;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31" name="Google Shape;4831;p41"/>
          <p:cNvGrpSpPr/>
          <p:nvPr/>
        </p:nvGrpSpPr>
        <p:grpSpPr>
          <a:xfrm>
            <a:off x="7469673" y="4278623"/>
            <a:ext cx="541338" cy="223023"/>
            <a:chOff x="7493876" y="2774731"/>
            <a:chExt cx="1481958" cy="894622"/>
          </a:xfrm>
        </p:grpSpPr>
        <p:sp>
          <p:nvSpPr>
            <p:cNvPr id="4832" name="Google Shape;4832;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833" name="Google Shape;4833;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834" name="Google Shape;4834;p41"/>
            <p:cNvGrpSpPr/>
            <p:nvPr/>
          </p:nvGrpSpPr>
          <p:grpSpPr>
            <a:xfrm>
              <a:off x="7713663" y="2848339"/>
              <a:ext cx="1042107" cy="425543"/>
              <a:chOff x="7786941" y="2884917"/>
              <a:chExt cx="897649" cy="353919"/>
            </a:xfrm>
          </p:grpSpPr>
          <p:sp>
            <p:nvSpPr>
              <p:cNvPr id="4835" name="Google Shape;4835;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6" name="Google Shape;4836;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7" name="Google Shape;4837;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8" name="Google Shape;4838;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39" name="Google Shape;4839;p41"/>
          <p:cNvGrpSpPr/>
          <p:nvPr/>
        </p:nvGrpSpPr>
        <p:grpSpPr>
          <a:xfrm>
            <a:off x="6979356" y="4059569"/>
            <a:ext cx="541338" cy="223023"/>
            <a:chOff x="7493876" y="2774731"/>
            <a:chExt cx="1481958" cy="894622"/>
          </a:xfrm>
        </p:grpSpPr>
        <p:sp>
          <p:nvSpPr>
            <p:cNvPr id="4840" name="Google Shape;4840;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841" name="Google Shape;4841;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842" name="Google Shape;4842;p41"/>
            <p:cNvGrpSpPr/>
            <p:nvPr/>
          </p:nvGrpSpPr>
          <p:grpSpPr>
            <a:xfrm>
              <a:off x="7713663" y="2848339"/>
              <a:ext cx="1042107" cy="425543"/>
              <a:chOff x="7786941" y="2884917"/>
              <a:chExt cx="897649" cy="353919"/>
            </a:xfrm>
          </p:grpSpPr>
          <p:sp>
            <p:nvSpPr>
              <p:cNvPr id="4843" name="Google Shape;4843;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44" name="Google Shape;4844;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45" name="Google Shape;4845;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46" name="Google Shape;4846;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47" name="Google Shape;4847;p41"/>
          <p:cNvGrpSpPr/>
          <p:nvPr/>
        </p:nvGrpSpPr>
        <p:grpSpPr>
          <a:xfrm>
            <a:off x="6723616" y="4366729"/>
            <a:ext cx="541338" cy="223023"/>
            <a:chOff x="7493876" y="2774731"/>
            <a:chExt cx="1481958" cy="894622"/>
          </a:xfrm>
        </p:grpSpPr>
        <p:sp>
          <p:nvSpPr>
            <p:cNvPr id="4848" name="Google Shape;4848;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849" name="Google Shape;4849;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850" name="Google Shape;4850;p41"/>
            <p:cNvGrpSpPr/>
            <p:nvPr/>
          </p:nvGrpSpPr>
          <p:grpSpPr>
            <a:xfrm>
              <a:off x="7713663" y="2848339"/>
              <a:ext cx="1042107" cy="425543"/>
              <a:chOff x="7786941" y="2884917"/>
              <a:chExt cx="897649" cy="353919"/>
            </a:xfrm>
          </p:grpSpPr>
          <p:sp>
            <p:nvSpPr>
              <p:cNvPr id="4851" name="Google Shape;4851;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52" name="Google Shape;4852;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53" name="Google Shape;4853;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54" name="Google Shape;4854;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55" name="Google Shape;4855;p41"/>
          <p:cNvGrpSpPr/>
          <p:nvPr/>
        </p:nvGrpSpPr>
        <p:grpSpPr>
          <a:xfrm>
            <a:off x="3740086" y="4631455"/>
            <a:ext cx="541338" cy="223023"/>
            <a:chOff x="7493876" y="2774731"/>
            <a:chExt cx="1481958" cy="894622"/>
          </a:xfrm>
        </p:grpSpPr>
        <p:sp>
          <p:nvSpPr>
            <p:cNvPr id="4856" name="Google Shape;4856;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857" name="Google Shape;4857;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858" name="Google Shape;4858;p41"/>
            <p:cNvGrpSpPr/>
            <p:nvPr/>
          </p:nvGrpSpPr>
          <p:grpSpPr>
            <a:xfrm>
              <a:off x="7713663" y="2848339"/>
              <a:ext cx="1042107" cy="425543"/>
              <a:chOff x="7786941" y="2884917"/>
              <a:chExt cx="897649" cy="353919"/>
            </a:xfrm>
          </p:grpSpPr>
          <p:sp>
            <p:nvSpPr>
              <p:cNvPr id="4859" name="Google Shape;4859;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60" name="Google Shape;4860;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61" name="Google Shape;4861;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62" name="Google Shape;4862;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63" name="Google Shape;4863;p41"/>
          <p:cNvGrpSpPr/>
          <p:nvPr/>
        </p:nvGrpSpPr>
        <p:grpSpPr>
          <a:xfrm>
            <a:off x="3500746" y="4902845"/>
            <a:ext cx="541338" cy="223023"/>
            <a:chOff x="7493876" y="2774731"/>
            <a:chExt cx="1481958" cy="894622"/>
          </a:xfrm>
        </p:grpSpPr>
        <p:sp>
          <p:nvSpPr>
            <p:cNvPr id="4864" name="Google Shape;4864;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865" name="Google Shape;4865;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866" name="Google Shape;4866;p41"/>
            <p:cNvGrpSpPr/>
            <p:nvPr/>
          </p:nvGrpSpPr>
          <p:grpSpPr>
            <a:xfrm>
              <a:off x="7713663" y="2848339"/>
              <a:ext cx="1042107" cy="425543"/>
              <a:chOff x="7786941" y="2884917"/>
              <a:chExt cx="897649" cy="353919"/>
            </a:xfrm>
          </p:grpSpPr>
          <p:sp>
            <p:nvSpPr>
              <p:cNvPr id="4867" name="Google Shape;4867;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68" name="Google Shape;4868;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69" name="Google Shape;4869;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70" name="Google Shape;4870;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71" name="Google Shape;4871;p41"/>
          <p:cNvGrpSpPr/>
          <p:nvPr/>
        </p:nvGrpSpPr>
        <p:grpSpPr>
          <a:xfrm>
            <a:off x="2989969" y="5089246"/>
            <a:ext cx="541338" cy="223023"/>
            <a:chOff x="7493876" y="2774731"/>
            <a:chExt cx="1481958" cy="894622"/>
          </a:xfrm>
        </p:grpSpPr>
        <p:sp>
          <p:nvSpPr>
            <p:cNvPr id="4872" name="Google Shape;4872;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873" name="Google Shape;4873;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874" name="Google Shape;4874;p41"/>
            <p:cNvGrpSpPr/>
            <p:nvPr/>
          </p:nvGrpSpPr>
          <p:grpSpPr>
            <a:xfrm>
              <a:off x="7713663" y="2848339"/>
              <a:ext cx="1042107" cy="425543"/>
              <a:chOff x="7786941" y="2884917"/>
              <a:chExt cx="897649" cy="353919"/>
            </a:xfrm>
          </p:grpSpPr>
          <p:sp>
            <p:nvSpPr>
              <p:cNvPr id="4875" name="Google Shape;4875;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76" name="Google Shape;4876;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77" name="Google Shape;4877;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78" name="Google Shape;4878;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79" name="Google Shape;4879;p41"/>
          <p:cNvGrpSpPr/>
          <p:nvPr/>
        </p:nvGrpSpPr>
        <p:grpSpPr>
          <a:xfrm>
            <a:off x="4023882" y="5178456"/>
            <a:ext cx="541338" cy="223023"/>
            <a:chOff x="7493876" y="2774731"/>
            <a:chExt cx="1481958" cy="894622"/>
          </a:xfrm>
        </p:grpSpPr>
        <p:sp>
          <p:nvSpPr>
            <p:cNvPr id="4880" name="Google Shape;4880;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881" name="Google Shape;4881;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882" name="Google Shape;4882;p41"/>
            <p:cNvGrpSpPr/>
            <p:nvPr/>
          </p:nvGrpSpPr>
          <p:grpSpPr>
            <a:xfrm>
              <a:off x="7713663" y="2848339"/>
              <a:ext cx="1042107" cy="425543"/>
              <a:chOff x="7786941" y="2884917"/>
              <a:chExt cx="897649" cy="353919"/>
            </a:xfrm>
          </p:grpSpPr>
          <p:sp>
            <p:nvSpPr>
              <p:cNvPr id="4883" name="Google Shape;4883;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84" name="Google Shape;4884;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85" name="Google Shape;4885;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86" name="Google Shape;4886;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887" name="Google Shape;4887;p41"/>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grpSp>
        <p:nvGrpSpPr>
          <p:cNvPr id="4888" name="Google Shape;4888;p41"/>
          <p:cNvGrpSpPr/>
          <p:nvPr/>
        </p:nvGrpSpPr>
        <p:grpSpPr>
          <a:xfrm>
            <a:off x="2994584" y="2310458"/>
            <a:ext cx="648509" cy="418221"/>
            <a:chOff x="3053396" y="4304255"/>
            <a:chExt cx="648422" cy="418253"/>
          </a:xfrm>
        </p:grpSpPr>
        <p:sp>
          <p:nvSpPr>
            <p:cNvPr id="4889" name="Google Shape;4889;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90" name="Google Shape;4890;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891" name="Google Shape;4891;p41"/>
          <p:cNvGrpSpPr/>
          <p:nvPr/>
        </p:nvGrpSpPr>
        <p:grpSpPr>
          <a:xfrm>
            <a:off x="7503691" y="2564438"/>
            <a:ext cx="648509" cy="418221"/>
            <a:chOff x="3053396" y="4304255"/>
            <a:chExt cx="648422" cy="418253"/>
          </a:xfrm>
        </p:grpSpPr>
        <p:sp>
          <p:nvSpPr>
            <p:cNvPr id="4892" name="Google Shape;4892;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93" name="Google Shape;4893;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894" name="Google Shape;4894;p41"/>
          <p:cNvGrpSpPr/>
          <p:nvPr/>
        </p:nvGrpSpPr>
        <p:grpSpPr>
          <a:xfrm>
            <a:off x="2410305" y="5421718"/>
            <a:ext cx="648509" cy="418221"/>
            <a:chOff x="3053396" y="4304255"/>
            <a:chExt cx="648422" cy="418253"/>
          </a:xfrm>
        </p:grpSpPr>
        <p:sp>
          <p:nvSpPr>
            <p:cNvPr id="4895" name="Google Shape;4895;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96" name="Google Shape;4896;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897" name="Google Shape;4897;p41"/>
          <p:cNvGrpSpPr/>
          <p:nvPr/>
        </p:nvGrpSpPr>
        <p:grpSpPr>
          <a:xfrm>
            <a:off x="1991149" y="4799466"/>
            <a:ext cx="648509" cy="418221"/>
            <a:chOff x="3053396" y="4304255"/>
            <a:chExt cx="648422" cy="418253"/>
          </a:xfrm>
        </p:grpSpPr>
        <p:sp>
          <p:nvSpPr>
            <p:cNvPr id="4898" name="Google Shape;4898;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99" name="Google Shape;4899;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900" name="Google Shape;4900;p41"/>
          <p:cNvGrpSpPr/>
          <p:nvPr/>
        </p:nvGrpSpPr>
        <p:grpSpPr>
          <a:xfrm>
            <a:off x="1762518" y="4139117"/>
            <a:ext cx="648509" cy="418221"/>
            <a:chOff x="3053396" y="4304255"/>
            <a:chExt cx="648422" cy="418253"/>
          </a:xfrm>
        </p:grpSpPr>
        <p:sp>
          <p:nvSpPr>
            <p:cNvPr id="4901" name="Google Shape;4901;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02" name="Google Shape;4902;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903" name="Google Shape;4903;p41"/>
          <p:cNvGrpSpPr/>
          <p:nvPr/>
        </p:nvGrpSpPr>
        <p:grpSpPr>
          <a:xfrm>
            <a:off x="8253092" y="2996205"/>
            <a:ext cx="648509" cy="418221"/>
            <a:chOff x="3053396" y="4304255"/>
            <a:chExt cx="648422" cy="418253"/>
          </a:xfrm>
        </p:grpSpPr>
        <p:sp>
          <p:nvSpPr>
            <p:cNvPr id="4904" name="Google Shape;4904;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05" name="Google Shape;4905;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906" name="Google Shape;4906;p41"/>
          <p:cNvGrpSpPr/>
          <p:nvPr/>
        </p:nvGrpSpPr>
        <p:grpSpPr>
          <a:xfrm>
            <a:off x="4595000" y="2069176"/>
            <a:ext cx="648509" cy="418221"/>
            <a:chOff x="3053396" y="4304255"/>
            <a:chExt cx="648422" cy="418253"/>
          </a:xfrm>
        </p:grpSpPr>
        <p:sp>
          <p:nvSpPr>
            <p:cNvPr id="4907" name="Google Shape;4907;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08" name="Google Shape;4908;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909" name="Google Shape;4909;p41"/>
          <p:cNvGrpSpPr/>
          <p:nvPr/>
        </p:nvGrpSpPr>
        <p:grpSpPr>
          <a:xfrm>
            <a:off x="5509523" y="2043778"/>
            <a:ext cx="648509" cy="418221"/>
            <a:chOff x="3053396" y="4304255"/>
            <a:chExt cx="648422" cy="418253"/>
          </a:xfrm>
        </p:grpSpPr>
        <p:sp>
          <p:nvSpPr>
            <p:cNvPr id="4910" name="Google Shape;4910;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11" name="Google Shape;4911;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912" name="Google Shape;4912;p41"/>
          <p:cNvGrpSpPr/>
          <p:nvPr/>
        </p:nvGrpSpPr>
        <p:grpSpPr>
          <a:xfrm>
            <a:off x="8570635" y="5675699"/>
            <a:ext cx="648509" cy="418221"/>
            <a:chOff x="3053396" y="4304255"/>
            <a:chExt cx="648422" cy="418253"/>
          </a:xfrm>
        </p:grpSpPr>
        <p:sp>
          <p:nvSpPr>
            <p:cNvPr id="4913" name="Google Shape;4913;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14" name="Google Shape;4914;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915" name="Google Shape;4915;p41"/>
          <p:cNvGrpSpPr/>
          <p:nvPr/>
        </p:nvGrpSpPr>
        <p:grpSpPr>
          <a:xfrm>
            <a:off x="9408948" y="5028049"/>
            <a:ext cx="648509" cy="418221"/>
            <a:chOff x="3053396" y="4304255"/>
            <a:chExt cx="648422" cy="418253"/>
          </a:xfrm>
        </p:grpSpPr>
        <p:sp>
          <p:nvSpPr>
            <p:cNvPr id="4916" name="Google Shape;4916;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17" name="Google Shape;4917;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4918" name="Google Shape;4918;p41"/>
          <p:cNvGrpSpPr/>
          <p:nvPr/>
        </p:nvGrpSpPr>
        <p:grpSpPr>
          <a:xfrm>
            <a:off x="9180317" y="4113719"/>
            <a:ext cx="648509" cy="418221"/>
            <a:chOff x="3053396" y="4304255"/>
            <a:chExt cx="648422" cy="418253"/>
          </a:xfrm>
        </p:grpSpPr>
        <p:sp>
          <p:nvSpPr>
            <p:cNvPr id="4919" name="Google Shape;4919;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20" name="Google Shape;4920;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sp>
        <p:nvSpPr>
          <p:cNvPr id="4921" name="Google Shape;4921;p41"/>
          <p:cNvSpPr txBox="1"/>
          <p:nvPr/>
        </p:nvSpPr>
        <p:spPr>
          <a:xfrm rot="1053502">
            <a:off x="6609175" y="1968629"/>
            <a:ext cx="543812"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922" name="Google Shape;4922;p41"/>
          <p:cNvSpPr txBox="1"/>
          <p:nvPr/>
        </p:nvSpPr>
        <p:spPr>
          <a:xfrm rot="2829263">
            <a:off x="8895540" y="3441660"/>
            <a:ext cx="543697" cy="523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923" name="Google Shape;4923;p41"/>
          <p:cNvSpPr txBox="1"/>
          <p:nvPr/>
        </p:nvSpPr>
        <p:spPr>
          <a:xfrm rot="9845918">
            <a:off x="7564044" y="5954634"/>
            <a:ext cx="543812"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924" name="Google Shape;4924;p41"/>
          <p:cNvSpPr txBox="1"/>
          <p:nvPr/>
        </p:nvSpPr>
        <p:spPr>
          <a:xfrm rot="-9948738">
            <a:off x="3196001" y="5857999"/>
            <a:ext cx="543812"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925" name="Google Shape;4925;p41"/>
          <p:cNvSpPr txBox="1"/>
          <p:nvPr/>
        </p:nvSpPr>
        <p:spPr>
          <a:xfrm rot="-4992697">
            <a:off x="1609690" y="3551677"/>
            <a:ext cx="543697" cy="523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926" name="Google Shape;4926;p41"/>
          <p:cNvSpPr txBox="1"/>
          <p:nvPr/>
        </p:nvSpPr>
        <p:spPr>
          <a:xfrm rot="-1017263">
            <a:off x="3795672" y="1918514"/>
            <a:ext cx="543812"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Arial"/>
              <a:buNone/>
            </a:pPr>
            <a:r>
              <a:rPr b="0" i="0" lang="en-US" sz="2800" u="none" cap="none" strike="noStrike">
                <a:solidFill>
                  <a:srgbClr val="0000FF"/>
                </a:solidFill>
                <a:latin typeface="Arial"/>
                <a:ea typeface="Arial"/>
                <a:cs typeface="Arial"/>
                <a:sym typeface="Arial"/>
              </a:rPr>
              <a:t>…</a:t>
            </a:r>
            <a:endParaRPr b="0" i="0" sz="2800" u="none" cap="none" strike="noStrike">
              <a:solidFill>
                <a:srgbClr val="0000FF"/>
              </a:solidFill>
              <a:latin typeface="Arial"/>
              <a:ea typeface="Arial"/>
              <a:cs typeface="Arial"/>
              <a:sym typeface="Arial"/>
            </a:endParaRPr>
          </a:p>
        </p:txBody>
      </p:sp>
      <p:sp>
        <p:nvSpPr>
          <p:cNvPr id="4927" name="Google Shape;4927;p41"/>
          <p:cNvSpPr txBox="1"/>
          <p:nvPr/>
        </p:nvSpPr>
        <p:spPr>
          <a:xfrm>
            <a:off x="851133" y="1142095"/>
            <a:ext cx="10824866" cy="834047"/>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Clr>
                <a:schemeClr val="dk1"/>
              </a:buClr>
              <a:buSzPts val="1100"/>
              <a:buFont typeface="Arial"/>
              <a:buNone/>
            </a:pPr>
            <a:r>
              <a:rPr lang="en-US" sz="2200">
                <a:latin typeface="Calibri"/>
                <a:ea typeface="Calibri"/>
                <a:cs typeface="Calibri"/>
                <a:sym typeface="Calibri"/>
              </a:rPr>
              <a:t>… and content provider networks  (e.g., Google, Facebook) may run their own network, to bring services, content close to end users. ISP:- (National internet exchange of india ), Peering network :- National knowledge network</a:t>
            </a:r>
            <a:endParaRPr sz="2200">
              <a:latin typeface="Calibri"/>
              <a:ea typeface="Calibri"/>
              <a:cs typeface="Calibri"/>
              <a:sym typeface="Calibri"/>
            </a:endParaRPr>
          </a:p>
          <a:p>
            <a:pPr indent="0" lvl="0" marL="0" rtl="0" algn="l">
              <a:lnSpc>
                <a:spcPct val="85000"/>
              </a:lnSpc>
              <a:spcBef>
                <a:spcPts val="0"/>
              </a:spcBef>
              <a:spcAft>
                <a:spcPts val="0"/>
              </a:spcAft>
              <a:buClr>
                <a:schemeClr val="dk1"/>
              </a:buClr>
              <a:buSzPts val="1100"/>
              <a:buFont typeface="Arial"/>
              <a:buNone/>
            </a:pPr>
            <a:r>
              <a:t/>
            </a:r>
            <a:endParaRPr sz="2800">
              <a:latin typeface="Calibri"/>
              <a:ea typeface="Calibri"/>
              <a:cs typeface="Calibri"/>
              <a:sym typeface="Calibri"/>
            </a:endParaRPr>
          </a:p>
          <a:p>
            <a:pPr indent="0" lvl="0" marL="0" marR="0" rtl="0" algn="l">
              <a:lnSpc>
                <a:spcPct val="85000"/>
              </a:lnSpc>
              <a:spcBef>
                <a:spcPts val="0"/>
              </a:spcBef>
              <a:spcAft>
                <a:spcPts val="0"/>
              </a:spcAft>
              <a:buClr>
                <a:srgbClr val="000099"/>
              </a:buClr>
              <a:buSzPts val="2100"/>
              <a:buFont typeface="Calibri"/>
              <a:buNone/>
            </a:pPr>
            <a:r>
              <a:t/>
            </a:r>
            <a:endParaRPr sz="2800">
              <a:latin typeface="Calibri"/>
              <a:ea typeface="Calibri"/>
              <a:cs typeface="Calibri"/>
              <a:sym typeface="Calibri"/>
            </a:endParaRPr>
          </a:p>
        </p:txBody>
      </p:sp>
      <p:grpSp>
        <p:nvGrpSpPr>
          <p:cNvPr id="4928" name="Google Shape;4928;p41"/>
          <p:cNvGrpSpPr/>
          <p:nvPr/>
        </p:nvGrpSpPr>
        <p:grpSpPr>
          <a:xfrm>
            <a:off x="5736579" y="2899825"/>
            <a:ext cx="2272389" cy="1061009"/>
            <a:chOff x="4696844" y="2871032"/>
            <a:chExt cx="2272671" cy="1061113"/>
          </a:xfrm>
        </p:grpSpPr>
        <p:grpSp>
          <p:nvGrpSpPr>
            <p:cNvPr id="4929" name="Google Shape;4929;p41"/>
            <p:cNvGrpSpPr/>
            <p:nvPr/>
          </p:nvGrpSpPr>
          <p:grpSpPr>
            <a:xfrm>
              <a:off x="5677190" y="2871032"/>
              <a:ext cx="530938" cy="338554"/>
              <a:chOff x="5573768" y="2726239"/>
              <a:chExt cx="530938" cy="338554"/>
            </a:xfrm>
          </p:grpSpPr>
          <p:sp>
            <p:nvSpPr>
              <p:cNvPr id="4930" name="Google Shape;4930;p41"/>
              <p:cNvSpPr/>
              <p:nvPr/>
            </p:nvSpPr>
            <p:spPr>
              <a:xfrm>
                <a:off x="5573768" y="2751297"/>
                <a:ext cx="528092" cy="304800"/>
              </a:xfrm>
              <a:prstGeom prst="ellipse">
                <a:avLst/>
              </a:prstGeom>
              <a:solidFill>
                <a:srgbClr val="0000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931" name="Google Shape;4931;p41"/>
              <p:cNvSpPr txBox="1"/>
              <p:nvPr/>
            </p:nvSpPr>
            <p:spPr>
              <a:xfrm>
                <a:off x="5593027" y="2726239"/>
                <a:ext cx="51167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IXP</a:t>
                </a:r>
                <a:endParaRPr b="0" i="0" sz="1600" u="none" cap="none" strike="noStrike">
                  <a:solidFill>
                    <a:srgbClr val="FFFFFF"/>
                  </a:solidFill>
                  <a:latin typeface="Arial"/>
                  <a:ea typeface="Arial"/>
                  <a:cs typeface="Arial"/>
                  <a:sym typeface="Arial"/>
                </a:endParaRPr>
              </a:p>
            </p:txBody>
          </p:sp>
        </p:grpSp>
        <p:cxnSp>
          <p:nvCxnSpPr>
            <p:cNvPr id="4932" name="Google Shape;4932;p41"/>
            <p:cNvCxnSpPr/>
            <p:nvPr/>
          </p:nvCxnSpPr>
          <p:spPr>
            <a:xfrm>
              <a:off x="4696844" y="3073933"/>
              <a:ext cx="980347" cy="3515"/>
            </a:xfrm>
            <a:prstGeom prst="straightConnector1">
              <a:avLst/>
            </a:prstGeom>
            <a:noFill/>
            <a:ln cap="flat" cmpd="sng" w="38100">
              <a:solidFill>
                <a:srgbClr val="CC0000"/>
              </a:solidFill>
              <a:prstDash val="solid"/>
              <a:round/>
              <a:headEnd len="sm" w="sm" type="none"/>
              <a:tailEnd len="sm" w="sm" type="none"/>
            </a:ln>
          </p:spPr>
        </p:cxnSp>
        <p:cxnSp>
          <p:nvCxnSpPr>
            <p:cNvPr id="4933" name="Google Shape;4933;p41"/>
            <p:cNvCxnSpPr>
              <a:endCxn id="4934" idx="1"/>
            </p:cNvCxnSpPr>
            <p:nvPr/>
          </p:nvCxnSpPr>
          <p:spPr>
            <a:xfrm>
              <a:off x="6137015" y="3146745"/>
              <a:ext cx="832500" cy="785400"/>
            </a:xfrm>
            <a:prstGeom prst="straightConnector1">
              <a:avLst/>
            </a:prstGeom>
            <a:noFill/>
            <a:ln cap="flat" cmpd="sng" w="38100">
              <a:solidFill>
                <a:srgbClr val="CC0000"/>
              </a:solidFill>
              <a:prstDash val="solid"/>
              <a:round/>
              <a:headEnd len="sm" w="sm" type="none"/>
              <a:tailEnd len="sm" w="sm" type="none"/>
            </a:ln>
          </p:spPr>
        </p:cxnSp>
      </p:grpSp>
      <p:grpSp>
        <p:nvGrpSpPr>
          <p:cNvPr id="4935" name="Google Shape;4935;p41"/>
          <p:cNvGrpSpPr/>
          <p:nvPr/>
        </p:nvGrpSpPr>
        <p:grpSpPr>
          <a:xfrm>
            <a:off x="3570106" y="3762886"/>
            <a:ext cx="2938633" cy="1357363"/>
            <a:chOff x="2746015" y="3733001"/>
            <a:chExt cx="2937190" cy="1359445"/>
          </a:xfrm>
        </p:grpSpPr>
        <p:cxnSp>
          <p:nvCxnSpPr>
            <p:cNvPr id="4936" name="Google Shape;4936;p41"/>
            <p:cNvCxnSpPr>
              <a:stCxn id="4937" idx="5"/>
              <a:endCxn id="4938" idx="3"/>
            </p:cNvCxnSpPr>
            <p:nvPr/>
          </p:nvCxnSpPr>
          <p:spPr>
            <a:xfrm>
              <a:off x="5094305" y="3733001"/>
              <a:ext cx="588900" cy="212700"/>
            </a:xfrm>
            <a:prstGeom prst="straightConnector1">
              <a:avLst/>
            </a:prstGeom>
            <a:noFill/>
            <a:ln cap="flat" cmpd="sng" w="38100">
              <a:solidFill>
                <a:srgbClr val="CC0000"/>
              </a:solidFill>
              <a:prstDash val="solid"/>
              <a:round/>
              <a:headEnd len="sm" w="sm" type="none"/>
              <a:tailEnd len="sm" w="sm" type="none"/>
            </a:ln>
          </p:spPr>
        </p:cxnSp>
        <p:cxnSp>
          <p:nvCxnSpPr>
            <p:cNvPr id="4939" name="Google Shape;4939;p41"/>
            <p:cNvCxnSpPr>
              <a:stCxn id="4940" idx="5"/>
            </p:cNvCxnSpPr>
            <p:nvPr/>
          </p:nvCxnSpPr>
          <p:spPr>
            <a:xfrm flipH="1">
              <a:off x="2746015" y="3789080"/>
              <a:ext cx="54600" cy="601800"/>
            </a:xfrm>
            <a:prstGeom prst="straightConnector1">
              <a:avLst/>
            </a:prstGeom>
            <a:noFill/>
            <a:ln cap="flat" cmpd="sng" w="38100">
              <a:solidFill>
                <a:srgbClr val="CC0000"/>
              </a:solidFill>
              <a:prstDash val="solid"/>
              <a:round/>
              <a:headEnd len="sm" w="sm" type="none"/>
              <a:tailEnd len="sm" w="sm" type="none"/>
            </a:ln>
          </p:spPr>
        </p:cxnSp>
        <p:cxnSp>
          <p:nvCxnSpPr>
            <p:cNvPr id="4941" name="Google Shape;4941;p41"/>
            <p:cNvCxnSpPr>
              <a:endCxn id="4942" idx="3"/>
            </p:cNvCxnSpPr>
            <p:nvPr/>
          </p:nvCxnSpPr>
          <p:spPr>
            <a:xfrm flipH="1" rot="10800000">
              <a:off x="4424295" y="4701847"/>
              <a:ext cx="1074600" cy="390600"/>
            </a:xfrm>
            <a:prstGeom prst="straightConnector1">
              <a:avLst/>
            </a:prstGeom>
            <a:noFill/>
            <a:ln cap="flat" cmpd="sng" w="38100">
              <a:solidFill>
                <a:srgbClr val="CC0000"/>
              </a:solidFill>
              <a:prstDash val="solid"/>
              <a:round/>
              <a:headEnd len="sm" w="sm" type="none"/>
              <a:tailEnd len="sm" w="sm" type="none"/>
            </a:ln>
          </p:spPr>
        </p:cxnSp>
      </p:grpSp>
      <p:cxnSp>
        <p:nvCxnSpPr>
          <p:cNvPr id="4943" name="Google Shape;4943;p41"/>
          <p:cNvCxnSpPr>
            <a:stCxn id="4944" idx="2"/>
          </p:cNvCxnSpPr>
          <p:nvPr/>
        </p:nvCxnSpPr>
        <p:spPr>
          <a:xfrm flipH="1" rot="10800000">
            <a:off x="4982880" y="4309884"/>
            <a:ext cx="309000" cy="307800"/>
          </a:xfrm>
          <a:prstGeom prst="straightConnector1">
            <a:avLst/>
          </a:prstGeom>
          <a:noFill/>
          <a:ln cap="flat" cmpd="sng" w="38100">
            <a:solidFill>
              <a:srgbClr val="CC0000"/>
            </a:solidFill>
            <a:prstDash val="solid"/>
            <a:round/>
            <a:headEnd len="sm" w="sm" type="none"/>
            <a:tailEnd len="sm" w="sm" type="none"/>
          </a:ln>
        </p:spPr>
      </p:cxnSp>
      <p:cxnSp>
        <p:nvCxnSpPr>
          <p:cNvPr id="4945" name="Google Shape;4945;p41"/>
          <p:cNvCxnSpPr/>
          <p:nvPr/>
        </p:nvCxnSpPr>
        <p:spPr>
          <a:xfrm flipH="1" rot="10800000">
            <a:off x="5520180" y="3924252"/>
            <a:ext cx="929835" cy="367084"/>
          </a:xfrm>
          <a:prstGeom prst="straightConnector1">
            <a:avLst/>
          </a:prstGeom>
          <a:noFill/>
          <a:ln cap="flat" cmpd="sng" w="38100">
            <a:solidFill>
              <a:srgbClr val="CC0000"/>
            </a:solidFill>
            <a:prstDash val="solid"/>
            <a:round/>
            <a:headEnd len="sm" w="sm" type="none"/>
            <a:tailEnd len="sm" w="sm" type="none"/>
          </a:ln>
        </p:spPr>
      </p:cxnSp>
      <p:cxnSp>
        <p:nvCxnSpPr>
          <p:cNvPr id="4946" name="Google Shape;4946;p41"/>
          <p:cNvCxnSpPr>
            <a:stCxn id="4947" idx="2"/>
          </p:cNvCxnSpPr>
          <p:nvPr/>
        </p:nvCxnSpPr>
        <p:spPr>
          <a:xfrm>
            <a:off x="4815073" y="3947043"/>
            <a:ext cx="477000" cy="277500"/>
          </a:xfrm>
          <a:prstGeom prst="straightConnector1">
            <a:avLst/>
          </a:prstGeom>
          <a:noFill/>
          <a:ln cap="flat" cmpd="sng" w="38100">
            <a:solidFill>
              <a:srgbClr val="CC0000"/>
            </a:solidFill>
            <a:prstDash val="solid"/>
            <a:round/>
            <a:headEnd len="sm" w="sm" type="none"/>
            <a:tailEnd len="sm" w="sm" type="none"/>
          </a:ln>
        </p:spPr>
      </p:cxnSp>
      <p:grpSp>
        <p:nvGrpSpPr>
          <p:cNvPr id="4948" name="Google Shape;4948;p41"/>
          <p:cNvGrpSpPr/>
          <p:nvPr/>
        </p:nvGrpSpPr>
        <p:grpSpPr>
          <a:xfrm>
            <a:off x="7929475" y="3939691"/>
            <a:ext cx="541338" cy="223023"/>
            <a:chOff x="7493876" y="2774731"/>
            <a:chExt cx="1481958" cy="894622"/>
          </a:xfrm>
        </p:grpSpPr>
        <p:sp>
          <p:nvSpPr>
            <p:cNvPr id="4949" name="Google Shape;4949;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934" name="Google Shape;4934;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950" name="Google Shape;4950;p41"/>
            <p:cNvGrpSpPr/>
            <p:nvPr/>
          </p:nvGrpSpPr>
          <p:grpSpPr>
            <a:xfrm>
              <a:off x="7713663" y="2848339"/>
              <a:ext cx="1042107" cy="425543"/>
              <a:chOff x="7786941" y="2884917"/>
              <a:chExt cx="897649" cy="353919"/>
            </a:xfrm>
          </p:grpSpPr>
          <p:sp>
            <p:nvSpPr>
              <p:cNvPr id="4951" name="Google Shape;4951;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2" name="Google Shape;4952;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3" name="Google Shape;4953;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4" name="Google Shape;4954;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55" name="Google Shape;4955;p41"/>
          <p:cNvGrpSpPr/>
          <p:nvPr/>
        </p:nvGrpSpPr>
        <p:grpSpPr>
          <a:xfrm>
            <a:off x="4400287" y="3826770"/>
            <a:ext cx="541338" cy="223023"/>
            <a:chOff x="7493876" y="2774731"/>
            <a:chExt cx="1481958" cy="894622"/>
          </a:xfrm>
        </p:grpSpPr>
        <p:sp>
          <p:nvSpPr>
            <p:cNvPr id="4956" name="Google Shape;4956;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957" name="Google Shape;4957;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958" name="Google Shape;4958;p41"/>
            <p:cNvGrpSpPr/>
            <p:nvPr/>
          </p:nvGrpSpPr>
          <p:grpSpPr>
            <a:xfrm>
              <a:off x="7713663" y="2848339"/>
              <a:ext cx="1042107" cy="425543"/>
              <a:chOff x="7786941" y="2884917"/>
              <a:chExt cx="897649" cy="353919"/>
            </a:xfrm>
          </p:grpSpPr>
          <p:sp>
            <p:nvSpPr>
              <p:cNvPr id="4959" name="Google Shape;4959;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7" name="Google Shape;4947;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60" name="Google Shape;4960;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61" name="Google Shape;4961;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62" name="Google Shape;4962;p41"/>
          <p:cNvGrpSpPr/>
          <p:nvPr/>
        </p:nvGrpSpPr>
        <p:grpSpPr>
          <a:xfrm>
            <a:off x="4568094" y="4497411"/>
            <a:ext cx="541338" cy="223023"/>
            <a:chOff x="7493876" y="2774731"/>
            <a:chExt cx="1481958" cy="894622"/>
          </a:xfrm>
        </p:grpSpPr>
        <p:sp>
          <p:nvSpPr>
            <p:cNvPr id="4963" name="Google Shape;4963;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964" name="Google Shape;4964;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965" name="Google Shape;4965;p41"/>
            <p:cNvGrpSpPr/>
            <p:nvPr/>
          </p:nvGrpSpPr>
          <p:grpSpPr>
            <a:xfrm>
              <a:off x="7713663" y="2848339"/>
              <a:ext cx="1042107" cy="425543"/>
              <a:chOff x="7786941" y="2884917"/>
              <a:chExt cx="897649" cy="353919"/>
            </a:xfrm>
          </p:grpSpPr>
          <p:sp>
            <p:nvSpPr>
              <p:cNvPr id="4966" name="Google Shape;4966;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4" name="Google Shape;4944;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67" name="Google Shape;4967;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68" name="Google Shape;4968;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69" name="Google Shape;4969;p41"/>
          <p:cNvGrpSpPr/>
          <p:nvPr/>
        </p:nvGrpSpPr>
        <p:grpSpPr>
          <a:xfrm>
            <a:off x="6429198" y="3852093"/>
            <a:ext cx="541338" cy="223023"/>
            <a:chOff x="7493876" y="2774731"/>
            <a:chExt cx="1481958" cy="894622"/>
          </a:xfrm>
        </p:grpSpPr>
        <p:sp>
          <p:nvSpPr>
            <p:cNvPr id="4970" name="Google Shape;4970;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938" name="Google Shape;4938;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971" name="Google Shape;4971;p41"/>
            <p:cNvGrpSpPr/>
            <p:nvPr/>
          </p:nvGrpSpPr>
          <p:grpSpPr>
            <a:xfrm>
              <a:off x="7713663" y="2848339"/>
              <a:ext cx="1042107" cy="425543"/>
              <a:chOff x="7786941" y="2884917"/>
              <a:chExt cx="897649" cy="353919"/>
            </a:xfrm>
          </p:grpSpPr>
          <p:sp>
            <p:nvSpPr>
              <p:cNvPr id="4972" name="Google Shape;4972;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73" name="Google Shape;4973;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74" name="Google Shape;4974;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75" name="Google Shape;4975;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76" name="Google Shape;4976;p41"/>
          <p:cNvGrpSpPr/>
          <p:nvPr/>
        </p:nvGrpSpPr>
        <p:grpSpPr>
          <a:xfrm>
            <a:off x="5457737" y="3639654"/>
            <a:ext cx="541338" cy="223023"/>
            <a:chOff x="7493876" y="2774731"/>
            <a:chExt cx="1481958" cy="894622"/>
          </a:xfrm>
        </p:grpSpPr>
        <p:sp>
          <p:nvSpPr>
            <p:cNvPr id="4977" name="Google Shape;4977;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937" name="Google Shape;4937;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978" name="Google Shape;4978;p41"/>
            <p:cNvGrpSpPr/>
            <p:nvPr/>
          </p:nvGrpSpPr>
          <p:grpSpPr>
            <a:xfrm>
              <a:off x="7713663" y="2848339"/>
              <a:ext cx="1042107" cy="425543"/>
              <a:chOff x="7786941" y="2884917"/>
              <a:chExt cx="897649" cy="353919"/>
            </a:xfrm>
          </p:grpSpPr>
          <p:sp>
            <p:nvSpPr>
              <p:cNvPr id="4979" name="Google Shape;4979;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0" name="Google Shape;4980;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1" name="Google Shape;4981;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2" name="Google Shape;4982;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83" name="Google Shape;4983;p41"/>
          <p:cNvGrpSpPr/>
          <p:nvPr/>
        </p:nvGrpSpPr>
        <p:grpSpPr>
          <a:xfrm>
            <a:off x="5119678" y="4119105"/>
            <a:ext cx="528442" cy="338554"/>
            <a:chOff x="5634518" y="2652249"/>
            <a:chExt cx="528092" cy="338174"/>
          </a:xfrm>
        </p:grpSpPr>
        <p:sp>
          <p:nvSpPr>
            <p:cNvPr id="4984" name="Google Shape;4984;p41"/>
            <p:cNvSpPr/>
            <p:nvPr/>
          </p:nvSpPr>
          <p:spPr>
            <a:xfrm>
              <a:off x="5634518" y="2672371"/>
              <a:ext cx="528092" cy="304800"/>
            </a:xfrm>
            <a:prstGeom prst="ellipse">
              <a:avLst/>
            </a:prstGeom>
            <a:solidFill>
              <a:srgbClr val="0000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985" name="Google Shape;4985;p41"/>
            <p:cNvSpPr txBox="1"/>
            <p:nvPr/>
          </p:nvSpPr>
          <p:spPr>
            <a:xfrm>
              <a:off x="5685246" y="2652249"/>
              <a:ext cx="447262" cy="338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IXP</a:t>
              </a:r>
              <a:endParaRPr b="0" i="0" sz="1600" u="none" cap="none" strike="noStrike">
                <a:solidFill>
                  <a:srgbClr val="FFFFFF"/>
                </a:solidFill>
                <a:latin typeface="Calibri"/>
                <a:ea typeface="Calibri"/>
                <a:cs typeface="Calibri"/>
                <a:sym typeface="Calibri"/>
              </a:endParaRPr>
            </a:p>
          </p:txBody>
        </p:sp>
      </p:grpSp>
      <p:grpSp>
        <p:nvGrpSpPr>
          <p:cNvPr id="4986" name="Google Shape;4986;p41"/>
          <p:cNvGrpSpPr/>
          <p:nvPr/>
        </p:nvGrpSpPr>
        <p:grpSpPr>
          <a:xfrm>
            <a:off x="6244846" y="4607015"/>
            <a:ext cx="541338" cy="223023"/>
            <a:chOff x="7493876" y="2774731"/>
            <a:chExt cx="1481958" cy="894622"/>
          </a:xfrm>
        </p:grpSpPr>
        <p:sp>
          <p:nvSpPr>
            <p:cNvPr id="4987" name="Google Shape;4987;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942" name="Google Shape;4942;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988" name="Google Shape;4988;p41"/>
            <p:cNvGrpSpPr/>
            <p:nvPr/>
          </p:nvGrpSpPr>
          <p:grpSpPr>
            <a:xfrm>
              <a:off x="7713663" y="2848339"/>
              <a:ext cx="1042107" cy="425543"/>
              <a:chOff x="7786941" y="2884917"/>
              <a:chExt cx="897649" cy="353919"/>
            </a:xfrm>
          </p:grpSpPr>
          <p:sp>
            <p:nvSpPr>
              <p:cNvPr id="4989" name="Google Shape;4989;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0" name="Google Shape;4990;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1" name="Google Shape;4991;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2" name="Google Shape;4992;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93" name="Google Shape;4993;p41"/>
          <p:cNvGrpSpPr/>
          <p:nvPr/>
        </p:nvGrpSpPr>
        <p:grpSpPr>
          <a:xfrm>
            <a:off x="3355534" y="3674009"/>
            <a:ext cx="541338" cy="223023"/>
            <a:chOff x="7493876" y="2774731"/>
            <a:chExt cx="1481958" cy="894622"/>
          </a:xfrm>
        </p:grpSpPr>
        <p:sp>
          <p:nvSpPr>
            <p:cNvPr id="4940" name="Google Shape;4940;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4994" name="Google Shape;4994;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4995" name="Google Shape;4995;p41"/>
            <p:cNvGrpSpPr/>
            <p:nvPr/>
          </p:nvGrpSpPr>
          <p:grpSpPr>
            <a:xfrm>
              <a:off x="7713663" y="2848339"/>
              <a:ext cx="1042107" cy="425543"/>
              <a:chOff x="7786941" y="2884917"/>
              <a:chExt cx="897649" cy="353919"/>
            </a:xfrm>
          </p:grpSpPr>
          <p:sp>
            <p:nvSpPr>
              <p:cNvPr id="4996" name="Google Shape;4996;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7" name="Google Shape;4997;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8" name="Google Shape;4998;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9" name="Google Shape;4999;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5000" name="Google Shape;5000;p41"/>
          <p:cNvCxnSpPr/>
          <p:nvPr/>
        </p:nvCxnSpPr>
        <p:spPr>
          <a:xfrm>
            <a:off x="2622407" y="3016153"/>
            <a:ext cx="38100" cy="309563"/>
          </a:xfrm>
          <a:prstGeom prst="straightConnector1">
            <a:avLst/>
          </a:prstGeom>
          <a:noFill/>
          <a:ln cap="flat" cmpd="sng" w="9525">
            <a:solidFill>
              <a:schemeClr val="dk1"/>
            </a:solidFill>
            <a:prstDash val="solid"/>
            <a:round/>
            <a:headEnd len="sm" w="sm" type="none"/>
            <a:tailEnd len="sm" w="sm" type="none"/>
          </a:ln>
        </p:spPr>
      </p:cxnSp>
      <p:cxnSp>
        <p:nvCxnSpPr>
          <p:cNvPr id="5001" name="Google Shape;5001;p41"/>
          <p:cNvCxnSpPr/>
          <p:nvPr/>
        </p:nvCxnSpPr>
        <p:spPr>
          <a:xfrm>
            <a:off x="2401745" y="3297141"/>
            <a:ext cx="123825" cy="212725"/>
          </a:xfrm>
          <a:prstGeom prst="straightConnector1">
            <a:avLst/>
          </a:prstGeom>
          <a:noFill/>
          <a:ln cap="flat" cmpd="sng" w="9525">
            <a:solidFill>
              <a:schemeClr val="dk1"/>
            </a:solidFill>
            <a:prstDash val="solid"/>
            <a:round/>
            <a:headEnd len="sm" w="sm" type="none"/>
            <a:tailEnd len="sm" w="sm" type="none"/>
          </a:ln>
        </p:spPr>
      </p:cxnSp>
      <p:cxnSp>
        <p:nvCxnSpPr>
          <p:cNvPr id="5002" name="Google Shape;5002;p41"/>
          <p:cNvCxnSpPr/>
          <p:nvPr/>
        </p:nvCxnSpPr>
        <p:spPr>
          <a:xfrm flipH="1" rot="10800000">
            <a:off x="2322370" y="4394103"/>
            <a:ext cx="203200" cy="7938"/>
          </a:xfrm>
          <a:prstGeom prst="straightConnector1">
            <a:avLst/>
          </a:prstGeom>
          <a:noFill/>
          <a:ln cap="flat" cmpd="sng" w="9525">
            <a:solidFill>
              <a:schemeClr val="dk1"/>
            </a:solidFill>
            <a:prstDash val="solid"/>
            <a:round/>
            <a:headEnd len="sm" w="sm" type="none"/>
            <a:tailEnd len="sm" w="sm" type="none"/>
          </a:ln>
        </p:spPr>
      </p:cxnSp>
      <p:cxnSp>
        <p:nvCxnSpPr>
          <p:cNvPr id="5003" name="Google Shape;5003;p41"/>
          <p:cNvCxnSpPr/>
          <p:nvPr/>
        </p:nvCxnSpPr>
        <p:spPr>
          <a:xfrm flipH="1" rot="10800000">
            <a:off x="2851007" y="3849591"/>
            <a:ext cx="430213" cy="101600"/>
          </a:xfrm>
          <a:prstGeom prst="straightConnector1">
            <a:avLst/>
          </a:prstGeom>
          <a:noFill/>
          <a:ln cap="flat" cmpd="sng" w="9525">
            <a:solidFill>
              <a:schemeClr val="dk1"/>
            </a:solidFill>
            <a:prstDash val="solid"/>
            <a:round/>
            <a:headEnd len="sm" w="sm" type="none"/>
            <a:tailEnd len="sm" w="sm" type="none"/>
          </a:ln>
        </p:spPr>
      </p:cxnSp>
      <p:grpSp>
        <p:nvGrpSpPr>
          <p:cNvPr id="5004" name="Google Shape;5004;p41"/>
          <p:cNvGrpSpPr/>
          <p:nvPr/>
        </p:nvGrpSpPr>
        <p:grpSpPr>
          <a:xfrm>
            <a:off x="2219780" y="2716827"/>
            <a:ext cx="648509" cy="418221"/>
            <a:chOff x="3053396" y="4304255"/>
            <a:chExt cx="648422" cy="418253"/>
          </a:xfrm>
        </p:grpSpPr>
        <p:sp>
          <p:nvSpPr>
            <p:cNvPr id="5005" name="Google Shape;5005;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06" name="Google Shape;5006;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5007" name="Google Shape;5007;p41"/>
          <p:cNvGrpSpPr/>
          <p:nvPr/>
        </p:nvGrpSpPr>
        <p:grpSpPr>
          <a:xfrm>
            <a:off x="1838728" y="3110496"/>
            <a:ext cx="648509" cy="418221"/>
            <a:chOff x="3053396" y="4304255"/>
            <a:chExt cx="648422" cy="418253"/>
          </a:xfrm>
        </p:grpSpPr>
        <p:sp>
          <p:nvSpPr>
            <p:cNvPr id="5008" name="Google Shape;5008;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09" name="Google Shape;5009;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cxnSp>
        <p:nvCxnSpPr>
          <p:cNvPr id="5010" name="Google Shape;5010;p41"/>
          <p:cNvCxnSpPr/>
          <p:nvPr/>
        </p:nvCxnSpPr>
        <p:spPr>
          <a:xfrm>
            <a:off x="2828782" y="4163916"/>
            <a:ext cx="533980" cy="291589"/>
          </a:xfrm>
          <a:prstGeom prst="straightConnector1">
            <a:avLst/>
          </a:prstGeom>
          <a:noFill/>
          <a:ln cap="flat" cmpd="sng" w="9525">
            <a:solidFill>
              <a:schemeClr val="dk1"/>
            </a:solidFill>
            <a:prstDash val="solid"/>
            <a:round/>
            <a:headEnd len="sm" w="sm" type="none"/>
            <a:tailEnd len="sm" w="sm" type="none"/>
          </a:ln>
        </p:spPr>
      </p:cxnSp>
      <p:grpSp>
        <p:nvGrpSpPr>
          <p:cNvPr id="5011" name="Google Shape;5011;p41"/>
          <p:cNvGrpSpPr/>
          <p:nvPr/>
        </p:nvGrpSpPr>
        <p:grpSpPr>
          <a:xfrm>
            <a:off x="3292387" y="4376707"/>
            <a:ext cx="541338" cy="223023"/>
            <a:chOff x="7493876" y="2774731"/>
            <a:chExt cx="1481958" cy="894622"/>
          </a:xfrm>
        </p:grpSpPr>
        <p:sp>
          <p:nvSpPr>
            <p:cNvPr id="5012" name="Google Shape;5012;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013" name="Google Shape;5013;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014" name="Google Shape;5014;p41"/>
            <p:cNvGrpSpPr/>
            <p:nvPr/>
          </p:nvGrpSpPr>
          <p:grpSpPr>
            <a:xfrm>
              <a:off x="7713663" y="2848339"/>
              <a:ext cx="1042107" cy="425543"/>
              <a:chOff x="7786941" y="2884917"/>
              <a:chExt cx="897649" cy="353919"/>
            </a:xfrm>
          </p:grpSpPr>
          <p:sp>
            <p:nvSpPr>
              <p:cNvPr id="5015" name="Google Shape;5015;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6" name="Google Shape;5016;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7" name="Google Shape;5017;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8" name="Google Shape;5018;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5019" name="Google Shape;5019;p41"/>
          <p:cNvCxnSpPr/>
          <p:nvPr/>
        </p:nvCxnSpPr>
        <p:spPr>
          <a:xfrm rot="10800000">
            <a:off x="5179131" y="5171184"/>
            <a:ext cx="371475" cy="973138"/>
          </a:xfrm>
          <a:prstGeom prst="straightConnector1">
            <a:avLst/>
          </a:prstGeom>
          <a:noFill/>
          <a:ln cap="flat" cmpd="sng" w="9525">
            <a:solidFill>
              <a:schemeClr val="dk1"/>
            </a:solidFill>
            <a:prstDash val="solid"/>
            <a:round/>
            <a:headEnd len="sm" w="sm" type="none"/>
            <a:tailEnd len="sm" w="sm" type="none"/>
          </a:ln>
        </p:spPr>
      </p:cxnSp>
      <p:cxnSp>
        <p:nvCxnSpPr>
          <p:cNvPr id="5020" name="Google Shape;5020;p41"/>
          <p:cNvCxnSpPr/>
          <p:nvPr/>
        </p:nvCxnSpPr>
        <p:spPr>
          <a:xfrm rot="10800000">
            <a:off x="6157031" y="5810947"/>
            <a:ext cx="520700" cy="169862"/>
          </a:xfrm>
          <a:prstGeom prst="straightConnector1">
            <a:avLst/>
          </a:prstGeom>
          <a:noFill/>
          <a:ln cap="flat" cmpd="sng" w="9525">
            <a:solidFill>
              <a:schemeClr val="dk1"/>
            </a:solidFill>
            <a:prstDash val="solid"/>
            <a:round/>
            <a:headEnd len="sm" w="sm" type="none"/>
            <a:tailEnd len="sm" w="sm" type="none"/>
          </a:ln>
        </p:spPr>
      </p:cxnSp>
      <p:cxnSp>
        <p:nvCxnSpPr>
          <p:cNvPr id="5021" name="Google Shape;5021;p41"/>
          <p:cNvCxnSpPr/>
          <p:nvPr/>
        </p:nvCxnSpPr>
        <p:spPr>
          <a:xfrm flipH="1" rot="10800000">
            <a:off x="4461581" y="5815709"/>
            <a:ext cx="306387" cy="165100"/>
          </a:xfrm>
          <a:prstGeom prst="straightConnector1">
            <a:avLst/>
          </a:prstGeom>
          <a:noFill/>
          <a:ln cap="flat" cmpd="sng" w="9525">
            <a:solidFill>
              <a:schemeClr val="dk1"/>
            </a:solidFill>
            <a:prstDash val="solid"/>
            <a:round/>
            <a:headEnd len="sm" w="sm" type="none"/>
            <a:tailEnd len="sm" w="sm" type="none"/>
          </a:ln>
        </p:spPr>
      </p:cxnSp>
      <p:grpSp>
        <p:nvGrpSpPr>
          <p:cNvPr id="5022" name="Google Shape;5022;p41"/>
          <p:cNvGrpSpPr/>
          <p:nvPr/>
        </p:nvGrpSpPr>
        <p:grpSpPr>
          <a:xfrm>
            <a:off x="4201247" y="5904281"/>
            <a:ext cx="648509" cy="418221"/>
            <a:chOff x="3053396" y="4304255"/>
            <a:chExt cx="648422" cy="418253"/>
          </a:xfrm>
        </p:grpSpPr>
        <p:sp>
          <p:nvSpPr>
            <p:cNvPr id="5023" name="Google Shape;5023;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24" name="Google Shape;5024;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5025" name="Google Shape;5025;p41"/>
          <p:cNvGrpSpPr/>
          <p:nvPr/>
        </p:nvGrpSpPr>
        <p:grpSpPr>
          <a:xfrm>
            <a:off x="5420611" y="6056669"/>
            <a:ext cx="648509" cy="418221"/>
            <a:chOff x="3053396" y="4304255"/>
            <a:chExt cx="648422" cy="418253"/>
          </a:xfrm>
        </p:grpSpPr>
        <p:sp>
          <p:nvSpPr>
            <p:cNvPr id="5026" name="Google Shape;5026;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27" name="Google Shape;5027;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5028" name="Google Shape;5028;p41"/>
          <p:cNvGrpSpPr/>
          <p:nvPr/>
        </p:nvGrpSpPr>
        <p:grpSpPr>
          <a:xfrm>
            <a:off x="6335134" y="5916980"/>
            <a:ext cx="648509" cy="418221"/>
            <a:chOff x="3053396" y="4304255"/>
            <a:chExt cx="648422" cy="418253"/>
          </a:xfrm>
        </p:grpSpPr>
        <p:sp>
          <p:nvSpPr>
            <p:cNvPr id="5029" name="Google Shape;5029;p4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30" name="Google Shape;5030;p4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access</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a:t>
              </a:r>
              <a:endParaRPr b="0" i="0" sz="1000" u="none" cap="none" strike="noStrike">
                <a:solidFill>
                  <a:srgbClr val="000000"/>
                </a:solidFill>
                <a:latin typeface="Arial"/>
                <a:ea typeface="Arial"/>
                <a:cs typeface="Arial"/>
                <a:sym typeface="Arial"/>
              </a:endParaRPr>
            </a:p>
          </p:txBody>
        </p:sp>
      </p:grpSp>
      <p:grpSp>
        <p:nvGrpSpPr>
          <p:cNvPr id="5031" name="Google Shape;5031;p41"/>
          <p:cNvGrpSpPr/>
          <p:nvPr/>
        </p:nvGrpSpPr>
        <p:grpSpPr>
          <a:xfrm>
            <a:off x="4812419" y="5011641"/>
            <a:ext cx="541338" cy="223023"/>
            <a:chOff x="7493876" y="2774731"/>
            <a:chExt cx="1481958" cy="894622"/>
          </a:xfrm>
        </p:grpSpPr>
        <p:sp>
          <p:nvSpPr>
            <p:cNvPr id="5032" name="Google Shape;5032;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033" name="Google Shape;5033;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034" name="Google Shape;5034;p41"/>
            <p:cNvGrpSpPr/>
            <p:nvPr/>
          </p:nvGrpSpPr>
          <p:grpSpPr>
            <a:xfrm>
              <a:off x="7713663" y="2848339"/>
              <a:ext cx="1042107" cy="425543"/>
              <a:chOff x="7786941" y="2884917"/>
              <a:chExt cx="897649" cy="353919"/>
            </a:xfrm>
          </p:grpSpPr>
          <p:sp>
            <p:nvSpPr>
              <p:cNvPr id="5035" name="Google Shape;5035;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36" name="Google Shape;5036;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37" name="Google Shape;5037;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38" name="Google Shape;5038;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039" name="Google Shape;5039;p41"/>
          <p:cNvGrpSpPr/>
          <p:nvPr/>
        </p:nvGrpSpPr>
        <p:grpSpPr>
          <a:xfrm>
            <a:off x="2344724" y="2457440"/>
            <a:ext cx="6847328" cy="3478542"/>
            <a:chOff x="2344724" y="2457440"/>
            <a:chExt cx="6847328" cy="3478542"/>
          </a:xfrm>
        </p:grpSpPr>
        <p:grpSp>
          <p:nvGrpSpPr>
            <p:cNvPr id="5040" name="Google Shape;5040;p41"/>
            <p:cNvGrpSpPr/>
            <p:nvPr/>
          </p:nvGrpSpPr>
          <p:grpSpPr>
            <a:xfrm>
              <a:off x="2557552" y="3624662"/>
              <a:ext cx="6096000" cy="799432"/>
              <a:chOff x="1031788" y="6401642"/>
              <a:chExt cx="6096000" cy="799432"/>
            </a:xfrm>
          </p:grpSpPr>
          <p:sp>
            <p:nvSpPr>
              <p:cNvPr id="5041" name="Google Shape;5041;p41"/>
              <p:cNvSpPr/>
              <p:nvPr/>
            </p:nvSpPr>
            <p:spPr>
              <a:xfrm>
                <a:off x="1031788" y="6471664"/>
                <a:ext cx="6096000" cy="729410"/>
              </a:xfrm>
              <a:prstGeom prst="ellipse">
                <a:avLst/>
              </a:prstGeom>
              <a:solidFill>
                <a:srgbClr val="FF6600">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a:t>
                </a:r>
                <a:endParaRPr b="0" i="0" sz="2400" u="none" cap="none" strike="noStrike">
                  <a:solidFill>
                    <a:srgbClr val="000000"/>
                  </a:solidFill>
                  <a:latin typeface="Arial"/>
                  <a:ea typeface="Arial"/>
                  <a:cs typeface="Arial"/>
                  <a:sym typeface="Arial"/>
                </a:endParaRPr>
              </a:p>
            </p:txBody>
          </p:sp>
          <p:sp>
            <p:nvSpPr>
              <p:cNvPr id="5042" name="Google Shape;5042;p41"/>
              <p:cNvSpPr txBox="1"/>
              <p:nvPr/>
            </p:nvSpPr>
            <p:spPr>
              <a:xfrm>
                <a:off x="2317167" y="6584898"/>
                <a:ext cx="344402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1" lang="en-US" sz="2400" u="none" cap="none" strike="noStrike">
                    <a:solidFill>
                      <a:srgbClr val="FFFFFF"/>
                    </a:solidFill>
                    <a:latin typeface="Calibri"/>
                    <a:ea typeface="Calibri"/>
                    <a:cs typeface="Calibri"/>
                    <a:sym typeface="Calibri"/>
                  </a:rPr>
                  <a:t>Content provider network</a:t>
                </a:r>
                <a:endParaRPr b="0" i="1" sz="2400" u="none" cap="none" strike="noStrike">
                  <a:solidFill>
                    <a:srgbClr val="FFFFFF"/>
                  </a:solidFill>
                  <a:latin typeface="Calibri"/>
                  <a:ea typeface="Calibri"/>
                  <a:cs typeface="Calibri"/>
                  <a:sym typeface="Calibri"/>
                </a:endParaRPr>
              </a:p>
            </p:txBody>
          </p:sp>
          <p:grpSp>
            <p:nvGrpSpPr>
              <p:cNvPr id="5043" name="Google Shape;5043;p41"/>
              <p:cNvGrpSpPr/>
              <p:nvPr/>
            </p:nvGrpSpPr>
            <p:grpSpPr>
              <a:xfrm>
                <a:off x="1602338" y="6401642"/>
                <a:ext cx="666346" cy="673100"/>
                <a:chOff x="940359" y="5691959"/>
                <a:chExt cx="692498" cy="672474"/>
              </a:xfrm>
            </p:grpSpPr>
            <p:grpSp>
              <p:nvGrpSpPr>
                <p:cNvPr id="5044" name="Google Shape;5044;p41"/>
                <p:cNvGrpSpPr/>
                <p:nvPr/>
              </p:nvGrpSpPr>
              <p:grpSpPr>
                <a:xfrm>
                  <a:off x="940359" y="5691959"/>
                  <a:ext cx="594613" cy="648336"/>
                  <a:chOff x="5203089" y="1751190"/>
                  <a:chExt cx="858331" cy="662414"/>
                </a:xfrm>
              </p:grpSpPr>
              <p:sp>
                <p:nvSpPr>
                  <p:cNvPr id="5045" name="Google Shape;5045;p41"/>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46" name="Google Shape;5046;p41"/>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47" name="Google Shape;5047;p41"/>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048" name="Google Shape;5048;p41"/>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049" name="Google Shape;5049;p41"/>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050" name="Google Shape;5050;p41"/>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051" name="Google Shape;5051;p41"/>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052" name="Google Shape;5052;p41"/>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5053" name="Google Shape;5053;p41"/>
                <p:cNvGrpSpPr/>
                <p:nvPr/>
              </p:nvGrpSpPr>
              <p:grpSpPr>
                <a:xfrm>
                  <a:off x="940359" y="5691959"/>
                  <a:ext cx="692498" cy="672474"/>
                  <a:chOff x="10771171" y="3194171"/>
                  <a:chExt cx="692498" cy="672474"/>
                </a:xfrm>
              </p:grpSpPr>
              <p:grpSp>
                <p:nvGrpSpPr>
                  <p:cNvPr id="5054" name="Google Shape;5054;p41"/>
                  <p:cNvGrpSpPr/>
                  <p:nvPr/>
                </p:nvGrpSpPr>
                <p:grpSpPr>
                  <a:xfrm>
                    <a:off x="10771171" y="3194171"/>
                    <a:ext cx="594613" cy="648336"/>
                    <a:chOff x="5203089" y="1751190"/>
                    <a:chExt cx="858331" cy="662414"/>
                  </a:xfrm>
                </p:grpSpPr>
                <p:sp>
                  <p:nvSpPr>
                    <p:cNvPr id="5055" name="Google Shape;5055;p41"/>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6" name="Google Shape;5056;p41"/>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57" name="Google Shape;5057;p41"/>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058" name="Google Shape;5058;p41"/>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059" name="Google Shape;5059;p41"/>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060" name="Google Shape;5060;p41"/>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061" name="Google Shape;5061;p41"/>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062" name="Google Shape;5062;p41"/>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5063" name="Google Shape;5063;p41"/>
                  <p:cNvGrpSpPr/>
                  <p:nvPr/>
                </p:nvGrpSpPr>
                <p:grpSpPr>
                  <a:xfrm>
                    <a:off x="11158881" y="3460672"/>
                    <a:ext cx="304788" cy="405973"/>
                    <a:chOff x="5275406" y="2711455"/>
                    <a:chExt cx="452949" cy="405518"/>
                  </a:xfrm>
                </p:grpSpPr>
                <p:pic>
                  <p:nvPicPr>
                    <p:cNvPr descr="server_rack.png" id="5064" name="Google Shape;5064;p41"/>
                    <p:cNvPicPr preferRelativeResize="0"/>
                    <p:nvPr/>
                  </p:nvPicPr>
                  <p:blipFill rotWithShape="1">
                    <a:blip r:embed="rId3">
                      <a:alphaModFix/>
                    </a:blip>
                    <a:srcRect b="0" l="0" r="0" t="0"/>
                    <a:stretch/>
                  </p:blipFill>
                  <p:spPr>
                    <a:xfrm>
                      <a:off x="5537367" y="2770786"/>
                      <a:ext cx="190988" cy="313366"/>
                    </a:xfrm>
                    <a:prstGeom prst="rect">
                      <a:avLst/>
                    </a:prstGeom>
                    <a:noFill/>
                    <a:ln>
                      <a:noFill/>
                    </a:ln>
                  </p:spPr>
                </p:pic>
                <p:pic>
                  <p:nvPicPr>
                    <p:cNvPr descr="server_rack.png" id="5065" name="Google Shape;5065;p41"/>
                    <p:cNvPicPr preferRelativeResize="0"/>
                    <p:nvPr/>
                  </p:nvPicPr>
                  <p:blipFill rotWithShape="1">
                    <a:blip r:embed="rId3">
                      <a:alphaModFix/>
                    </a:blip>
                    <a:srcRect b="0" l="0" r="0" t="0"/>
                    <a:stretch/>
                  </p:blipFill>
                  <p:spPr>
                    <a:xfrm>
                      <a:off x="5275406" y="2764002"/>
                      <a:ext cx="190988" cy="313366"/>
                    </a:xfrm>
                    <a:prstGeom prst="rect">
                      <a:avLst/>
                    </a:prstGeom>
                    <a:noFill/>
                    <a:ln>
                      <a:noFill/>
                    </a:ln>
                  </p:spPr>
                </p:pic>
                <p:pic>
                  <p:nvPicPr>
                    <p:cNvPr descr="server_rack.png" id="5066" name="Google Shape;5066;p41"/>
                    <p:cNvPicPr preferRelativeResize="0"/>
                    <p:nvPr/>
                  </p:nvPicPr>
                  <p:blipFill rotWithShape="1">
                    <a:blip r:embed="rId3">
                      <a:alphaModFix/>
                    </a:blip>
                    <a:srcRect b="0" l="0" r="0" t="0"/>
                    <a:stretch/>
                  </p:blipFill>
                  <p:spPr>
                    <a:xfrm>
                      <a:off x="5385676" y="2711455"/>
                      <a:ext cx="247152" cy="405518"/>
                    </a:xfrm>
                    <a:prstGeom prst="rect">
                      <a:avLst/>
                    </a:prstGeom>
                    <a:noFill/>
                    <a:ln>
                      <a:noFill/>
                    </a:ln>
                  </p:spPr>
                </p:pic>
              </p:grpSp>
            </p:grpSp>
          </p:grpSp>
          <p:grpSp>
            <p:nvGrpSpPr>
              <p:cNvPr id="5067" name="Google Shape;5067;p41"/>
              <p:cNvGrpSpPr/>
              <p:nvPr/>
            </p:nvGrpSpPr>
            <p:grpSpPr>
              <a:xfrm>
                <a:off x="5694561" y="6441153"/>
                <a:ext cx="666346" cy="673100"/>
                <a:chOff x="940359" y="5691959"/>
                <a:chExt cx="692498" cy="672474"/>
              </a:xfrm>
            </p:grpSpPr>
            <p:grpSp>
              <p:nvGrpSpPr>
                <p:cNvPr id="5068" name="Google Shape;5068;p41"/>
                <p:cNvGrpSpPr/>
                <p:nvPr/>
              </p:nvGrpSpPr>
              <p:grpSpPr>
                <a:xfrm>
                  <a:off x="940359" y="5691959"/>
                  <a:ext cx="594613" cy="648336"/>
                  <a:chOff x="5203089" y="1751190"/>
                  <a:chExt cx="858331" cy="662414"/>
                </a:xfrm>
              </p:grpSpPr>
              <p:sp>
                <p:nvSpPr>
                  <p:cNvPr id="5069" name="Google Shape;5069;p41"/>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70" name="Google Shape;5070;p41"/>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71" name="Google Shape;5071;p41"/>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072" name="Google Shape;5072;p41"/>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073" name="Google Shape;5073;p41"/>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074" name="Google Shape;5074;p41"/>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075" name="Google Shape;5075;p41"/>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076" name="Google Shape;5076;p41"/>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5077" name="Google Shape;5077;p41"/>
                <p:cNvGrpSpPr/>
                <p:nvPr/>
              </p:nvGrpSpPr>
              <p:grpSpPr>
                <a:xfrm>
                  <a:off x="940359" y="5691959"/>
                  <a:ext cx="692498" cy="672474"/>
                  <a:chOff x="10771171" y="3194171"/>
                  <a:chExt cx="692498" cy="672474"/>
                </a:xfrm>
              </p:grpSpPr>
              <p:grpSp>
                <p:nvGrpSpPr>
                  <p:cNvPr id="5078" name="Google Shape;5078;p41"/>
                  <p:cNvGrpSpPr/>
                  <p:nvPr/>
                </p:nvGrpSpPr>
                <p:grpSpPr>
                  <a:xfrm>
                    <a:off x="10771171" y="3194171"/>
                    <a:ext cx="594613" cy="648336"/>
                    <a:chOff x="5203089" y="1751190"/>
                    <a:chExt cx="858331" cy="662414"/>
                  </a:xfrm>
                </p:grpSpPr>
                <p:sp>
                  <p:nvSpPr>
                    <p:cNvPr id="5079" name="Google Shape;5079;p41"/>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80" name="Google Shape;5080;p41"/>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81" name="Google Shape;5081;p41"/>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082" name="Google Shape;5082;p41"/>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083" name="Google Shape;5083;p41"/>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084" name="Google Shape;5084;p41"/>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085" name="Google Shape;5085;p41"/>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086" name="Google Shape;5086;p41"/>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5087" name="Google Shape;5087;p41"/>
                  <p:cNvGrpSpPr/>
                  <p:nvPr/>
                </p:nvGrpSpPr>
                <p:grpSpPr>
                  <a:xfrm>
                    <a:off x="11158881" y="3460672"/>
                    <a:ext cx="304788" cy="405973"/>
                    <a:chOff x="5275406" y="2711455"/>
                    <a:chExt cx="452949" cy="405518"/>
                  </a:xfrm>
                </p:grpSpPr>
                <p:pic>
                  <p:nvPicPr>
                    <p:cNvPr descr="server_rack.png" id="5088" name="Google Shape;5088;p41"/>
                    <p:cNvPicPr preferRelativeResize="0"/>
                    <p:nvPr/>
                  </p:nvPicPr>
                  <p:blipFill rotWithShape="1">
                    <a:blip r:embed="rId3">
                      <a:alphaModFix/>
                    </a:blip>
                    <a:srcRect b="0" l="0" r="0" t="0"/>
                    <a:stretch/>
                  </p:blipFill>
                  <p:spPr>
                    <a:xfrm>
                      <a:off x="5537367" y="2770786"/>
                      <a:ext cx="190988" cy="313366"/>
                    </a:xfrm>
                    <a:prstGeom prst="rect">
                      <a:avLst/>
                    </a:prstGeom>
                    <a:noFill/>
                    <a:ln>
                      <a:noFill/>
                    </a:ln>
                  </p:spPr>
                </p:pic>
                <p:pic>
                  <p:nvPicPr>
                    <p:cNvPr descr="server_rack.png" id="5089" name="Google Shape;5089;p41"/>
                    <p:cNvPicPr preferRelativeResize="0"/>
                    <p:nvPr/>
                  </p:nvPicPr>
                  <p:blipFill rotWithShape="1">
                    <a:blip r:embed="rId3">
                      <a:alphaModFix/>
                    </a:blip>
                    <a:srcRect b="0" l="0" r="0" t="0"/>
                    <a:stretch/>
                  </p:blipFill>
                  <p:spPr>
                    <a:xfrm>
                      <a:off x="5275406" y="2764002"/>
                      <a:ext cx="190988" cy="313366"/>
                    </a:xfrm>
                    <a:prstGeom prst="rect">
                      <a:avLst/>
                    </a:prstGeom>
                    <a:noFill/>
                    <a:ln>
                      <a:noFill/>
                    </a:ln>
                  </p:spPr>
                </p:pic>
                <p:pic>
                  <p:nvPicPr>
                    <p:cNvPr descr="server_rack.png" id="5090" name="Google Shape;5090;p41"/>
                    <p:cNvPicPr preferRelativeResize="0"/>
                    <p:nvPr/>
                  </p:nvPicPr>
                  <p:blipFill rotWithShape="1">
                    <a:blip r:embed="rId3">
                      <a:alphaModFix/>
                    </a:blip>
                    <a:srcRect b="0" l="0" r="0" t="0"/>
                    <a:stretch/>
                  </p:blipFill>
                  <p:spPr>
                    <a:xfrm>
                      <a:off x="5385676" y="2711455"/>
                      <a:ext cx="247152" cy="405518"/>
                    </a:xfrm>
                    <a:prstGeom prst="rect">
                      <a:avLst/>
                    </a:prstGeom>
                    <a:noFill/>
                    <a:ln>
                      <a:noFill/>
                    </a:ln>
                  </p:spPr>
                </p:pic>
              </p:grpSp>
            </p:grpSp>
          </p:grpSp>
        </p:grpSp>
        <p:cxnSp>
          <p:nvCxnSpPr>
            <p:cNvPr id="5091" name="Google Shape;5091;p41"/>
            <p:cNvCxnSpPr/>
            <p:nvPr/>
          </p:nvCxnSpPr>
          <p:spPr>
            <a:xfrm flipH="1" rot="10800000">
              <a:off x="8373177" y="3325716"/>
              <a:ext cx="210562" cy="606179"/>
            </a:xfrm>
            <a:prstGeom prst="straightConnector1">
              <a:avLst/>
            </a:prstGeom>
            <a:noFill/>
            <a:ln cap="flat" cmpd="sng" w="9525">
              <a:solidFill>
                <a:srgbClr val="C55A11"/>
              </a:solidFill>
              <a:prstDash val="solid"/>
              <a:miter lim="800000"/>
              <a:headEnd len="sm" w="sm" type="none"/>
              <a:tailEnd len="sm" w="sm" type="none"/>
            </a:ln>
          </p:spPr>
        </p:cxnSp>
        <p:cxnSp>
          <p:nvCxnSpPr>
            <p:cNvPr id="5092" name="Google Shape;5092;p41"/>
            <p:cNvCxnSpPr>
              <a:stCxn id="5041" idx="6"/>
            </p:cNvCxnSpPr>
            <p:nvPr/>
          </p:nvCxnSpPr>
          <p:spPr>
            <a:xfrm>
              <a:off x="8653552" y="4059389"/>
              <a:ext cx="538500" cy="237000"/>
            </a:xfrm>
            <a:prstGeom prst="straightConnector1">
              <a:avLst/>
            </a:prstGeom>
            <a:noFill/>
            <a:ln cap="flat" cmpd="sng" w="9525">
              <a:solidFill>
                <a:srgbClr val="C55A11"/>
              </a:solidFill>
              <a:prstDash val="solid"/>
              <a:miter lim="800000"/>
              <a:headEnd len="sm" w="sm" type="none"/>
              <a:tailEnd len="sm" w="sm" type="none"/>
            </a:ln>
          </p:spPr>
        </p:cxnSp>
        <p:cxnSp>
          <p:nvCxnSpPr>
            <p:cNvPr id="5093" name="Google Shape;5093;p41"/>
            <p:cNvCxnSpPr/>
            <p:nvPr/>
          </p:nvCxnSpPr>
          <p:spPr>
            <a:xfrm rot="10800000">
              <a:off x="7981407" y="2971505"/>
              <a:ext cx="180081" cy="928886"/>
            </a:xfrm>
            <a:prstGeom prst="straightConnector1">
              <a:avLst/>
            </a:prstGeom>
            <a:noFill/>
            <a:ln cap="flat" cmpd="sng" w="9525">
              <a:solidFill>
                <a:srgbClr val="C55A11"/>
              </a:solidFill>
              <a:prstDash val="solid"/>
              <a:miter lim="800000"/>
              <a:headEnd len="sm" w="sm" type="none"/>
              <a:tailEnd len="sm" w="sm" type="none"/>
            </a:ln>
          </p:spPr>
        </p:cxnSp>
        <p:cxnSp>
          <p:nvCxnSpPr>
            <p:cNvPr id="5094" name="Google Shape;5094;p41"/>
            <p:cNvCxnSpPr/>
            <p:nvPr/>
          </p:nvCxnSpPr>
          <p:spPr>
            <a:xfrm flipH="1" rot="10800000">
              <a:off x="6000693" y="2457440"/>
              <a:ext cx="3285" cy="1256298"/>
            </a:xfrm>
            <a:prstGeom prst="straightConnector1">
              <a:avLst/>
            </a:prstGeom>
            <a:noFill/>
            <a:ln cap="flat" cmpd="sng" w="9525">
              <a:solidFill>
                <a:srgbClr val="C55A11"/>
              </a:solidFill>
              <a:prstDash val="solid"/>
              <a:miter lim="800000"/>
              <a:headEnd len="sm" w="sm" type="none"/>
              <a:tailEnd len="sm" w="sm" type="none"/>
            </a:ln>
          </p:spPr>
        </p:cxnSp>
        <p:cxnSp>
          <p:nvCxnSpPr>
            <p:cNvPr id="5095" name="Google Shape;5095;p41"/>
            <p:cNvCxnSpPr/>
            <p:nvPr/>
          </p:nvCxnSpPr>
          <p:spPr>
            <a:xfrm rot="10800000">
              <a:off x="3490770" y="2709766"/>
              <a:ext cx="350837" cy="1056148"/>
            </a:xfrm>
            <a:prstGeom prst="straightConnector1">
              <a:avLst/>
            </a:prstGeom>
            <a:noFill/>
            <a:ln cap="flat" cmpd="sng" w="9525">
              <a:solidFill>
                <a:srgbClr val="C55A11"/>
              </a:solidFill>
              <a:prstDash val="solid"/>
              <a:miter lim="800000"/>
              <a:headEnd len="sm" w="sm" type="none"/>
              <a:tailEnd len="sm" w="sm" type="none"/>
            </a:ln>
          </p:spPr>
        </p:cxnSp>
        <p:cxnSp>
          <p:nvCxnSpPr>
            <p:cNvPr id="5096" name="Google Shape;5096;p41"/>
            <p:cNvCxnSpPr/>
            <p:nvPr/>
          </p:nvCxnSpPr>
          <p:spPr>
            <a:xfrm rot="10800000">
              <a:off x="2733590" y="3084939"/>
              <a:ext cx="184530" cy="786742"/>
            </a:xfrm>
            <a:prstGeom prst="straightConnector1">
              <a:avLst/>
            </a:prstGeom>
            <a:noFill/>
            <a:ln cap="flat" cmpd="sng" w="9525">
              <a:solidFill>
                <a:srgbClr val="C55A11"/>
              </a:solidFill>
              <a:prstDash val="solid"/>
              <a:miter lim="800000"/>
              <a:headEnd len="sm" w="sm" type="none"/>
              <a:tailEnd len="sm" w="sm" type="none"/>
            </a:ln>
          </p:spPr>
        </p:cxnSp>
        <p:cxnSp>
          <p:nvCxnSpPr>
            <p:cNvPr id="5097" name="Google Shape;5097;p41"/>
            <p:cNvCxnSpPr/>
            <p:nvPr/>
          </p:nvCxnSpPr>
          <p:spPr>
            <a:xfrm flipH="1" rot="10800000">
              <a:off x="2537108" y="4260753"/>
              <a:ext cx="477027" cy="550561"/>
            </a:xfrm>
            <a:prstGeom prst="straightConnector1">
              <a:avLst/>
            </a:prstGeom>
            <a:noFill/>
            <a:ln cap="flat" cmpd="sng" w="9525">
              <a:solidFill>
                <a:srgbClr val="C55A11"/>
              </a:solidFill>
              <a:prstDash val="solid"/>
              <a:miter lim="800000"/>
              <a:headEnd len="sm" w="sm" type="none"/>
              <a:tailEnd len="sm" w="sm" type="none"/>
            </a:ln>
          </p:spPr>
        </p:cxnSp>
        <p:cxnSp>
          <p:nvCxnSpPr>
            <p:cNvPr id="5098" name="Google Shape;5098;p41"/>
            <p:cNvCxnSpPr/>
            <p:nvPr/>
          </p:nvCxnSpPr>
          <p:spPr>
            <a:xfrm flipH="1" rot="10800000">
              <a:off x="5720123" y="4417447"/>
              <a:ext cx="5022" cy="1030757"/>
            </a:xfrm>
            <a:prstGeom prst="straightConnector1">
              <a:avLst/>
            </a:prstGeom>
            <a:noFill/>
            <a:ln cap="flat" cmpd="sng" w="9525">
              <a:solidFill>
                <a:srgbClr val="C55A11"/>
              </a:solidFill>
              <a:prstDash val="solid"/>
              <a:miter lim="800000"/>
              <a:headEnd len="sm" w="sm" type="none"/>
              <a:tailEnd len="sm" w="sm" type="none"/>
            </a:ln>
          </p:spPr>
        </p:cxnSp>
        <p:cxnSp>
          <p:nvCxnSpPr>
            <p:cNvPr id="5099" name="Google Shape;5099;p41"/>
            <p:cNvCxnSpPr>
              <a:stCxn id="5030" idx="0"/>
            </p:cNvCxnSpPr>
            <p:nvPr/>
          </p:nvCxnSpPr>
          <p:spPr>
            <a:xfrm rot="10800000">
              <a:off x="5828009" y="4390682"/>
              <a:ext cx="863700" cy="1545300"/>
            </a:xfrm>
            <a:prstGeom prst="straightConnector1">
              <a:avLst/>
            </a:prstGeom>
            <a:noFill/>
            <a:ln cap="flat" cmpd="sng" w="9525">
              <a:solidFill>
                <a:srgbClr val="C55A11"/>
              </a:solidFill>
              <a:prstDash val="solid"/>
              <a:miter lim="800000"/>
              <a:headEnd len="sm" w="sm" type="none"/>
              <a:tailEnd len="sm" w="sm" type="none"/>
            </a:ln>
          </p:spPr>
        </p:cxnSp>
        <p:cxnSp>
          <p:nvCxnSpPr>
            <p:cNvPr id="5100" name="Google Shape;5100;p41"/>
            <p:cNvCxnSpPr/>
            <p:nvPr/>
          </p:nvCxnSpPr>
          <p:spPr>
            <a:xfrm rot="10800000">
              <a:off x="8042725" y="4273180"/>
              <a:ext cx="719289" cy="1457599"/>
            </a:xfrm>
            <a:prstGeom prst="straightConnector1">
              <a:avLst/>
            </a:prstGeom>
            <a:noFill/>
            <a:ln cap="flat" cmpd="sng" w="9525">
              <a:solidFill>
                <a:srgbClr val="C55A11"/>
              </a:solidFill>
              <a:prstDash val="solid"/>
              <a:miter lim="800000"/>
              <a:headEnd len="sm" w="sm" type="none"/>
              <a:tailEnd len="sm" w="sm" type="none"/>
            </a:ln>
          </p:spPr>
        </p:cxnSp>
        <p:cxnSp>
          <p:nvCxnSpPr>
            <p:cNvPr id="5101" name="Google Shape;5101;p41"/>
            <p:cNvCxnSpPr/>
            <p:nvPr/>
          </p:nvCxnSpPr>
          <p:spPr>
            <a:xfrm rot="10800000">
              <a:off x="2386276" y="3473353"/>
              <a:ext cx="261637" cy="504826"/>
            </a:xfrm>
            <a:prstGeom prst="straightConnector1">
              <a:avLst/>
            </a:prstGeom>
            <a:noFill/>
            <a:ln cap="flat" cmpd="sng" w="9525">
              <a:solidFill>
                <a:srgbClr val="C55A11"/>
              </a:solidFill>
              <a:prstDash val="solid"/>
              <a:miter lim="800000"/>
              <a:headEnd len="sm" w="sm" type="none"/>
              <a:tailEnd len="sm" w="sm" type="none"/>
            </a:ln>
          </p:spPr>
        </p:cxnSp>
        <p:cxnSp>
          <p:nvCxnSpPr>
            <p:cNvPr id="5102" name="Google Shape;5102;p41"/>
            <p:cNvCxnSpPr/>
            <p:nvPr/>
          </p:nvCxnSpPr>
          <p:spPr>
            <a:xfrm flipH="1" rot="10800000">
              <a:off x="2344724" y="4114193"/>
              <a:ext cx="251695" cy="109254"/>
            </a:xfrm>
            <a:prstGeom prst="straightConnector1">
              <a:avLst/>
            </a:prstGeom>
            <a:noFill/>
            <a:ln cap="flat" cmpd="sng" w="9525">
              <a:solidFill>
                <a:srgbClr val="C55A11"/>
              </a:solidFill>
              <a:prstDash val="solid"/>
              <a:miter lim="800000"/>
              <a:headEnd len="sm" w="sm" type="none"/>
              <a:tailEnd len="sm" w="sm" type="none"/>
            </a:ln>
          </p:spPr>
        </p:cxnSp>
        <p:cxnSp>
          <p:nvCxnSpPr>
            <p:cNvPr id="5103" name="Google Shape;5103;p41"/>
            <p:cNvCxnSpPr>
              <a:stCxn id="4937" idx="2"/>
              <a:endCxn id="4808" idx="2"/>
            </p:cNvCxnSpPr>
            <p:nvPr/>
          </p:nvCxnSpPr>
          <p:spPr>
            <a:xfrm flipH="1" rot="10800000">
              <a:off x="5458049" y="3230942"/>
              <a:ext cx="7500" cy="480900"/>
            </a:xfrm>
            <a:prstGeom prst="straightConnector1">
              <a:avLst/>
            </a:prstGeom>
            <a:noFill/>
            <a:ln cap="flat" cmpd="sng" w="44450">
              <a:solidFill>
                <a:srgbClr val="C55A11"/>
              </a:solidFill>
              <a:prstDash val="solid"/>
              <a:miter lim="800000"/>
              <a:headEnd len="sm" w="sm" type="none"/>
              <a:tailEnd len="sm" w="sm" type="none"/>
            </a:ln>
          </p:spPr>
        </p:cxnSp>
        <p:cxnSp>
          <p:nvCxnSpPr>
            <p:cNvPr id="5104" name="Google Shape;5104;p41"/>
            <p:cNvCxnSpPr/>
            <p:nvPr/>
          </p:nvCxnSpPr>
          <p:spPr>
            <a:xfrm flipH="1" rot="10800000">
              <a:off x="4457330" y="4394908"/>
              <a:ext cx="7426" cy="480990"/>
            </a:xfrm>
            <a:prstGeom prst="straightConnector1">
              <a:avLst/>
            </a:prstGeom>
            <a:noFill/>
            <a:ln cap="flat" cmpd="sng" w="44450">
              <a:solidFill>
                <a:srgbClr val="C55A11"/>
              </a:solidFill>
              <a:prstDash val="solid"/>
              <a:miter lim="800000"/>
              <a:headEnd len="sm" w="sm" type="none"/>
              <a:tailEnd len="sm" w="sm" type="none"/>
            </a:ln>
          </p:spPr>
        </p:cxnSp>
        <p:cxnSp>
          <p:nvCxnSpPr>
            <p:cNvPr id="5105" name="Google Shape;5105;p41"/>
            <p:cNvCxnSpPr/>
            <p:nvPr/>
          </p:nvCxnSpPr>
          <p:spPr>
            <a:xfrm flipH="1" rot="10800000">
              <a:off x="7407243" y="4368703"/>
              <a:ext cx="7426" cy="480990"/>
            </a:xfrm>
            <a:prstGeom prst="straightConnector1">
              <a:avLst/>
            </a:prstGeom>
            <a:noFill/>
            <a:ln cap="flat" cmpd="sng" w="44450">
              <a:solidFill>
                <a:srgbClr val="C55A11"/>
              </a:solidFill>
              <a:prstDash val="solid"/>
              <a:miter lim="800000"/>
              <a:headEnd len="sm" w="sm" type="none"/>
              <a:tailEnd len="sm" w="sm" type="none"/>
            </a:ln>
          </p:spPr>
        </p:cxnSp>
      </p:grpSp>
      <p:grpSp>
        <p:nvGrpSpPr>
          <p:cNvPr id="5106" name="Google Shape;5106;p41"/>
          <p:cNvGrpSpPr/>
          <p:nvPr/>
        </p:nvGrpSpPr>
        <p:grpSpPr>
          <a:xfrm>
            <a:off x="4545099" y="5447247"/>
            <a:ext cx="1807203" cy="495366"/>
            <a:chOff x="4545099" y="5447247"/>
            <a:chExt cx="1807203" cy="495366"/>
          </a:xfrm>
        </p:grpSpPr>
        <p:sp>
          <p:nvSpPr>
            <p:cNvPr id="5107" name="Google Shape;5107;p41"/>
            <p:cNvSpPr/>
            <p:nvPr/>
          </p:nvSpPr>
          <p:spPr>
            <a:xfrm rot="10800000">
              <a:off x="4545099" y="5447247"/>
              <a:ext cx="1807203" cy="495366"/>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595959"/>
                </a:solidFill>
                <a:latin typeface="Arial"/>
                <a:ea typeface="Arial"/>
                <a:cs typeface="Arial"/>
                <a:sym typeface="Arial"/>
              </a:endParaRPr>
            </a:p>
          </p:txBody>
        </p:sp>
        <p:sp>
          <p:nvSpPr>
            <p:cNvPr id="5108" name="Google Shape;5108;p41"/>
            <p:cNvSpPr txBox="1"/>
            <p:nvPr/>
          </p:nvSpPr>
          <p:spPr>
            <a:xfrm>
              <a:off x="4662400" y="5488195"/>
              <a:ext cx="15824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regional ISP</a:t>
              </a:r>
              <a:endParaRPr b="0" i="1" sz="2000" u="none" cap="none" strike="noStrike">
                <a:solidFill>
                  <a:srgbClr val="000000"/>
                </a:solidFill>
                <a:latin typeface="Arial"/>
                <a:ea typeface="Arial"/>
                <a:cs typeface="Arial"/>
                <a:sym typeface="Arial"/>
              </a:endParaRPr>
            </a:p>
          </p:txBody>
        </p:sp>
      </p:grpSp>
      <p:grpSp>
        <p:nvGrpSpPr>
          <p:cNvPr id="5109" name="Google Shape;5109;p41"/>
          <p:cNvGrpSpPr/>
          <p:nvPr/>
        </p:nvGrpSpPr>
        <p:grpSpPr>
          <a:xfrm>
            <a:off x="4220281" y="4826836"/>
            <a:ext cx="541338" cy="223023"/>
            <a:chOff x="7493876" y="2774731"/>
            <a:chExt cx="1481958" cy="894622"/>
          </a:xfrm>
        </p:grpSpPr>
        <p:sp>
          <p:nvSpPr>
            <p:cNvPr id="5110" name="Google Shape;5110;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111" name="Google Shape;5111;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112" name="Google Shape;5112;p41"/>
            <p:cNvGrpSpPr/>
            <p:nvPr/>
          </p:nvGrpSpPr>
          <p:grpSpPr>
            <a:xfrm>
              <a:off x="7713663" y="2848339"/>
              <a:ext cx="1042107" cy="425543"/>
              <a:chOff x="7786941" y="2884917"/>
              <a:chExt cx="897649" cy="353919"/>
            </a:xfrm>
          </p:grpSpPr>
          <p:sp>
            <p:nvSpPr>
              <p:cNvPr id="5113" name="Google Shape;5113;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14" name="Google Shape;5114;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15" name="Google Shape;5115;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16" name="Google Shape;5116;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117" name="Google Shape;5117;p41"/>
          <p:cNvGrpSpPr/>
          <p:nvPr/>
        </p:nvGrpSpPr>
        <p:grpSpPr>
          <a:xfrm>
            <a:off x="7291037" y="4658009"/>
            <a:ext cx="541338" cy="223023"/>
            <a:chOff x="7493876" y="2774731"/>
            <a:chExt cx="1481958" cy="894622"/>
          </a:xfrm>
        </p:grpSpPr>
        <p:sp>
          <p:nvSpPr>
            <p:cNvPr id="5118" name="Google Shape;5118;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119" name="Google Shape;5119;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120" name="Google Shape;5120;p41"/>
            <p:cNvGrpSpPr/>
            <p:nvPr/>
          </p:nvGrpSpPr>
          <p:grpSpPr>
            <a:xfrm>
              <a:off x="7713663" y="2848339"/>
              <a:ext cx="1042107" cy="425543"/>
              <a:chOff x="7786941" y="2884917"/>
              <a:chExt cx="897649" cy="353919"/>
            </a:xfrm>
          </p:grpSpPr>
          <p:sp>
            <p:nvSpPr>
              <p:cNvPr id="5121" name="Google Shape;5121;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22" name="Google Shape;5122;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23" name="Google Shape;5123;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24" name="Google Shape;5124;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9" name="Shape 5129"/>
        <p:cNvGrpSpPr/>
        <p:nvPr/>
      </p:nvGrpSpPr>
      <p:grpSpPr>
        <a:xfrm>
          <a:off x="0" y="0"/>
          <a:ext cx="0" cy="0"/>
          <a:chOff x="0" y="0"/>
          <a:chExt cx="0" cy="0"/>
        </a:xfrm>
      </p:grpSpPr>
      <p:sp>
        <p:nvSpPr>
          <p:cNvPr id="5130" name="Google Shape;5130;p42"/>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cxnSp>
        <p:nvCxnSpPr>
          <p:cNvPr id="5131" name="Google Shape;5131;p42"/>
          <p:cNvCxnSpPr>
            <a:stCxn id="5132" idx="2"/>
            <a:endCxn id="5133" idx="6"/>
          </p:cNvCxnSpPr>
          <p:nvPr/>
        </p:nvCxnSpPr>
        <p:spPr>
          <a:xfrm rot="10800000">
            <a:off x="5710150" y="3536903"/>
            <a:ext cx="531900" cy="0"/>
          </a:xfrm>
          <a:prstGeom prst="straightConnector1">
            <a:avLst/>
          </a:prstGeom>
          <a:noFill/>
          <a:ln>
            <a:noFill/>
          </a:ln>
        </p:spPr>
      </p:cxnSp>
      <p:cxnSp>
        <p:nvCxnSpPr>
          <p:cNvPr id="5134" name="Google Shape;5134;p42"/>
          <p:cNvCxnSpPr/>
          <p:nvPr/>
        </p:nvCxnSpPr>
        <p:spPr>
          <a:xfrm flipH="1" rot="-5400000">
            <a:off x="6584535" y="3012633"/>
            <a:ext cx="286582" cy="161925"/>
          </a:xfrm>
          <a:prstGeom prst="straightConnector1">
            <a:avLst/>
          </a:prstGeom>
          <a:noFill/>
          <a:ln>
            <a:noFill/>
          </a:ln>
        </p:spPr>
      </p:cxnSp>
      <p:grpSp>
        <p:nvGrpSpPr>
          <p:cNvPr id="5135" name="Google Shape;5135;p42"/>
          <p:cNvGrpSpPr/>
          <p:nvPr/>
        </p:nvGrpSpPr>
        <p:grpSpPr>
          <a:xfrm>
            <a:off x="2266950" y="1992980"/>
            <a:ext cx="7658100" cy="2814961"/>
            <a:chOff x="2266950" y="1992980"/>
            <a:chExt cx="7658100" cy="2814961"/>
          </a:xfrm>
        </p:grpSpPr>
        <p:cxnSp>
          <p:nvCxnSpPr>
            <p:cNvPr id="5136" name="Google Shape;5136;p42"/>
            <p:cNvCxnSpPr>
              <a:endCxn id="5137" idx="0"/>
            </p:cNvCxnSpPr>
            <p:nvPr/>
          </p:nvCxnSpPr>
          <p:spPr>
            <a:xfrm flipH="1">
              <a:off x="2689225" y="1992980"/>
              <a:ext cx="308100" cy="2220900"/>
            </a:xfrm>
            <a:prstGeom prst="straightConnector1">
              <a:avLst/>
            </a:prstGeom>
            <a:noFill/>
            <a:ln cap="flat" cmpd="sng" w="9525">
              <a:solidFill>
                <a:srgbClr val="000000"/>
              </a:solidFill>
              <a:prstDash val="solid"/>
              <a:round/>
              <a:headEnd len="sm" w="sm" type="none"/>
              <a:tailEnd len="sm" w="sm" type="none"/>
            </a:ln>
          </p:spPr>
        </p:cxnSp>
        <p:cxnSp>
          <p:nvCxnSpPr>
            <p:cNvPr id="5138" name="Google Shape;5138;p42"/>
            <p:cNvCxnSpPr>
              <a:stCxn id="5133" idx="4"/>
            </p:cNvCxnSpPr>
            <p:nvPr/>
          </p:nvCxnSpPr>
          <p:spPr>
            <a:xfrm flipH="1">
              <a:off x="4620444" y="3908564"/>
              <a:ext cx="98400" cy="474600"/>
            </a:xfrm>
            <a:prstGeom prst="straightConnector1">
              <a:avLst/>
            </a:prstGeom>
            <a:noFill/>
            <a:ln cap="flat" cmpd="sng" w="9525">
              <a:solidFill>
                <a:srgbClr val="000000"/>
              </a:solidFill>
              <a:prstDash val="solid"/>
              <a:round/>
              <a:headEnd len="sm" w="sm" type="none"/>
              <a:tailEnd len="sm" w="sm" type="none"/>
            </a:ln>
          </p:spPr>
        </p:cxnSp>
        <p:cxnSp>
          <p:nvCxnSpPr>
            <p:cNvPr id="5139" name="Google Shape;5139;p42"/>
            <p:cNvCxnSpPr>
              <a:stCxn id="5133" idx="3"/>
            </p:cNvCxnSpPr>
            <p:nvPr/>
          </p:nvCxnSpPr>
          <p:spPr>
            <a:xfrm flipH="1">
              <a:off x="3727423" y="3799707"/>
              <a:ext cx="290400" cy="583500"/>
            </a:xfrm>
            <a:prstGeom prst="straightConnector1">
              <a:avLst/>
            </a:prstGeom>
            <a:noFill/>
            <a:ln cap="flat" cmpd="sng" w="9525">
              <a:solidFill>
                <a:srgbClr val="000000"/>
              </a:solidFill>
              <a:prstDash val="solid"/>
              <a:round/>
              <a:headEnd len="sm" w="sm" type="none"/>
              <a:tailEnd len="sm" w="sm" type="none"/>
            </a:ln>
          </p:spPr>
        </p:cxnSp>
        <p:cxnSp>
          <p:nvCxnSpPr>
            <p:cNvPr id="5140" name="Google Shape;5140;p42"/>
            <p:cNvCxnSpPr/>
            <p:nvPr/>
          </p:nvCxnSpPr>
          <p:spPr>
            <a:xfrm flipH="1" rot="-5400000">
              <a:off x="2142972" y="3178358"/>
              <a:ext cx="2292656" cy="260350"/>
            </a:xfrm>
            <a:prstGeom prst="straightConnector1">
              <a:avLst/>
            </a:prstGeom>
            <a:noFill/>
            <a:ln cap="flat" cmpd="sng" w="9525">
              <a:solidFill>
                <a:srgbClr val="000000"/>
              </a:solidFill>
              <a:prstDash val="solid"/>
              <a:round/>
              <a:headEnd len="sm" w="sm" type="none"/>
              <a:tailEnd len="sm" w="sm" type="none"/>
            </a:ln>
          </p:spPr>
        </p:cxnSp>
        <p:cxnSp>
          <p:nvCxnSpPr>
            <p:cNvPr id="5141" name="Google Shape;5141;p42"/>
            <p:cNvCxnSpPr/>
            <p:nvPr/>
          </p:nvCxnSpPr>
          <p:spPr>
            <a:xfrm flipH="1">
              <a:off x="2955927" y="3021951"/>
              <a:ext cx="771524" cy="1432912"/>
            </a:xfrm>
            <a:prstGeom prst="straightConnector1">
              <a:avLst/>
            </a:prstGeom>
            <a:noFill/>
            <a:ln cap="flat" cmpd="sng" w="9525">
              <a:solidFill>
                <a:srgbClr val="000000"/>
              </a:solidFill>
              <a:prstDash val="solid"/>
              <a:round/>
              <a:headEnd len="sm" w="sm" type="none"/>
              <a:tailEnd len="sm" w="sm" type="none"/>
            </a:ln>
          </p:spPr>
        </p:cxnSp>
        <p:cxnSp>
          <p:nvCxnSpPr>
            <p:cNvPr id="5142" name="Google Shape;5142;p42"/>
            <p:cNvCxnSpPr>
              <a:endCxn id="5143" idx="0"/>
            </p:cNvCxnSpPr>
            <p:nvPr/>
          </p:nvCxnSpPr>
          <p:spPr>
            <a:xfrm>
              <a:off x="5187032" y="3712280"/>
              <a:ext cx="422400" cy="501600"/>
            </a:xfrm>
            <a:prstGeom prst="straightConnector1">
              <a:avLst/>
            </a:prstGeom>
            <a:noFill/>
            <a:ln cap="flat" cmpd="sng" w="9525">
              <a:solidFill>
                <a:srgbClr val="000000"/>
              </a:solidFill>
              <a:prstDash val="solid"/>
              <a:round/>
              <a:headEnd len="sm" w="sm" type="none"/>
              <a:tailEnd len="sm" w="sm" type="none"/>
            </a:ln>
          </p:spPr>
        </p:cxnSp>
        <p:cxnSp>
          <p:nvCxnSpPr>
            <p:cNvPr id="5144" name="Google Shape;5144;p42"/>
            <p:cNvCxnSpPr/>
            <p:nvPr/>
          </p:nvCxnSpPr>
          <p:spPr>
            <a:xfrm rot="5400000">
              <a:off x="6419350" y="3956601"/>
              <a:ext cx="583613" cy="290513"/>
            </a:xfrm>
            <a:prstGeom prst="straightConnector1">
              <a:avLst/>
            </a:prstGeom>
            <a:noFill/>
            <a:ln cap="flat" cmpd="sng" w="9525">
              <a:solidFill>
                <a:srgbClr val="000000"/>
              </a:solidFill>
              <a:prstDash val="solid"/>
              <a:round/>
              <a:headEnd len="sm" w="sm" type="none"/>
              <a:tailEnd len="sm" w="sm" type="none"/>
            </a:ln>
          </p:spPr>
        </p:cxnSp>
        <p:cxnSp>
          <p:nvCxnSpPr>
            <p:cNvPr id="5145" name="Google Shape;5145;p42"/>
            <p:cNvCxnSpPr/>
            <p:nvPr/>
          </p:nvCxnSpPr>
          <p:spPr>
            <a:xfrm flipH="1" rot="-5400000">
              <a:off x="7161610" y="4097200"/>
              <a:ext cx="511967" cy="80962"/>
            </a:xfrm>
            <a:prstGeom prst="straightConnector1">
              <a:avLst/>
            </a:prstGeom>
            <a:noFill/>
            <a:ln cap="flat" cmpd="sng" w="9525">
              <a:solidFill>
                <a:srgbClr val="000000"/>
              </a:solidFill>
              <a:prstDash val="solid"/>
              <a:round/>
              <a:headEnd len="sm" w="sm" type="none"/>
              <a:tailEnd len="sm" w="sm" type="none"/>
            </a:ln>
          </p:spPr>
        </p:cxnSp>
        <p:cxnSp>
          <p:nvCxnSpPr>
            <p:cNvPr id="5146" name="Google Shape;5146;p42"/>
            <p:cNvCxnSpPr>
              <a:stCxn id="5132" idx="5"/>
            </p:cNvCxnSpPr>
            <p:nvPr/>
          </p:nvCxnSpPr>
          <p:spPr>
            <a:xfrm>
              <a:off x="7934465" y="3799707"/>
              <a:ext cx="412800" cy="671700"/>
            </a:xfrm>
            <a:prstGeom prst="straightConnector1">
              <a:avLst/>
            </a:prstGeom>
            <a:noFill/>
            <a:ln cap="flat" cmpd="sng" w="9525">
              <a:solidFill>
                <a:srgbClr val="000000"/>
              </a:solidFill>
              <a:prstDash val="solid"/>
              <a:round/>
              <a:headEnd len="sm" w="sm" type="none"/>
              <a:tailEnd len="sm" w="sm" type="none"/>
            </a:ln>
          </p:spPr>
        </p:cxnSp>
        <p:cxnSp>
          <p:nvCxnSpPr>
            <p:cNvPr id="5147" name="Google Shape;5147;p42"/>
            <p:cNvCxnSpPr>
              <a:stCxn id="5148" idx="4"/>
              <a:endCxn id="5149" idx="0"/>
            </p:cNvCxnSpPr>
            <p:nvPr/>
          </p:nvCxnSpPr>
          <p:spPr>
            <a:xfrm>
              <a:off x="8131307" y="2237400"/>
              <a:ext cx="398400" cy="1976400"/>
            </a:xfrm>
            <a:prstGeom prst="straightConnector1">
              <a:avLst/>
            </a:prstGeom>
            <a:noFill/>
            <a:ln cap="flat" cmpd="sng" w="9525">
              <a:solidFill>
                <a:srgbClr val="000000"/>
              </a:solidFill>
              <a:prstDash val="solid"/>
              <a:round/>
              <a:headEnd len="sm" w="sm" type="none"/>
              <a:tailEnd len="sm" w="sm" type="none"/>
            </a:ln>
          </p:spPr>
        </p:cxnSp>
        <p:cxnSp>
          <p:nvCxnSpPr>
            <p:cNvPr id="5150" name="Google Shape;5150;p42"/>
            <p:cNvCxnSpPr/>
            <p:nvPr/>
          </p:nvCxnSpPr>
          <p:spPr>
            <a:xfrm flipH="1" rot="-5400000">
              <a:off x="8678012" y="3586364"/>
              <a:ext cx="1371713" cy="242888"/>
            </a:xfrm>
            <a:prstGeom prst="straightConnector1">
              <a:avLst/>
            </a:prstGeom>
            <a:noFill/>
            <a:ln cap="flat" cmpd="sng" w="9525">
              <a:solidFill>
                <a:srgbClr val="000000"/>
              </a:solidFill>
              <a:prstDash val="solid"/>
              <a:round/>
              <a:headEnd len="sm" w="sm" type="none"/>
              <a:tailEnd len="sm" w="sm" type="none"/>
            </a:ln>
          </p:spPr>
        </p:cxnSp>
        <p:cxnSp>
          <p:nvCxnSpPr>
            <p:cNvPr id="5151" name="Google Shape;5151;p42"/>
            <p:cNvCxnSpPr/>
            <p:nvPr/>
          </p:nvCxnSpPr>
          <p:spPr>
            <a:xfrm rot="5400000">
              <a:off x="7669052" y="3134824"/>
              <a:ext cx="1443359" cy="1217613"/>
            </a:xfrm>
            <a:prstGeom prst="straightConnector1">
              <a:avLst/>
            </a:prstGeom>
            <a:noFill/>
            <a:ln cap="flat" cmpd="sng" w="9525">
              <a:solidFill>
                <a:srgbClr val="000000"/>
              </a:solidFill>
              <a:prstDash val="solid"/>
              <a:round/>
              <a:headEnd len="sm" w="sm" type="none"/>
              <a:tailEnd len="sm" w="sm" type="none"/>
            </a:ln>
          </p:spPr>
        </p:cxnSp>
        <p:sp>
          <p:nvSpPr>
            <p:cNvPr id="5152" name="Google Shape;5152;p42"/>
            <p:cNvSpPr/>
            <p:nvPr/>
          </p:nvSpPr>
          <p:spPr>
            <a:xfrm>
              <a:off x="3240088" y="4213880"/>
              <a:ext cx="844550"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137" name="Google Shape;5137;p42"/>
            <p:cNvSpPr/>
            <p:nvPr/>
          </p:nvSpPr>
          <p:spPr>
            <a:xfrm>
              <a:off x="2266950" y="4213880"/>
              <a:ext cx="844550"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153" name="Google Shape;5153;p42"/>
            <p:cNvSpPr/>
            <p:nvPr/>
          </p:nvSpPr>
          <p:spPr>
            <a:xfrm>
              <a:off x="7134225" y="4213880"/>
              <a:ext cx="844550"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154" name="Google Shape;5154;p42"/>
            <p:cNvSpPr/>
            <p:nvPr/>
          </p:nvSpPr>
          <p:spPr>
            <a:xfrm>
              <a:off x="6159500" y="4213880"/>
              <a:ext cx="846138"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143" name="Google Shape;5143;p42"/>
            <p:cNvSpPr/>
            <p:nvPr/>
          </p:nvSpPr>
          <p:spPr>
            <a:xfrm>
              <a:off x="5186363" y="4213880"/>
              <a:ext cx="846137"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155" name="Google Shape;5155;p42"/>
            <p:cNvSpPr/>
            <p:nvPr/>
          </p:nvSpPr>
          <p:spPr>
            <a:xfrm>
              <a:off x="4213225" y="4213880"/>
              <a:ext cx="844550"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149" name="Google Shape;5149;p42"/>
            <p:cNvSpPr/>
            <p:nvPr/>
          </p:nvSpPr>
          <p:spPr>
            <a:xfrm>
              <a:off x="8107363" y="4213880"/>
              <a:ext cx="844550"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156" name="Google Shape;5156;p42"/>
            <p:cNvSpPr/>
            <p:nvPr/>
          </p:nvSpPr>
          <p:spPr>
            <a:xfrm>
              <a:off x="9080500" y="4213880"/>
              <a:ext cx="844550"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grpSp>
      <p:sp>
        <p:nvSpPr>
          <p:cNvPr id="5157" name="Google Shape;5157;p42"/>
          <p:cNvSpPr txBox="1"/>
          <p:nvPr/>
        </p:nvSpPr>
        <p:spPr>
          <a:xfrm>
            <a:off x="532110" y="5020506"/>
            <a:ext cx="11283366" cy="1827212"/>
          </a:xfrm>
          <a:prstGeom prst="rect">
            <a:avLst/>
          </a:prstGeom>
          <a:noFill/>
          <a:ln>
            <a:noFill/>
          </a:ln>
        </p:spPr>
        <p:txBody>
          <a:bodyPr anchorCtr="0" anchor="t" bIns="45700" lIns="91425" spcFirstLastPara="1" rIns="91425" wrap="square" tIns="45700">
            <a:normAutofit/>
          </a:bodyPr>
          <a:lstStyle/>
          <a:p>
            <a:pPr indent="0" lvl="0" marL="63500" marR="0" rtl="0" algn="l">
              <a:lnSpc>
                <a:spcPct val="90000"/>
              </a:lnSpc>
              <a:spcBef>
                <a:spcPts val="0"/>
              </a:spcBef>
              <a:spcAft>
                <a:spcPts val="0"/>
              </a:spcAft>
              <a:buClr>
                <a:srgbClr val="0000A3"/>
              </a:buClr>
              <a:buSzPts val="2400"/>
              <a:buFont typeface="Noto Sans Symbols"/>
              <a:buNone/>
            </a:pPr>
            <a:r>
              <a:rPr b="0" i="0" lang="en-US" sz="2400" u="none" cap="none" strike="noStrike">
                <a:solidFill>
                  <a:srgbClr val="000000"/>
                </a:solidFill>
                <a:latin typeface="Calibri"/>
                <a:ea typeface="Calibri"/>
                <a:cs typeface="Calibri"/>
                <a:sym typeface="Calibri"/>
              </a:rPr>
              <a:t>At “center”: small # of well-connected large networks</a:t>
            </a:r>
            <a:endParaRPr b="0" i="0" sz="2400" u="none" cap="none" strike="noStrike">
              <a:solidFill>
                <a:srgbClr val="000000"/>
              </a:solidFill>
              <a:latin typeface="Calibri"/>
              <a:ea typeface="Calibri"/>
              <a:cs typeface="Calibri"/>
              <a:sym typeface="Calibri"/>
            </a:endParaRPr>
          </a:p>
          <a:p>
            <a:pPr indent="-281305" lvl="1" marL="460375"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rgbClr val="C00000"/>
                </a:solidFill>
                <a:latin typeface="Calibri"/>
                <a:ea typeface="Calibri"/>
                <a:cs typeface="Calibri"/>
                <a:sym typeface="Calibri"/>
              </a:rPr>
              <a:t>“tier-1” commercial ISPs </a:t>
            </a:r>
            <a:r>
              <a:rPr b="0" i="0" lang="en-US" sz="2000" u="none" cap="none" strike="noStrike">
                <a:solidFill>
                  <a:srgbClr val="000000"/>
                </a:solidFill>
                <a:latin typeface="Calibri"/>
                <a:ea typeface="Calibri"/>
                <a:cs typeface="Calibri"/>
                <a:sym typeface="Calibri"/>
              </a:rPr>
              <a:t>(e.g., Level 3, Sprint, AT&amp;T, NTT), </a:t>
            </a:r>
            <a:r>
              <a:rPr b="0" i="0" lang="en-US" sz="2400" u="none" cap="none" strike="noStrike">
                <a:solidFill>
                  <a:srgbClr val="000000"/>
                </a:solidFill>
                <a:latin typeface="Calibri"/>
                <a:ea typeface="Calibri"/>
                <a:cs typeface="Calibri"/>
                <a:sym typeface="Calibri"/>
              </a:rPr>
              <a:t>national &amp; international coverage</a:t>
            </a:r>
            <a:endParaRPr b="0" i="0" sz="2400" u="none" cap="none" strike="noStrike">
              <a:solidFill>
                <a:srgbClr val="000000"/>
              </a:solidFill>
              <a:latin typeface="Calibri"/>
              <a:ea typeface="Calibri"/>
              <a:cs typeface="Calibri"/>
              <a:sym typeface="Calibri"/>
            </a:endParaRPr>
          </a:p>
          <a:p>
            <a:pPr indent="-281305" lvl="1" marL="460375"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rgbClr val="C00000"/>
                </a:solidFill>
                <a:latin typeface="Calibri"/>
                <a:ea typeface="Calibri"/>
                <a:cs typeface="Calibri"/>
                <a:sym typeface="Calibri"/>
              </a:rPr>
              <a:t>content provider networks </a:t>
            </a:r>
            <a:r>
              <a:rPr b="0" i="0" lang="en-US" sz="2000" u="none" cap="none" strike="noStrike">
                <a:solidFill>
                  <a:srgbClr val="000000"/>
                </a:solidFill>
                <a:latin typeface="Calibri"/>
                <a:ea typeface="Calibri"/>
                <a:cs typeface="Calibri"/>
                <a:sym typeface="Calibri"/>
              </a:rPr>
              <a:t>(e.g., Google, Facebook): </a:t>
            </a:r>
            <a:r>
              <a:rPr b="0" i="0" lang="en-US" sz="2400" u="none" cap="none" strike="noStrike">
                <a:solidFill>
                  <a:srgbClr val="000000"/>
                </a:solidFill>
                <a:latin typeface="Calibri"/>
                <a:ea typeface="Calibri"/>
                <a:cs typeface="Calibri"/>
                <a:sym typeface="Calibri"/>
              </a:rPr>
              <a:t>private network that connects its data centers to Internet, often bypassing tier-1, regional ISPs</a:t>
            </a:r>
            <a:endParaRPr b="0" i="0" sz="2400" u="none" cap="none" strike="noStrike">
              <a:solidFill>
                <a:srgbClr val="000000"/>
              </a:solidFill>
              <a:latin typeface="Calibri"/>
              <a:ea typeface="Calibri"/>
              <a:cs typeface="Calibri"/>
              <a:sym typeface="Calibri"/>
            </a:endParaRPr>
          </a:p>
          <a:p>
            <a:pPr indent="-225425" lvl="1" marL="682625" marR="0" rtl="0" algn="l">
              <a:lnSpc>
                <a:spcPct val="90000"/>
              </a:lnSpc>
              <a:spcBef>
                <a:spcPts val="500"/>
              </a:spcBef>
              <a:spcAft>
                <a:spcPts val="0"/>
              </a:spcAft>
              <a:buClr>
                <a:srgbClr val="0000A8"/>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grpSp>
        <p:nvGrpSpPr>
          <p:cNvPr id="5158" name="Google Shape;5158;p42"/>
          <p:cNvGrpSpPr/>
          <p:nvPr/>
        </p:nvGrpSpPr>
        <p:grpSpPr>
          <a:xfrm>
            <a:off x="3727450" y="2136660"/>
            <a:ext cx="5191125" cy="1771904"/>
            <a:chOff x="3727450" y="2136660"/>
            <a:chExt cx="5191125" cy="1771904"/>
          </a:xfrm>
        </p:grpSpPr>
        <p:cxnSp>
          <p:nvCxnSpPr>
            <p:cNvPr id="5159" name="Google Shape;5159;p42"/>
            <p:cNvCxnSpPr>
              <a:stCxn id="5160" idx="5"/>
            </p:cNvCxnSpPr>
            <p:nvPr/>
          </p:nvCxnSpPr>
          <p:spPr>
            <a:xfrm>
              <a:off x="4222067" y="2951831"/>
              <a:ext cx="72000" cy="356700"/>
            </a:xfrm>
            <a:prstGeom prst="straightConnector1">
              <a:avLst/>
            </a:prstGeom>
            <a:noFill/>
            <a:ln cap="flat" cmpd="sng" w="9525">
              <a:solidFill>
                <a:srgbClr val="000000"/>
              </a:solidFill>
              <a:prstDash val="solid"/>
              <a:round/>
              <a:headEnd len="sm" w="sm" type="none"/>
              <a:tailEnd len="sm" w="sm" type="none"/>
            </a:ln>
          </p:spPr>
        </p:cxnSp>
        <p:cxnSp>
          <p:nvCxnSpPr>
            <p:cNvPr id="5161" name="Google Shape;5161;p42"/>
            <p:cNvCxnSpPr/>
            <p:nvPr/>
          </p:nvCxnSpPr>
          <p:spPr>
            <a:xfrm rot="5400000">
              <a:off x="4730778" y="2617790"/>
              <a:ext cx="1074683" cy="163512"/>
            </a:xfrm>
            <a:prstGeom prst="straightConnector1">
              <a:avLst/>
            </a:prstGeom>
            <a:noFill/>
            <a:ln cap="flat" cmpd="sng" w="9525">
              <a:solidFill>
                <a:srgbClr val="000000"/>
              </a:solidFill>
              <a:prstDash val="solid"/>
              <a:round/>
              <a:headEnd len="sm" w="sm" type="none"/>
              <a:tailEnd len="sm" w="sm" type="none"/>
            </a:ln>
          </p:spPr>
        </p:cxnSp>
        <p:cxnSp>
          <p:nvCxnSpPr>
            <p:cNvPr id="5162" name="Google Shape;5162;p42"/>
            <p:cNvCxnSpPr/>
            <p:nvPr/>
          </p:nvCxnSpPr>
          <p:spPr>
            <a:xfrm flipH="1">
              <a:off x="5430838" y="2878660"/>
              <a:ext cx="811212" cy="511967"/>
            </a:xfrm>
            <a:prstGeom prst="straightConnector1">
              <a:avLst/>
            </a:prstGeom>
            <a:noFill/>
            <a:ln cap="flat" cmpd="sng" w="9525">
              <a:solidFill>
                <a:srgbClr val="000000"/>
              </a:solidFill>
              <a:prstDash val="solid"/>
              <a:round/>
              <a:headEnd len="sm" w="sm" type="none"/>
              <a:tailEnd len="sm" w="sm" type="none"/>
            </a:ln>
          </p:spPr>
        </p:cxnSp>
        <p:cxnSp>
          <p:nvCxnSpPr>
            <p:cNvPr id="5163" name="Google Shape;5163;p42"/>
            <p:cNvCxnSpPr>
              <a:stCxn id="5164" idx="5"/>
            </p:cNvCxnSpPr>
            <p:nvPr/>
          </p:nvCxnSpPr>
          <p:spPr>
            <a:xfrm>
              <a:off x="4041683" y="2136660"/>
              <a:ext cx="2281200" cy="1382100"/>
            </a:xfrm>
            <a:prstGeom prst="straightConnector1">
              <a:avLst/>
            </a:prstGeom>
            <a:noFill/>
            <a:ln cap="flat" cmpd="sng" w="9525">
              <a:solidFill>
                <a:srgbClr val="000000"/>
              </a:solidFill>
              <a:prstDash val="solid"/>
              <a:round/>
              <a:headEnd len="sm" w="sm" type="none"/>
              <a:tailEnd len="sm" w="sm" type="none"/>
            </a:ln>
          </p:spPr>
        </p:cxnSp>
        <p:cxnSp>
          <p:nvCxnSpPr>
            <p:cNvPr id="5165" name="Google Shape;5165;p42"/>
            <p:cNvCxnSpPr/>
            <p:nvPr/>
          </p:nvCxnSpPr>
          <p:spPr>
            <a:xfrm flipH="1">
              <a:off x="7620000" y="2807014"/>
              <a:ext cx="1298575" cy="440322"/>
            </a:xfrm>
            <a:prstGeom prst="straightConnector1">
              <a:avLst/>
            </a:prstGeom>
            <a:noFill/>
            <a:ln cap="flat" cmpd="sng" w="9525">
              <a:solidFill>
                <a:srgbClr val="000000"/>
              </a:solidFill>
              <a:prstDash val="solid"/>
              <a:round/>
              <a:headEnd len="sm" w="sm" type="none"/>
              <a:tailEnd len="sm" w="sm" type="none"/>
            </a:ln>
          </p:spPr>
        </p:cxnSp>
        <p:sp>
          <p:nvSpPr>
            <p:cNvPr id="5133" name="Google Shape;5133;p42"/>
            <p:cNvSpPr/>
            <p:nvPr/>
          </p:nvSpPr>
          <p:spPr>
            <a:xfrm>
              <a:off x="3727450" y="3165242"/>
              <a:ext cx="1982788" cy="743322"/>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95959"/>
                </a:buClr>
                <a:buSzPts val="2400"/>
                <a:buFont typeface="Arial"/>
                <a:buNone/>
              </a:pPr>
              <a:r>
                <a:rPr b="0" i="0" lang="en-US" sz="2400" u="none" cap="none" strike="noStrike">
                  <a:solidFill>
                    <a:srgbClr val="595959"/>
                  </a:solidFill>
                  <a:latin typeface="Arial"/>
                  <a:ea typeface="Arial"/>
                  <a:cs typeface="Arial"/>
                  <a:sym typeface="Arial"/>
                </a:rPr>
                <a:t>Regional ISP</a:t>
              </a:r>
              <a:endParaRPr b="0" i="0" sz="2400" u="none" cap="none" strike="noStrike">
                <a:solidFill>
                  <a:srgbClr val="595959"/>
                </a:solidFill>
                <a:latin typeface="Arial"/>
                <a:ea typeface="Arial"/>
                <a:cs typeface="Arial"/>
                <a:sym typeface="Arial"/>
              </a:endParaRPr>
            </a:p>
          </p:txBody>
        </p:sp>
        <p:sp>
          <p:nvSpPr>
            <p:cNvPr id="5132" name="Google Shape;5132;p42"/>
            <p:cNvSpPr/>
            <p:nvPr/>
          </p:nvSpPr>
          <p:spPr>
            <a:xfrm>
              <a:off x="6242050" y="3165242"/>
              <a:ext cx="1982788" cy="743322"/>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95959"/>
                </a:buClr>
                <a:buSzPts val="2400"/>
                <a:buFont typeface="Arial"/>
                <a:buNone/>
              </a:pPr>
              <a:r>
                <a:rPr b="0" i="0" lang="en-US" sz="2400" u="none" cap="none" strike="noStrike">
                  <a:solidFill>
                    <a:srgbClr val="595959"/>
                  </a:solidFill>
                  <a:latin typeface="Arial"/>
                  <a:ea typeface="Arial"/>
                  <a:cs typeface="Arial"/>
                  <a:sym typeface="Arial"/>
                </a:rPr>
                <a:t>Regional ISP</a:t>
              </a:r>
              <a:endParaRPr b="0" i="0" sz="2400" u="none" cap="none" strike="noStrike">
                <a:solidFill>
                  <a:srgbClr val="595959"/>
                </a:solidFill>
                <a:latin typeface="Arial"/>
                <a:ea typeface="Arial"/>
                <a:cs typeface="Arial"/>
                <a:sym typeface="Arial"/>
              </a:endParaRPr>
            </a:p>
          </p:txBody>
        </p:sp>
        <p:cxnSp>
          <p:nvCxnSpPr>
            <p:cNvPr id="5166" name="Google Shape;5166;p42"/>
            <p:cNvCxnSpPr>
              <a:endCxn id="5132" idx="0"/>
            </p:cNvCxnSpPr>
            <p:nvPr/>
          </p:nvCxnSpPr>
          <p:spPr>
            <a:xfrm>
              <a:off x="6941844" y="2964242"/>
              <a:ext cx="291600" cy="201000"/>
            </a:xfrm>
            <a:prstGeom prst="straightConnector1">
              <a:avLst/>
            </a:prstGeom>
            <a:noFill/>
            <a:ln cap="flat" cmpd="sng" w="9525">
              <a:solidFill>
                <a:srgbClr val="000000"/>
              </a:solidFill>
              <a:prstDash val="solid"/>
              <a:round/>
              <a:headEnd len="sm" w="sm" type="none"/>
              <a:tailEnd len="sm" w="sm" type="none"/>
            </a:ln>
          </p:spPr>
        </p:cxnSp>
      </p:grpSp>
      <p:grpSp>
        <p:nvGrpSpPr>
          <p:cNvPr id="5167" name="Google Shape;5167;p42"/>
          <p:cNvGrpSpPr/>
          <p:nvPr/>
        </p:nvGrpSpPr>
        <p:grpSpPr>
          <a:xfrm>
            <a:off x="2347913" y="1287258"/>
            <a:ext cx="7329086" cy="1769461"/>
            <a:chOff x="2347913" y="1287258"/>
            <a:chExt cx="7329086" cy="1769461"/>
          </a:xfrm>
        </p:grpSpPr>
        <p:grpSp>
          <p:nvGrpSpPr>
            <p:cNvPr id="5168" name="Google Shape;5168;p42"/>
            <p:cNvGrpSpPr/>
            <p:nvPr/>
          </p:nvGrpSpPr>
          <p:grpSpPr>
            <a:xfrm>
              <a:off x="2347913" y="1287258"/>
              <a:ext cx="7329086" cy="1769461"/>
              <a:chOff x="2347913" y="1287258"/>
              <a:chExt cx="7329086" cy="1769461"/>
            </a:xfrm>
          </p:grpSpPr>
          <p:cxnSp>
            <p:nvCxnSpPr>
              <p:cNvPr id="5169" name="Google Shape;5169;p42"/>
              <p:cNvCxnSpPr/>
              <p:nvPr/>
            </p:nvCxnSpPr>
            <p:spPr>
              <a:xfrm flipH="1">
                <a:off x="4051300" y="2018914"/>
                <a:ext cx="3163888" cy="726904"/>
              </a:xfrm>
              <a:prstGeom prst="straightConnector1">
                <a:avLst/>
              </a:prstGeom>
              <a:noFill/>
              <a:ln cap="flat" cmpd="sng" w="9525">
                <a:solidFill>
                  <a:srgbClr val="000000"/>
                </a:solidFill>
                <a:prstDash val="solid"/>
                <a:round/>
                <a:headEnd len="sm" w="sm" type="none"/>
                <a:tailEnd len="sm" w="sm" type="none"/>
              </a:ln>
            </p:spPr>
          </p:cxnSp>
          <p:cxnSp>
            <p:nvCxnSpPr>
              <p:cNvPr id="5170" name="Google Shape;5170;p42"/>
              <p:cNvCxnSpPr/>
              <p:nvPr/>
            </p:nvCxnSpPr>
            <p:spPr>
              <a:xfrm>
                <a:off x="8816343" y="2125983"/>
                <a:ext cx="183196" cy="466094"/>
              </a:xfrm>
              <a:prstGeom prst="straightConnector1">
                <a:avLst/>
              </a:prstGeom>
              <a:noFill/>
              <a:ln cap="flat" cmpd="sng" w="9525">
                <a:solidFill>
                  <a:srgbClr val="000000"/>
                </a:solidFill>
                <a:prstDash val="solid"/>
                <a:round/>
                <a:headEnd len="sm" w="sm" type="none"/>
                <a:tailEnd len="sm" w="sm" type="none"/>
              </a:ln>
            </p:spPr>
          </p:cxnSp>
          <p:cxnSp>
            <p:nvCxnSpPr>
              <p:cNvPr id="5171" name="Google Shape;5171;p42"/>
              <p:cNvCxnSpPr/>
              <p:nvPr/>
            </p:nvCxnSpPr>
            <p:spPr>
              <a:xfrm flipH="1">
                <a:off x="6889752" y="2118360"/>
                <a:ext cx="486408" cy="617009"/>
              </a:xfrm>
              <a:prstGeom prst="straightConnector1">
                <a:avLst/>
              </a:prstGeom>
              <a:noFill/>
              <a:ln cap="flat" cmpd="sng" w="9525">
                <a:solidFill>
                  <a:srgbClr val="000000"/>
                </a:solidFill>
                <a:prstDash val="solid"/>
                <a:round/>
                <a:headEnd len="sm" w="sm" type="none"/>
                <a:tailEnd len="sm" w="sm" type="none"/>
              </a:ln>
            </p:spPr>
          </p:cxnSp>
          <p:cxnSp>
            <p:nvCxnSpPr>
              <p:cNvPr id="5172" name="Google Shape;5172;p42"/>
              <p:cNvCxnSpPr/>
              <p:nvPr/>
            </p:nvCxnSpPr>
            <p:spPr>
              <a:xfrm rot="10800000">
                <a:off x="4294188" y="1860422"/>
                <a:ext cx="531812" cy="0"/>
              </a:xfrm>
              <a:prstGeom prst="straightConnector1">
                <a:avLst/>
              </a:prstGeom>
              <a:noFill/>
              <a:ln cap="flat" cmpd="sng" w="9525">
                <a:solidFill>
                  <a:srgbClr val="000000"/>
                </a:solidFill>
                <a:prstDash val="solid"/>
                <a:round/>
                <a:headEnd len="sm" w="sm" type="none"/>
                <a:tailEnd len="sm" w="sm" type="none"/>
              </a:ln>
            </p:spPr>
          </p:cxnSp>
          <p:cxnSp>
            <p:nvCxnSpPr>
              <p:cNvPr id="5173" name="Google Shape;5173;p42"/>
              <p:cNvCxnSpPr>
                <a:stCxn id="5148" idx="2"/>
                <a:endCxn id="5174" idx="6"/>
              </p:cNvCxnSpPr>
              <p:nvPr/>
            </p:nvCxnSpPr>
            <p:spPr>
              <a:xfrm flipH="1">
                <a:off x="6683228" y="1872695"/>
                <a:ext cx="440700" cy="1200"/>
              </a:xfrm>
              <a:prstGeom prst="straightConnector1">
                <a:avLst/>
              </a:prstGeom>
              <a:noFill/>
              <a:ln cap="flat" cmpd="sng" w="9525">
                <a:solidFill>
                  <a:srgbClr val="000000"/>
                </a:solidFill>
                <a:prstDash val="solid"/>
                <a:round/>
                <a:headEnd len="sm" w="sm" type="none"/>
                <a:tailEnd len="sm" w="sm" type="none"/>
              </a:ln>
            </p:spPr>
          </p:cxnSp>
          <p:sp>
            <p:nvSpPr>
              <p:cNvPr id="5175" name="Google Shape;5175;p42"/>
              <p:cNvSpPr/>
              <p:nvPr/>
            </p:nvSpPr>
            <p:spPr>
              <a:xfrm>
                <a:off x="3402013" y="1287258"/>
                <a:ext cx="4460875" cy="429873"/>
              </a:xfrm>
              <a:prstGeom prst="arc">
                <a:avLst>
                  <a:gd fmla="val 10681875" name="adj1"/>
                  <a:gd fmla="val 0" name="adj2"/>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Gill Sans"/>
                  <a:ea typeface="Gill Sans"/>
                  <a:cs typeface="Gill Sans"/>
                  <a:sym typeface="Gill Sans"/>
                </a:endParaRPr>
              </a:p>
            </p:txBody>
          </p:sp>
          <p:cxnSp>
            <p:nvCxnSpPr>
              <p:cNvPr id="5176" name="Google Shape;5176;p42"/>
              <p:cNvCxnSpPr/>
              <p:nvPr/>
            </p:nvCxnSpPr>
            <p:spPr>
              <a:xfrm flipH="1" rot="-5400000">
                <a:off x="3390276" y="2254903"/>
                <a:ext cx="429873" cy="244475"/>
              </a:xfrm>
              <a:prstGeom prst="straightConnector1">
                <a:avLst/>
              </a:prstGeom>
              <a:noFill/>
              <a:ln cap="flat" cmpd="sng" w="9525">
                <a:solidFill>
                  <a:srgbClr val="000000"/>
                </a:solidFill>
                <a:prstDash val="solid"/>
                <a:round/>
                <a:headEnd len="sm" w="sm" type="none"/>
                <a:tailEnd len="sm" w="sm" type="none"/>
              </a:ln>
            </p:spPr>
          </p:cxnSp>
          <p:cxnSp>
            <p:nvCxnSpPr>
              <p:cNvPr id="5177" name="Google Shape;5177;p42"/>
              <p:cNvCxnSpPr/>
              <p:nvPr/>
            </p:nvCxnSpPr>
            <p:spPr>
              <a:xfrm flipH="1" rot="-5400000">
                <a:off x="6125374" y="2196331"/>
                <a:ext cx="474651" cy="406400"/>
              </a:xfrm>
              <a:prstGeom prst="straightConnector1">
                <a:avLst/>
              </a:prstGeom>
              <a:noFill/>
              <a:ln cap="flat" cmpd="sng" w="9525">
                <a:solidFill>
                  <a:srgbClr val="000000"/>
                </a:solidFill>
                <a:prstDash val="solid"/>
                <a:round/>
                <a:headEnd len="sm" w="sm" type="none"/>
                <a:tailEnd len="sm" w="sm" type="none"/>
              </a:ln>
            </p:spPr>
          </p:cxnSp>
          <p:cxnSp>
            <p:nvCxnSpPr>
              <p:cNvPr id="5178" name="Google Shape;5178;p42"/>
              <p:cNvCxnSpPr/>
              <p:nvPr/>
            </p:nvCxnSpPr>
            <p:spPr>
              <a:xfrm>
                <a:off x="6510338" y="2026377"/>
                <a:ext cx="2433637" cy="644810"/>
              </a:xfrm>
              <a:prstGeom prst="straightConnector1">
                <a:avLst/>
              </a:prstGeom>
              <a:noFill/>
              <a:ln cap="flat" cmpd="sng" w="9525">
                <a:solidFill>
                  <a:srgbClr val="000000"/>
                </a:solidFill>
                <a:prstDash val="solid"/>
                <a:round/>
                <a:headEnd len="sm" w="sm" type="none"/>
                <a:tailEnd len="sm" w="sm" type="none"/>
              </a:ln>
            </p:spPr>
          </p:cxnSp>
          <p:sp>
            <p:nvSpPr>
              <p:cNvPr id="5164" name="Google Shape;5164;p42"/>
              <p:cNvSpPr/>
              <p:nvPr/>
            </p:nvSpPr>
            <p:spPr>
              <a:xfrm>
                <a:off x="2347913" y="1502195"/>
                <a:ext cx="1984375" cy="743322"/>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Tier 1 ISP</a:t>
                </a:r>
                <a:endParaRPr b="0" i="0" sz="2400" u="none" cap="none" strike="noStrike">
                  <a:solidFill>
                    <a:srgbClr val="000000"/>
                  </a:solidFill>
                  <a:latin typeface="Arial"/>
                  <a:ea typeface="Arial"/>
                  <a:cs typeface="Arial"/>
                  <a:sym typeface="Arial"/>
                </a:endParaRPr>
              </a:p>
            </p:txBody>
          </p:sp>
          <p:sp>
            <p:nvSpPr>
              <p:cNvPr id="5174" name="Google Shape;5174;p42"/>
              <p:cNvSpPr/>
              <p:nvPr/>
            </p:nvSpPr>
            <p:spPr>
              <a:xfrm>
                <a:off x="4700588" y="1502195"/>
                <a:ext cx="1982787" cy="743322"/>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Tier 1 ISP</a:t>
                </a:r>
                <a:endParaRPr b="0" i="0" sz="2400" u="none" cap="none" strike="noStrike">
                  <a:solidFill>
                    <a:srgbClr val="000000"/>
                  </a:solidFill>
                  <a:latin typeface="Arial"/>
                  <a:ea typeface="Arial"/>
                  <a:cs typeface="Arial"/>
                  <a:sym typeface="Arial"/>
                </a:endParaRPr>
              </a:p>
            </p:txBody>
          </p:sp>
          <p:grpSp>
            <p:nvGrpSpPr>
              <p:cNvPr id="5179" name="Google Shape;5179;p42"/>
              <p:cNvGrpSpPr/>
              <p:nvPr/>
            </p:nvGrpSpPr>
            <p:grpSpPr>
              <a:xfrm>
                <a:off x="3480201" y="2504276"/>
                <a:ext cx="869150" cy="519599"/>
                <a:chOff x="553316" y="2968407"/>
                <a:chExt cx="869150" cy="552631"/>
              </a:xfrm>
            </p:grpSpPr>
            <p:sp>
              <p:nvSpPr>
                <p:cNvPr id="5160" name="Google Shape;5160;p42"/>
                <p:cNvSpPr/>
                <p:nvPr/>
              </p:nvSpPr>
              <p:spPr>
                <a:xfrm>
                  <a:off x="553316" y="2997818"/>
                  <a:ext cx="869150" cy="523220"/>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180" name="Google Shape;5180;p42"/>
                <p:cNvSpPr txBox="1"/>
                <p:nvPr/>
              </p:nvSpPr>
              <p:spPr>
                <a:xfrm>
                  <a:off x="706987" y="2968407"/>
                  <a:ext cx="64633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IXP</a:t>
                  </a:r>
                  <a:endParaRPr b="0" i="0" sz="1600" u="none" cap="none" strike="noStrike">
                    <a:solidFill>
                      <a:srgbClr val="FFFFFF"/>
                    </a:solidFill>
                    <a:latin typeface="Calibri"/>
                    <a:ea typeface="Calibri"/>
                    <a:cs typeface="Calibri"/>
                    <a:sym typeface="Calibri"/>
                  </a:endParaRPr>
                </a:p>
              </p:txBody>
            </p:sp>
          </p:grpSp>
          <p:grpSp>
            <p:nvGrpSpPr>
              <p:cNvPr id="5181" name="Google Shape;5181;p42"/>
              <p:cNvGrpSpPr/>
              <p:nvPr/>
            </p:nvGrpSpPr>
            <p:grpSpPr>
              <a:xfrm>
                <a:off x="7123928" y="1507990"/>
                <a:ext cx="2014757" cy="729410"/>
                <a:chOff x="7123928" y="1507990"/>
                <a:chExt cx="2014757" cy="729410"/>
              </a:xfrm>
            </p:grpSpPr>
            <p:sp>
              <p:nvSpPr>
                <p:cNvPr id="5148" name="Google Shape;5148;p42"/>
                <p:cNvSpPr/>
                <p:nvPr/>
              </p:nvSpPr>
              <p:spPr>
                <a:xfrm>
                  <a:off x="7123928" y="1507990"/>
                  <a:ext cx="2014757" cy="729410"/>
                </a:xfrm>
                <a:prstGeom prst="ellipse">
                  <a:avLst/>
                </a:prstGeom>
                <a:solidFill>
                  <a:srgbClr val="FF6600">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a:t>
                  </a:r>
                  <a:endParaRPr b="0" i="0" sz="2400" u="none" cap="none" strike="noStrike">
                    <a:solidFill>
                      <a:srgbClr val="000000"/>
                    </a:solidFill>
                    <a:latin typeface="Arial"/>
                    <a:ea typeface="Arial"/>
                    <a:cs typeface="Arial"/>
                    <a:sym typeface="Arial"/>
                  </a:endParaRPr>
                </a:p>
              </p:txBody>
            </p:sp>
            <p:sp>
              <p:nvSpPr>
                <p:cNvPr id="5182" name="Google Shape;5182;p42"/>
                <p:cNvSpPr txBox="1"/>
                <p:nvPr/>
              </p:nvSpPr>
              <p:spPr>
                <a:xfrm>
                  <a:off x="7387834" y="1535785"/>
                  <a:ext cx="151676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3600"/>
                    <a:buFont typeface="Calibri"/>
                    <a:buNone/>
                  </a:pPr>
                  <a:r>
                    <a:rPr b="0" i="0" lang="en-US" sz="3600" u="none" cap="none" strike="noStrike">
                      <a:solidFill>
                        <a:srgbClr val="FFFFFF"/>
                      </a:solidFill>
                      <a:latin typeface="Calibri"/>
                      <a:ea typeface="Calibri"/>
                      <a:cs typeface="Calibri"/>
                      <a:sym typeface="Calibri"/>
                    </a:rPr>
                    <a:t>Google</a:t>
                  </a:r>
                  <a:endParaRPr b="0" i="0" sz="1800" u="none" cap="none" strike="noStrike">
                    <a:solidFill>
                      <a:srgbClr val="FFFFFF"/>
                    </a:solidFill>
                    <a:latin typeface="Calibri"/>
                    <a:ea typeface="Calibri"/>
                    <a:cs typeface="Calibri"/>
                    <a:sym typeface="Calibri"/>
                  </a:endParaRPr>
                </a:p>
              </p:txBody>
            </p:sp>
          </p:grpSp>
          <p:grpSp>
            <p:nvGrpSpPr>
              <p:cNvPr id="5183" name="Google Shape;5183;p42"/>
              <p:cNvGrpSpPr/>
              <p:nvPr/>
            </p:nvGrpSpPr>
            <p:grpSpPr>
              <a:xfrm>
                <a:off x="8807849" y="2554323"/>
                <a:ext cx="869150" cy="502396"/>
                <a:chOff x="553316" y="2997818"/>
                <a:chExt cx="869150" cy="534333"/>
              </a:xfrm>
            </p:grpSpPr>
            <p:sp>
              <p:nvSpPr>
                <p:cNvPr id="5184" name="Google Shape;5184;p42"/>
                <p:cNvSpPr/>
                <p:nvPr/>
              </p:nvSpPr>
              <p:spPr>
                <a:xfrm>
                  <a:off x="553316" y="2997818"/>
                  <a:ext cx="869150" cy="523220"/>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185" name="Google Shape;5185;p42"/>
                <p:cNvSpPr txBox="1"/>
                <p:nvPr/>
              </p:nvSpPr>
              <p:spPr>
                <a:xfrm>
                  <a:off x="684127" y="3008931"/>
                  <a:ext cx="64633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IXP</a:t>
                  </a:r>
                  <a:endParaRPr b="0" i="0" sz="1600" u="none" cap="none" strike="noStrike">
                    <a:solidFill>
                      <a:srgbClr val="FFFFFF"/>
                    </a:solidFill>
                    <a:latin typeface="Calibri"/>
                    <a:ea typeface="Calibri"/>
                    <a:cs typeface="Calibri"/>
                    <a:sym typeface="Calibri"/>
                  </a:endParaRPr>
                </a:p>
              </p:txBody>
            </p:sp>
          </p:grpSp>
        </p:grpSp>
        <p:grpSp>
          <p:nvGrpSpPr>
            <p:cNvPr id="5186" name="Google Shape;5186;p42"/>
            <p:cNvGrpSpPr/>
            <p:nvPr/>
          </p:nvGrpSpPr>
          <p:grpSpPr>
            <a:xfrm>
              <a:off x="6173793" y="2537627"/>
              <a:ext cx="869150" cy="502396"/>
              <a:chOff x="553316" y="2997818"/>
              <a:chExt cx="869150" cy="534333"/>
            </a:xfrm>
          </p:grpSpPr>
          <p:sp>
            <p:nvSpPr>
              <p:cNvPr id="5187" name="Google Shape;5187;p42"/>
              <p:cNvSpPr/>
              <p:nvPr/>
            </p:nvSpPr>
            <p:spPr>
              <a:xfrm>
                <a:off x="553316" y="2997818"/>
                <a:ext cx="869150" cy="523220"/>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188" name="Google Shape;5188;p42"/>
              <p:cNvSpPr txBox="1"/>
              <p:nvPr/>
            </p:nvSpPr>
            <p:spPr>
              <a:xfrm>
                <a:off x="684127" y="3008931"/>
                <a:ext cx="64633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IXP</a:t>
                </a:r>
                <a:endParaRPr b="0" i="0" sz="1600" u="none" cap="none" strike="noStrike">
                  <a:solidFill>
                    <a:srgbClr val="FFFFFF"/>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8"/>
                                        </p:tgtEl>
                                        <p:attrNameLst>
                                          <p:attrName>style.visibility</p:attrName>
                                        </p:attrNameLst>
                                      </p:cBhvr>
                                      <p:to>
                                        <p:strVal val="visible"/>
                                      </p:to>
                                    </p:set>
                                    <p:animEffect filter="fade" transition="in">
                                      <p:cBhvr>
                                        <p:cTn dur="500"/>
                                        <p:tgtEl>
                                          <p:spTgt spid="5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5"/>
                                        </p:tgtEl>
                                        <p:attrNameLst>
                                          <p:attrName>style.visibility</p:attrName>
                                        </p:attrNameLst>
                                      </p:cBhvr>
                                      <p:to>
                                        <p:strVal val="visible"/>
                                      </p:to>
                                    </p:set>
                                    <p:animEffect filter="fade" transition="in">
                                      <p:cBhvr>
                                        <p:cTn dur="500"/>
                                        <p:tgtEl>
                                          <p:spTgt spid="5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3" name="Shape 5193"/>
        <p:cNvGrpSpPr/>
        <p:nvPr/>
      </p:nvGrpSpPr>
      <p:grpSpPr>
        <a:xfrm>
          <a:off x="0" y="0"/>
          <a:ext cx="0" cy="0"/>
          <a:chOff x="0" y="0"/>
          <a:chExt cx="0" cy="0"/>
        </a:xfrm>
      </p:grpSpPr>
      <p:sp>
        <p:nvSpPr>
          <p:cNvPr id="5194" name="Google Shape;5194;g36edd33540e_0_1"/>
          <p:cNvSpPr txBox="1"/>
          <p:nvPr>
            <p:ph type="title"/>
          </p:nvPr>
        </p:nvSpPr>
        <p:spPr>
          <a:xfrm>
            <a:off x="825267" y="336191"/>
            <a:ext cx="10515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cxnSp>
        <p:nvCxnSpPr>
          <p:cNvPr id="5195" name="Google Shape;5195;g36edd33540e_0_1"/>
          <p:cNvCxnSpPr>
            <a:stCxn id="5196" idx="2"/>
            <a:endCxn id="5197" idx="6"/>
          </p:cNvCxnSpPr>
          <p:nvPr/>
        </p:nvCxnSpPr>
        <p:spPr>
          <a:xfrm rot="10800000">
            <a:off x="5710150" y="3536942"/>
            <a:ext cx="531900" cy="0"/>
          </a:xfrm>
          <a:prstGeom prst="straightConnector1">
            <a:avLst/>
          </a:prstGeom>
          <a:noFill/>
          <a:ln>
            <a:noFill/>
          </a:ln>
        </p:spPr>
      </p:cxnSp>
      <p:cxnSp>
        <p:nvCxnSpPr>
          <p:cNvPr id="5198" name="Google Shape;5198;g36edd33540e_0_1"/>
          <p:cNvCxnSpPr/>
          <p:nvPr/>
        </p:nvCxnSpPr>
        <p:spPr>
          <a:xfrm flipH="1" rot="-5400000">
            <a:off x="6584613" y="3012555"/>
            <a:ext cx="286500" cy="162000"/>
          </a:xfrm>
          <a:prstGeom prst="straightConnector1">
            <a:avLst/>
          </a:prstGeom>
          <a:noFill/>
          <a:ln>
            <a:noFill/>
          </a:ln>
        </p:spPr>
      </p:cxnSp>
      <p:grpSp>
        <p:nvGrpSpPr>
          <p:cNvPr id="5199" name="Google Shape;5199;g36edd33540e_0_1"/>
          <p:cNvGrpSpPr/>
          <p:nvPr/>
        </p:nvGrpSpPr>
        <p:grpSpPr>
          <a:xfrm>
            <a:off x="2266950" y="1992980"/>
            <a:ext cx="7658050" cy="2814900"/>
            <a:chOff x="2266950" y="1992980"/>
            <a:chExt cx="7658050" cy="2814900"/>
          </a:xfrm>
        </p:grpSpPr>
        <p:cxnSp>
          <p:nvCxnSpPr>
            <p:cNvPr id="5200" name="Google Shape;5200;g36edd33540e_0_1"/>
            <p:cNvCxnSpPr>
              <a:endCxn id="5201" idx="0"/>
            </p:cNvCxnSpPr>
            <p:nvPr/>
          </p:nvCxnSpPr>
          <p:spPr>
            <a:xfrm flipH="1">
              <a:off x="2689200" y="1992980"/>
              <a:ext cx="308100" cy="2220900"/>
            </a:xfrm>
            <a:prstGeom prst="straightConnector1">
              <a:avLst/>
            </a:prstGeom>
            <a:noFill/>
            <a:ln cap="flat" cmpd="sng" w="9525">
              <a:solidFill>
                <a:srgbClr val="000000"/>
              </a:solidFill>
              <a:prstDash val="solid"/>
              <a:round/>
              <a:headEnd len="sm" w="sm" type="none"/>
              <a:tailEnd len="sm" w="sm" type="none"/>
            </a:ln>
          </p:spPr>
        </p:cxnSp>
        <p:cxnSp>
          <p:nvCxnSpPr>
            <p:cNvPr id="5202" name="Google Shape;5202;g36edd33540e_0_1"/>
            <p:cNvCxnSpPr>
              <a:stCxn id="5197" idx="4"/>
            </p:cNvCxnSpPr>
            <p:nvPr/>
          </p:nvCxnSpPr>
          <p:spPr>
            <a:xfrm flipH="1">
              <a:off x="4620400" y="3908642"/>
              <a:ext cx="98400" cy="474600"/>
            </a:xfrm>
            <a:prstGeom prst="straightConnector1">
              <a:avLst/>
            </a:prstGeom>
            <a:noFill/>
            <a:ln cap="flat" cmpd="sng" w="9525">
              <a:solidFill>
                <a:srgbClr val="000000"/>
              </a:solidFill>
              <a:prstDash val="solid"/>
              <a:round/>
              <a:headEnd len="sm" w="sm" type="none"/>
              <a:tailEnd len="sm" w="sm" type="none"/>
            </a:ln>
          </p:spPr>
        </p:cxnSp>
        <p:cxnSp>
          <p:nvCxnSpPr>
            <p:cNvPr id="5203" name="Google Shape;5203;g36edd33540e_0_1"/>
            <p:cNvCxnSpPr>
              <a:stCxn id="5197" idx="3"/>
            </p:cNvCxnSpPr>
            <p:nvPr/>
          </p:nvCxnSpPr>
          <p:spPr>
            <a:xfrm flipH="1">
              <a:off x="3727410" y="3799774"/>
              <a:ext cx="290400" cy="583500"/>
            </a:xfrm>
            <a:prstGeom prst="straightConnector1">
              <a:avLst/>
            </a:prstGeom>
            <a:noFill/>
            <a:ln cap="flat" cmpd="sng" w="9525">
              <a:solidFill>
                <a:srgbClr val="000000"/>
              </a:solidFill>
              <a:prstDash val="solid"/>
              <a:round/>
              <a:headEnd len="sm" w="sm" type="none"/>
              <a:tailEnd len="sm" w="sm" type="none"/>
            </a:ln>
          </p:spPr>
        </p:cxnSp>
        <p:cxnSp>
          <p:nvCxnSpPr>
            <p:cNvPr id="5204" name="Google Shape;5204;g36edd33540e_0_1"/>
            <p:cNvCxnSpPr/>
            <p:nvPr/>
          </p:nvCxnSpPr>
          <p:spPr>
            <a:xfrm flipH="1" rot="-5400000">
              <a:off x="2143025" y="3178305"/>
              <a:ext cx="2292600" cy="260400"/>
            </a:xfrm>
            <a:prstGeom prst="straightConnector1">
              <a:avLst/>
            </a:prstGeom>
            <a:noFill/>
            <a:ln cap="flat" cmpd="sng" w="9525">
              <a:solidFill>
                <a:srgbClr val="000000"/>
              </a:solidFill>
              <a:prstDash val="solid"/>
              <a:round/>
              <a:headEnd len="sm" w="sm" type="none"/>
              <a:tailEnd len="sm" w="sm" type="none"/>
            </a:ln>
          </p:spPr>
        </p:cxnSp>
        <p:cxnSp>
          <p:nvCxnSpPr>
            <p:cNvPr id="5205" name="Google Shape;5205;g36edd33540e_0_1"/>
            <p:cNvCxnSpPr/>
            <p:nvPr/>
          </p:nvCxnSpPr>
          <p:spPr>
            <a:xfrm flipH="1">
              <a:off x="2955851" y="3021951"/>
              <a:ext cx="771600" cy="1432800"/>
            </a:xfrm>
            <a:prstGeom prst="straightConnector1">
              <a:avLst/>
            </a:prstGeom>
            <a:noFill/>
            <a:ln cap="flat" cmpd="sng" w="9525">
              <a:solidFill>
                <a:srgbClr val="000000"/>
              </a:solidFill>
              <a:prstDash val="solid"/>
              <a:round/>
              <a:headEnd len="sm" w="sm" type="none"/>
              <a:tailEnd len="sm" w="sm" type="none"/>
            </a:ln>
          </p:spPr>
        </p:cxnSp>
        <p:cxnSp>
          <p:nvCxnSpPr>
            <p:cNvPr id="5206" name="Google Shape;5206;g36edd33540e_0_1"/>
            <p:cNvCxnSpPr>
              <a:endCxn id="5207" idx="0"/>
            </p:cNvCxnSpPr>
            <p:nvPr/>
          </p:nvCxnSpPr>
          <p:spPr>
            <a:xfrm>
              <a:off x="5186963" y="3712280"/>
              <a:ext cx="422400" cy="501600"/>
            </a:xfrm>
            <a:prstGeom prst="straightConnector1">
              <a:avLst/>
            </a:prstGeom>
            <a:noFill/>
            <a:ln cap="flat" cmpd="sng" w="9525">
              <a:solidFill>
                <a:srgbClr val="000000"/>
              </a:solidFill>
              <a:prstDash val="solid"/>
              <a:round/>
              <a:headEnd len="sm" w="sm" type="none"/>
              <a:tailEnd len="sm" w="sm" type="none"/>
            </a:ln>
          </p:spPr>
        </p:cxnSp>
        <p:cxnSp>
          <p:nvCxnSpPr>
            <p:cNvPr id="5208" name="Google Shape;5208;g36edd33540e_0_1"/>
            <p:cNvCxnSpPr/>
            <p:nvPr/>
          </p:nvCxnSpPr>
          <p:spPr>
            <a:xfrm rot="5400000">
              <a:off x="6419463" y="3956601"/>
              <a:ext cx="583500" cy="290400"/>
            </a:xfrm>
            <a:prstGeom prst="straightConnector1">
              <a:avLst/>
            </a:prstGeom>
            <a:noFill/>
            <a:ln cap="flat" cmpd="sng" w="9525">
              <a:solidFill>
                <a:srgbClr val="000000"/>
              </a:solidFill>
              <a:prstDash val="solid"/>
              <a:round/>
              <a:headEnd len="sm" w="sm" type="none"/>
              <a:tailEnd len="sm" w="sm" type="none"/>
            </a:ln>
          </p:spPr>
        </p:cxnSp>
        <p:cxnSp>
          <p:nvCxnSpPr>
            <p:cNvPr id="5209" name="Google Shape;5209;g36edd33540e_0_1"/>
            <p:cNvCxnSpPr/>
            <p:nvPr/>
          </p:nvCxnSpPr>
          <p:spPr>
            <a:xfrm flipH="1" rot="-5400000">
              <a:off x="7161563" y="4097248"/>
              <a:ext cx="512100" cy="81000"/>
            </a:xfrm>
            <a:prstGeom prst="straightConnector1">
              <a:avLst/>
            </a:prstGeom>
            <a:noFill/>
            <a:ln cap="flat" cmpd="sng" w="9525">
              <a:solidFill>
                <a:srgbClr val="000000"/>
              </a:solidFill>
              <a:prstDash val="solid"/>
              <a:round/>
              <a:headEnd len="sm" w="sm" type="none"/>
              <a:tailEnd len="sm" w="sm" type="none"/>
            </a:ln>
          </p:spPr>
        </p:cxnSp>
        <p:cxnSp>
          <p:nvCxnSpPr>
            <p:cNvPr id="5210" name="Google Shape;5210;g36edd33540e_0_1"/>
            <p:cNvCxnSpPr>
              <a:stCxn id="5196" idx="5"/>
            </p:cNvCxnSpPr>
            <p:nvPr/>
          </p:nvCxnSpPr>
          <p:spPr>
            <a:xfrm>
              <a:off x="7934390" y="3799774"/>
              <a:ext cx="412800" cy="671700"/>
            </a:xfrm>
            <a:prstGeom prst="straightConnector1">
              <a:avLst/>
            </a:prstGeom>
            <a:noFill/>
            <a:ln cap="flat" cmpd="sng" w="9525">
              <a:solidFill>
                <a:srgbClr val="000000"/>
              </a:solidFill>
              <a:prstDash val="solid"/>
              <a:round/>
              <a:headEnd len="sm" w="sm" type="none"/>
              <a:tailEnd len="sm" w="sm" type="none"/>
            </a:ln>
          </p:spPr>
        </p:cxnSp>
        <p:cxnSp>
          <p:nvCxnSpPr>
            <p:cNvPr id="5211" name="Google Shape;5211;g36edd33540e_0_1"/>
            <p:cNvCxnSpPr>
              <a:stCxn id="5212" idx="4"/>
              <a:endCxn id="5213" idx="0"/>
            </p:cNvCxnSpPr>
            <p:nvPr/>
          </p:nvCxnSpPr>
          <p:spPr>
            <a:xfrm>
              <a:off x="8131328" y="2237290"/>
              <a:ext cx="398400" cy="1976700"/>
            </a:xfrm>
            <a:prstGeom prst="straightConnector1">
              <a:avLst/>
            </a:prstGeom>
            <a:noFill/>
            <a:ln cap="flat" cmpd="sng" w="9525">
              <a:solidFill>
                <a:srgbClr val="000000"/>
              </a:solidFill>
              <a:prstDash val="solid"/>
              <a:round/>
              <a:headEnd len="sm" w="sm" type="none"/>
              <a:tailEnd len="sm" w="sm" type="none"/>
            </a:ln>
          </p:spPr>
        </p:cxnSp>
        <p:cxnSp>
          <p:nvCxnSpPr>
            <p:cNvPr id="5214" name="Google Shape;5214;g36edd33540e_0_1"/>
            <p:cNvCxnSpPr/>
            <p:nvPr/>
          </p:nvCxnSpPr>
          <p:spPr>
            <a:xfrm flipH="1" rot="-5400000">
              <a:off x="8678125" y="3586252"/>
              <a:ext cx="1371600" cy="243000"/>
            </a:xfrm>
            <a:prstGeom prst="straightConnector1">
              <a:avLst/>
            </a:prstGeom>
            <a:noFill/>
            <a:ln cap="flat" cmpd="sng" w="9525">
              <a:solidFill>
                <a:srgbClr val="000000"/>
              </a:solidFill>
              <a:prstDash val="solid"/>
              <a:round/>
              <a:headEnd len="sm" w="sm" type="none"/>
              <a:tailEnd len="sm" w="sm" type="none"/>
            </a:ln>
          </p:spPr>
        </p:cxnSp>
        <p:cxnSp>
          <p:nvCxnSpPr>
            <p:cNvPr id="5215" name="Google Shape;5215;g36edd33540e_0_1"/>
            <p:cNvCxnSpPr/>
            <p:nvPr/>
          </p:nvCxnSpPr>
          <p:spPr>
            <a:xfrm rot="5400000">
              <a:off x="7669038" y="3134751"/>
              <a:ext cx="1443300" cy="1217700"/>
            </a:xfrm>
            <a:prstGeom prst="straightConnector1">
              <a:avLst/>
            </a:prstGeom>
            <a:noFill/>
            <a:ln cap="flat" cmpd="sng" w="9525">
              <a:solidFill>
                <a:srgbClr val="000000"/>
              </a:solidFill>
              <a:prstDash val="solid"/>
              <a:round/>
              <a:headEnd len="sm" w="sm" type="none"/>
              <a:tailEnd len="sm" w="sm" type="none"/>
            </a:ln>
          </p:spPr>
        </p:cxnSp>
        <p:sp>
          <p:nvSpPr>
            <p:cNvPr id="5216" name="Google Shape;5216;g36edd33540e_0_1"/>
            <p:cNvSpPr/>
            <p:nvPr/>
          </p:nvSpPr>
          <p:spPr>
            <a:xfrm>
              <a:off x="3240088" y="4213880"/>
              <a:ext cx="844500" cy="594000"/>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201" name="Google Shape;5201;g36edd33540e_0_1"/>
            <p:cNvSpPr/>
            <p:nvPr/>
          </p:nvSpPr>
          <p:spPr>
            <a:xfrm>
              <a:off x="2266950" y="4213880"/>
              <a:ext cx="844500" cy="594000"/>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217" name="Google Shape;5217;g36edd33540e_0_1"/>
            <p:cNvSpPr/>
            <p:nvPr/>
          </p:nvSpPr>
          <p:spPr>
            <a:xfrm>
              <a:off x="7134225" y="4213880"/>
              <a:ext cx="844500" cy="594000"/>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218" name="Google Shape;5218;g36edd33540e_0_1"/>
            <p:cNvSpPr/>
            <p:nvPr/>
          </p:nvSpPr>
          <p:spPr>
            <a:xfrm>
              <a:off x="6159500" y="4213880"/>
              <a:ext cx="846000" cy="594000"/>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207" name="Google Shape;5207;g36edd33540e_0_1"/>
            <p:cNvSpPr/>
            <p:nvPr/>
          </p:nvSpPr>
          <p:spPr>
            <a:xfrm>
              <a:off x="5186363" y="4213880"/>
              <a:ext cx="846000" cy="594000"/>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219" name="Google Shape;5219;g36edd33540e_0_1"/>
            <p:cNvSpPr/>
            <p:nvPr/>
          </p:nvSpPr>
          <p:spPr>
            <a:xfrm>
              <a:off x="4213225" y="4213880"/>
              <a:ext cx="844500" cy="594000"/>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213" name="Google Shape;5213;g36edd33540e_0_1"/>
            <p:cNvSpPr/>
            <p:nvPr/>
          </p:nvSpPr>
          <p:spPr>
            <a:xfrm>
              <a:off x="8107363" y="4213880"/>
              <a:ext cx="844500" cy="594000"/>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sp>
          <p:nvSpPr>
            <p:cNvPr id="5220" name="Google Shape;5220;g36edd33540e_0_1"/>
            <p:cNvSpPr/>
            <p:nvPr/>
          </p:nvSpPr>
          <p:spPr>
            <a:xfrm>
              <a:off x="9080500" y="4213880"/>
              <a:ext cx="844500" cy="594000"/>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b="0" i="0" sz="16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b="0" i="0" sz="1600" u="none" cap="none" strike="noStrike">
                <a:solidFill>
                  <a:srgbClr val="000000"/>
                </a:solidFill>
                <a:latin typeface="Calibri"/>
                <a:ea typeface="Calibri"/>
                <a:cs typeface="Calibri"/>
                <a:sym typeface="Calibri"/>
              </a:endParaRPr>
            </a:p>
          </p:txBody>
        </p:sp>
      </p:grpSp>
      <p:sp>
        <p:nvSpPr>
          <p:cNvPr id="5221" name="Google Shape;5221;g36edd33540e_0_1"/>
          <p:cNvSpPr txBox="1"/>
          <p:nvPr/>
        </p:nvSpPr>
        <p:spPr>
          <a:xfrm>
            <a:off x="532110" y="5020506"/>
            <a:ext cx="11283300" cy="1827300"/>
          </a:xfrm>
          <a:prstGeom prst="rect">
            <a:avLst/>
          </a:prstGeom>
          <a:noFill/>
          <a:ln>
            <a:noFill/>
          </a:ln>
        </p:spPr>
        <p:txBody>
          <a:bodyPr anchorCtr="0" anchor="t" bIns="45700" lIns="91425" spcFirstLastPara="1" rIns="91425" wrap="square" tIns="45700">
            <a:normAutofit/>
          </a:bodyPr>
          <a:lstStyle/>
          <a:p>
            <a:pPr indent="-281305" lvl="1" marL="460375" marR="0" rtl="0" algn="l">
              <a:lnSpc>
                <a:spcPct val="90000"/>
              </a:lnSpc>
              <a:spcBef>
                <a:spcPts val="500"/>
              </a:spcBef>
              <a:spcAft>
                <a:spcPts val="0"/>
              </a:spcAft>
              <a:buClr>
                <a:srgbClr val="0000A8"/>
              </a:buClr>
              <a:buSzPts val="2400"/>
              <a:buFont typeface="Noto Sans Symbols"/>
              <a:buChar char="▪"/>
            </a:pPr>
            <a:r>
              <a:rPr lang="en-US" sz="2400">
                <a:latin typeface="Calibri"/>
                <a:ea typeface="Calibri"/>
                <a:cs typeface="Calibri"/>
                <a:sym typeface="Calibri"/>
              </a:rPr>
              <a:t>Example Google Global Cache : Google installings caching servers with an ISP’s data center or network, allowing users to access youtube, google search, android updates etc... directly from nearby servers, instead of google’s global data center.</a:t>
            </a:r>
            <a:endParaRPr b="0" i="0" sz="2400" u="none" cap="none" strike="noStrike">
              <a:solidFill>
                <a:srgbClr val="000000"/>
              </a:solidFill>
              <a:latin typeface="Calibri"/>
              <a:ea typeface="Calibri"/>
              <a:cs typeface="Calibri"/>
              <a:sym typeface="Calibri"/>
            </a:endParaRPr>
          </a:p>
          <a:p>
            <a:pPr indent="-225425" lvl="1" marL="682625" marR="0" rtl="0" algn="l">
              <a:lnSpc>
                <a:spcPct val="90000"/>
              </a:lnSpc>
              <a:spcBef>
                <a:spcPts val="500"/>
              </a:spcBef>
              <a:spcAft>
                <a:spcPts val="0"/>
              </a:spcAft>
              <a:buClr>
                <a:srgbClr val="0000A8"/>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grpSp>
        <p:nvGrpSpPr>
          <p:cNvPr id="5222" name="Google Shape;5222;g36edd33540e_0_1"/>
          <p:cNvGrpSpPr/>
          <p:nvPr/>
        </p:nvGrpSpPr>
        <p:grpSpPr>
          <a:xfrm>
            <a:off x="3727450" y="2136727"/>
            <a:ext cx="5191125" cy="1771915"/>
            <a:chOff x="3727450" y="2136727"/>
            <a:chExt cx="5191125" cy="1771915"/>
          </a:xfrm>
        </p:grpSpPr>
        <p:cxnSp>
          <p:nvCxnSpPr>
            <p:cNvPr id="5223" name="Google Shape;5223;g36edd33540e_0_1"/>
            <p:cNvCxnSpPr>
              <a:stCxn id="5224" idx="5"/>
            </p:cNvCxnSpPr>
            <p:nvPr/>
          </p:nvCxnSpPr>
          <p:spPr>
            <a:xfrm>
              <a:off x="4222024" y="2951720"/>
              <a:ext cx="72000" cy="356700"/>
            </a:xfrm>
            <a:prstGeom prst="straightConnector1">
              <a:avLst/>
            </a:prstGeom>
            <a:noFill/>
            <a:ln cap="flat" cmpd="sng" w="9525">
              <a:solidFill>
                <a:srgbClr val="000000"/>
              </a:solidFill>
              <a:prstDash val="solid"/>
              <a:round/>
              <a:headEnd len="sm" w="sm" type="none"/>
              <a:tailEnd len="sm" w="sm" type="none"/>
            </a:ln>
          </p:spPr>
        </p:cxnSp>
        <p:cxnSp>
          <p:nvCxnSpPr>
            <p:cNvPr id="5225" name="Google Shape;5225;g36edd33540e_0_1"/>
            <p:cNvCxnSpPr/>
            <p:nvPr/>
          </p:nvCxnSpPr>
          <p:spPr>
            <a:xfrm rot="5400000">
              <a:off x="4730826" y="2617755"/>
              <a:ext cx="1074600" cy="163500"/>
            </a:xfrm>
            <a:prstGeom prst="straightConnector1">
              <a:avLst/>
            </a:prstGeom>
            <a:noFill/>
            <a:ln cap="flat" cmpd="sng" w="9525">
              <a:solidFill>
                <a:srgbClr val="000000"/>
              </a:solidFill>
              <a:prstDash val="solid"/>
              <a:round/>
              <a:headEnd len="sm" w="sm" type="none"/>
              <a:tailEnd len="sm" w="sm" type="none"/>
            </a:ln>
          </p:spPr>
        </p:cxnSp>
        <p:cxnSp>
          <p:nvCxnSpPr>
            <p:cNvPr id="5226" name="Google Shape;5226;g36edd33540e_0_1"/>
            <p:cNvCxnSpPr/>
            <p:nvPr/>
          </p:nvCxnSpPr>
          <p:spPr>
            <a:xfrm flipH="1">
              <a:off x="5430850" y="2878660"/>
              <a:ext cx="811200" cy="512100"/>
            </a:xfrm>
            <a:prstGeom prst="straightConnector1">
              <a:avLst/>
            </a:prstGeom>
            <a:noFill/>
            <a:ln cap="flat" cmpd="sng" w="9525">
              <a:solidFill>
                <a:srgbClr val="000000"/>
              </a:solidFill>
              <a:prstDash val="solid"/>
              <a:round/>
              <a:headEnd len="sm" w="sm" type="none"/>
              <a:tailEnd len="sm" w="sm" type="none"/>
            </a:ln>
          </p:spPr>
        </p:cxnSp>
        <p:cxnSp>
          <p:nvCxnSpPr>
            <p:cNvPr id="5227" name="Google Shape;5227;g36edd33540e_0_1"/>
            <p:cNvCxnSpPr>
              <a:stCxn id="5228" idx="5"/>
            </p:cNvCxnSpPr>
            <p:nvPr/>
          </p:nvCxnSpPr>
          <p:spPr>
            <a:xfrm>
              <a:off x="4041790" y="2136727"/>
              <a:ext cx="2281200" cy="1382100"/>
            </a:xfrm>
            <a:prstGeom prst="straightConnector1">
              <a:avLst/>
            </a:prstGeom>
            <a:noFill/>
            <a:ln cap="flat" cmpd="sng" w="9525">
              <a:solidFill>
                <a:srgbClr val="000000"/>
              </a:solidFill>
              <a:prstDash val="solid"/>
              <a:round/>
              <a:headEnd len="sm" w="sm" type="none"/>
              <a:tailEnd len="sm" w="sm" type="none"/>
            </a:ln>
          </p:spPr>
        </p:cxnSp>
        <p:cxnSp>
          <p:nvCxnSpPr>
            <p:cNvPr id="5229" name="Google Shape;5229;g36edd33540e_0_1"/>
            <p:cNvCxnSpPr/>
            <p:nvPr/>
          </p:nvCxnSpPr>
          <p:spPr>
            <a:xfrm flipH="1">
              <a:off x="7619875" y="2807014"/>
              <a:ext cx="1298700" cy="440400"/>
            </a:xfrm>
            <a:prstGeom prst="straightConnector1">
              <a:avLst/>
            </a:prstGeom>
            <a:noFill/>
            <a:ln cap="flat" cmpd="sng" w="9525">
              <a:solidFill>
                <a:srgbClr val="000000"/>
              </a:solidFill>
              <a:prstDash val="solid"/>
              <a:round/>
              <a:headEnd len="sm" w="sm" type="none"/>
              <a:tailEnd len="sm" w="sm" type="none"/>
            </a:ln>
          </p:spPr>
        </p:cxnSp>
        <p:sp>
          <p:nvSpPr>
            <p:cNvPr id="5197" name="Google Shape;5197;g36edd33540e_0_1"/>
            <p:cNvSpPr/>
            <p:nvPr/>
          </p:nvSpPr>
          <p:spPr>
            <a:xfrm>
              <a:off x="3727450" y="3165242"/>
              <a:ext cx="1982700" cy="743400"/>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95959"/>
                </a:buClr>
                <a:buSzPts val="2400"/>
                <a:buFont typeface="Arial"/>
                <a:buNone/>
              </a:pPr>
              <a:r>
                <a:rPr b="0" i="0" lang="en-US" sz="2400" u="none" cap="none" strike="noStrike">
                  <a:solidFill>
                    <a:srgbClr val="595959"/>
                  </a:solidFill>
                  <a:latin typeface="Arial"/>
                  <a:ea typeface="Arial"/>
                  <a:cs typeface="Arial"/>
                  <a:sym typeface="Arial"/>
                </a:rPr>
                <a:t>Regional ISP</a:t>
              </a:r>
              <a:endParaRPr b="0" i="0" sz="2400" u="none" cap="none" strike="noStrike">
                <a:solidFill>
                  <a:srgbClr val="595959"/>
                </a:solidFill>
                <a:latin typeface="Arial"/>
                <a:ea typeface="Arial"/>
                <a:cs typeface="Arial"/>
                <a:sym typeface="Arial"/>
              </a:endParaRPr>
            </a:p>
          </p:txBody>
        </p:sp>
        <p:sp>
          <p:nvSpPr>
            <p:cNvPr id="5196" name="Google Shape;5196;g36edd33540e_0_1"/>
            <p:cNvSpPr/>
            <p:nvPr/>
          </p:nvSpPr>
          <p:spPr>
            <a:xfrm>
              <a:off x="6242050" y="3165242"/>
              <a:ext cx="1982700" cy="743400"/>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95959"/>
                </a:buClr>
                <a:buSzPts val="2400"/>
                <a:buFont typeface="Arial"/>
                <a:buNone/>
              </a:pPr>
              <a:r>
                <a:rPr b="0" i="0" lang="en-US" sz="2400" u="none" cap="none" strike="noStrike">
                  <a:solidFill>
                    <a:srgbClr val="595959"/>
                  </a:solidFill>
                  <a:latin typeface="Arial"/>
                  <a:ea typeface="Arial"/>
                  <a:cs typeface="Arial"/>
                  <a:sym typeface="Arial"/>
                </a:rPr>
                <a:t>Regional ISP</a:t>
              </a:r>
              <a:endParaRPr b="0" i="0" sz="2400" u="none" cap="none" strike="noStrike">
                <a:solidFill>
                  <a:srgbClr val="595959"/>
                </a:solidFill>
                <a:latin typeface="Arial"/>
                <a:ea typeface="Arial"/>
                <a:cs typeface="Arial"/>
                <a:sym typeface="Arial"/>
              </a:endParaRPr>
            </a:p>
          </p:txBody>
        </p:sp>
        <p:cxnSp>
          <p:nvCxnSpPr>
            <p:cNvPr id="5230" name="Google Shape;5230;g36edd33540e_0_1"/>
            <p:cNvCxnSpPr>
              <a:endCxn id="5196" idx="0"/>
            </p:cNvCxnSpPr>
            <p:nvPr/>
          </p:nvCxnSpPr>
          <p:spPr>
            <a:xfrm>
              <a:off x="6941800" y="2964242"/>
              <a:ext cx="291600" cy="201000"/>
            </a:xfrm>
            <a:prstGeom prst="straightConnector1">
              <a:avLst/>
            </a:prstGeom>
            <a:noFill/>
            <a:ln cap="flat" cmpd="sng" w="9525">
              <a:solidFill>
                <a:srgbClr val="000000"/>
              </a:solidFill>
              <a:prstDash val="solid"/>
              <a:round/>
              <a:headEnd len="sm" w="sm" type="none"/>
              <a:tailEnd len="sm" w="sm" type="none"/>
            </a:ln>
          </p:spPr>
        </p:cxnSp>
      </p:grpSp>
      <p:grpSp>
        <p:nvGrpSpPr>
          <p:cNvPr id="5231" name="Google Shape;5231;g36edd33540e_0_1"/>
          <p:cNvGrpSpPr/>
          <p:nvPr/>
        </p:nvGrpSpPr>
        <p:grpSpPr>
          <a:xfrm>
            <a:off x="2347913" y="1287258"/>
            <a:ext cx="7329036" cy="1800644"/>
            <a:chOff x="2347913" y="1287258"/>
            <a:chExt cx="7329036" cy="1800644"/>
          </a:xfrm>
        </p:grpSpPr>
        <p:grpSp>
          <p:nvGrpSpPr>
            <p:cNvPr id="5232" name="Google Shape;5232;g36edd33540e_0_1"/>
            <p:cNvGrpSpPr/>
            <p:nvPr/>
          </p:nvGrpSpPr>
          <p:grpSpPr>
            <a:xfrm>
              <a:off x="2347913" y="1287258"/>
              <a:ext cx="7329036" cy="1800644"/>
              <a:chOff x="2347913" y="1287258"/>
              <a:chExt cx="7329036" cy="1800644"/>
            </a:xfrm>
          </p:grpSpPr>
          <p:cxnSp>
            <p:nvCxnSpPr>
              <p:cNvPr id="5233" name="Google Shape;5233;g36edd33540e_0_1"/>
              <p:cNvCxnSpPr/>
              <p:nvPr/>
            </p:nvCxnSpPr>
            <p:spPr>
              <a:xfrm flipH="1">
                <a:off x="4051388" y="2018914"/>
                <a:ext cx="3163800" cy="726900"/>
              </a:xfrm>
              <a:prstGeom prst="straightConnector1">
                <a:avLst/>
              </a:prstGeom>
              <a:noFill/>
              <a:ln cap="flat" cmpd="sng" w="9525">
                <a:solidFill>
                  <a:srgbClr val="000000"/>
                </a:solidFill>
                <a:prstDash val="solid"/>
                <a:round/>
                <a:headEnd len="sm" w="sm" type="none"/>
                <a:tailEnd len="sm" w="sm" type="none"/>
              </a:ln>
            </p:spPr>
          </p:cxnSp>
          <p:cxnSp>
            <p:nvCxnSpPr>
              <p:cNvPr id="5234" name="Google Shape;5234;g36edd33540e_0_1"/>
              <p:cNvCxnSpPr/>
              <p:nvPr/>
            </p:nvCxnSpPr>
            <p:spPr>
              <a:xfrm>
                <a:off x="8816343" y="2125983"/>
                <a:ext cx="183300" cy="466200"/>
              </a:xfrm>
              <a:prstGeom prst="straightConnector1">
                <a:avLst/>
              </a:prstGeom>
              <a:noFill/>
              <a:ln cap="flat" cmpd="sng" w="9525">
                <a:solidFill>
                  <a:srgbClr val="000000"/>
                </a:solidFill>
                <a:prstDash val="solid"/>
                <a:round/>
                <a:headEnd len="sm" w="sm" type="none"/>
                <a:tailEnd len="sm" w="sm" type="none"/>
              </a:ln>
            </p:spPr>
          </p:cxnSp>
          <p:cxnSp>
            <p:nvCxnSpPr>
              <p:cNvPr id="5235" name="Google Shape;5235;g36edd33540e_0_1"/>
              <p:cNvCxnSpPr/>
              <p:nvPr/>
            </p:nvCxnSpPr>
            <p:spPr>
              <a:xfrm flipH="1">
                <a:off x="6889860" y="2118360"/>
                <a:ext cx="486300" cy="617100"/>
              </a:xfrm>
              <a:prstGeom prst="straightConnector1">
                <a:avLst/>
              </a:prstGeom>
              <a:noFill/>
              <a:ln cap="flat" cmpd="sng" w="9525">
                <a:solidFill>
                  <a:srgbClr val="000000"/>
                </a:solidFill>
                <a:prstDash val="solid"/>
                <a:round/>
                <a:headEnd len="sm" w="sm" type="none"/>
                <a:tailEnd len="sm" w="sm" type="none"/>
              </a:ln>
            </p:spPr>
          </p:cxnSp>
          <p:cxnSp>
            <p:nvCxnSpPr>
              <p:cNvPr id="5236" name="Google Shape;5236;g36edd33540e_0_1"/>
              <p:cNvCxnSpPr/>
              <p:nvPr/>
            </p:nvCxnSpPr>
            <p:spPr>
              <a:xfrm rot="10800000">
                <a:off x="4294100" y="1860422"/>
                <a:ext cx="531900" cy="0"/>
              </a:xfrm>
              <a:prstGeom prst="straightConnector1">
                <a:avLst/>
              </a:prstGeom>
              <a:noFill/>
              <a:ln cap="flat" cmpd="sng" w="9525">
                <a:solidFill>
                  <a:srgbClr val="000000"/>
                </a:solidFill>
                <a:prstDash val="solid"/>
                <a:round/>
                <a:headEnd len="sm" w="sm" type="none"/>
                <a:tailEnd len="sm" w="sm" type="none"/>
              </a:ln>
            </p:spPr>
          </p:cxnSp>
          <p:cxnSp>
            <p:nvCxnSpPr>
              <p:cNvPr id="5237" name="Google Shape;5237;g36edd33540e_0_1"/>
              <p:cNvCxnSpPr>
                <a:stCxn id="5212" idx="2"/>
                <a:endCxn id="5238" idx="6"/>
              </p:cNvCxnSpPr>
              <p:nvPr/>
            </p:nvCxnSpPr>
            <p:spPr>
              <a:xfrm flipH="1">
                <a:off x="6683228" y="1872640"/>
                <a:ext cx="440700" cy="1200"/>
              </a:xfrm>
              <a:prstGeom prst="straightConnector1">
                <a:avLst/>
              </a:prstGeom>
              <a:noFill/>
              <a:ln cap="flat" cmpd="sng" w="9525">
                <a:solidFill>
                  <a:srgbClr val="000000"/>
                </a:solidFill>
                <a:prstDash val="solid"/>
                <a:round/>
                <a:headEnd len="sm" w="sm" type="none"/>
                <a:tailEnd len="sm" w="sm" type="none"/>
              </a:ln>
            </p:spPr>
          </p:cxnSp>
          <p:sp>
            <p:nvSpPr>
              <p:cNvPr id="5239" name="Google Shape;5239;g36edd33540e_0_1"/>
              <p:cNvSpPr/>
              <p:nvPr/>
            </p:nvSpPr>
            <p:spPr>
              <a:xfrm>
                <a:off x="3402013" y="1287258"/>
                <a:ext cx="4461000" cy="429900"/>
              </a:xfrm>
              <a:prstGeom prst="arc">
                <a:avLst>
                  <a:gd fmla="val 10681875" name="adj1"/>
                  <a:gd fmla="val 0" name="adj2"/>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Gill Sans"/>
                  <a:ea typeface="Gill Sans"/>
                  <a:cs typeface="Gill Sans"/>
                  <a:sym typeface="Gill Sans"/>
                </a:endParaRPr>
              </a:p>
            </p:txBody>
          </p:sp>
          <p:cxnSp>
            <p:nvCxnSpPr>
              <p:cNvPr id="5240" name="Google Shape;5240;g36edd33540e_0_1"/>
              <p:cNvCxnSpPr/>
              <p:nvPr/>
            </p:nvCxnSpPr>
            <p:spPr>
              <a:xfrm flipH="1" rot="-5400000">
                <a:off x="3390275" y="2254904"/>
                <a:ext cx="429900" cy="244500"/>
              </a:xfrm>
              <a:prstGeom prst="straightConnector1">
                <a:avLst/>
              </a:prstGeom>
              <a:noFill/>
              <a:ln cap="flat" cmpd="sng" w="9525">
                <a:solidFill>
                  <a:srgbClr val="000000"/>
                </a:solidFill>
                <a:prstDash val="solid"/>
                <a:round/>
                <a:headEnd len="sm" w="sm" type="none"/>
                <a:tailEnd len="sm" w="sm" type="none"/>
              </a:ln>
            </p:spPr>
          </p:cxnSp>
          <p:cxnSp>
            <p:nvCxnSpPr>
              <p:cNvPr id="5241" name="Google Shape;5241;g36edd33540e_0_1"/>
              <p:cNvCxnSpPr/>
              <p:nvPr/>
            </p:nvCxnSpPr>
            <p:spPr>
              <a:xfrm flipH="1" rot="-5400000">
                <a:off x="6125450" y="2196255"/>
                <a:ext cx="474600" cy="406500"/>
              </a:xfrm>
              <a:prstGeom prst="straightConnector1">
                <a:avLst/>
              </a:prstGeom>
              <a:noFill/>
              <a:ln cap="flat" cmpd="sng" w="9525">
                <a:solidFill>
                  <a:srgbClr val="000000"/>
                </a:solidFill>
                <a:prstDash val="solid"/>
                <a:round/>
                <a:headEnd len="sm" w="sm" type="none"/>
                <a:tailEnd len="sm" w="sm" type="none"/>
              </a:ln>
            </p:spPr>
          </p:cxnSp>
          <p:cxnSp>
            <p:nvCxnSpPr>
              <p:cNvPr id="5242" name="Google Shape;5242;g36edd33540e_0_1"/>
              <p:cNvCxnSpPr/>
              <p:nvPr/>
            </p:nvCxnSpPr>
            <p:spPr>
              <a:xfrm>
                <a:off x="6510338" y="2026377"/>
                <a:ext cx="2433600" cy="644700"/>
              </a:xfrm>
              <a:prstGeom prst="straightConnector1">
                <a:avLst/>
              </a:prstGeom>
              <a:noFill/>
              <a:ln cap="flat" cmpd="sng" w="9525">
                <a:solidFill>
                  <a:srgbClr val="000000"/>
                </a:solidFill>
                <a:prstDash val="solid"/>
                <a:round/>
                <a:headEnd len="sm" w="sm" type="none"/>
                <a:tailEnd len="sm" w="sm" type="none"/>
              </a:ln>
            </p:spPr>
          </p:cxnSp>
          <p:sp>
            <p:nvSpPr>
              <p:cNvPr id="5228" name="Google Shape;5228;g36edd33540e_0_1"/>
              <p:cNvSpPr/>
              <p:nvPr/>
            </p:nvSpPr>
            <p:spPr>
              <a:xfrm>
                <a:off x="2347913" y="1502195"/>
                <a:ext cx="1984500" cy="743400"/>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Tier 1 ISP</a:t>
                </a:r>
                <a:endParaRPr b="0" i="0" sz="2400" u="none" cap="none" strike="noStrike">
                  <a:solidFill>
                    <a:srgbClr val="000000"/>
                  </a:solidFill>
                  <a:latin typeface="Arial"/>
                  <a:ea typeface="Arial"/>
                  <a:cs typeface="Arial"/>
                  <a:sym typeface="Arial"/>
                </a:endParaRPr>
              </a:p>
            </p:txBody>
          </p:sp>
          <p:sp>
            <p:nvSpPr>
              <p:cNvPr id="5238" name="Google Shape;5238;g36edd33540e_0_1"/>
              <p:cNvSpPr/>
              <p:nvPr/>
            </p:nvSpPr>
            <p:spPr>
              <a:xfrm>
                <a:off x="4700588" y="1502195"/>
                <a:ext cx="1982700" cy="743400"/>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Tier 1 ISP</a:t>
                </a:r>
                <a:endParaRPr b="0" i="0" sz="2400" u="none" cap="none" strike="noStrike">
                  <a:solidFill>
                    <a:srgbClr val="000000"/>
                  </a:solidFill>
                  <a:latin typeface="Arial"/>
                  <a:ea typeface="Arial"/>
                  <a:cs typeface="Arial"/>
                  <a:sym typeface="Arial"/>
                </a:endParaRPr>
              </a:p>
            </p:txBody>
          </p:sp>
          <p:grpSp>
            <p:nvGrpSpPr>
              <p:cNvPr id="5243" name="Google Shape;5243;g36edd33540e_0_1"/>
              <p:cNvGrpSpPr/>
              <p:nvPr/>
            </p:nvGrpSpPr>
            <p:grpSpPr>
              <a:xfrm>
                <a:off x="3480201" y="2504194"/>
                <a:ext cx="869100" cy="523221"/>
                <a:chOff x="553316" y="2968407"/>
                <a:chExt cx="869100" cy="556500"/>
              </a:xfrm>
            </p:grpSpPr>
            <p:sp>
              <p:nvSpPr>
                <p:cNvPr id="5224" name="Google Shape;5224;g36edd33540e_0_1"/>
                <p:cNvSpPr/>
                <p:nvPr/>
              </p:nvSpPr>
              <p:spPr>
                <a:xfrm>
                  <a:off x="553316" y="2997818"/>
                  <a:ext cx="869100" cy="523200"/>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44" name="Google Shape;5244;g36edd33540e_0_1"/>
                <p:cNvSpPr txBox="1"/>
                <p:nvPr/>
              </p:nvSpPr>
              <p:spPr>
                <a:xfrm>
                  <a:off x="706987" y="2968407"/>
                  <a:ext cx="646200" cy="55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IXP</a:t>
                  </a:r>
                  <a:endParaRPr b="0" i="0" sz="1600" u="none" cap="none" strike="noStrike">
                    <a:solidFill>
                      <a:srgbClr val="FFFFFF"/>
                    </a:solidFill>
                    <a:latin typeface="Calibri"/>
                    <a:ea typeface="Calibri"/>
                    <a:cs typeface="Calibri"/>
                    <a:sym typeface="Calibri"/>
                  </a:endParaRPr>
                </a:p>
              </p:txBody>
            </p:sp>
          </p:grpSp>
          <p:grpSp>
            <p:nvGrpSpPr>
              <p:cNvPr id="5245" name="Google Shape;5245;g36edd33540e_0_1"/>
              <p:cNvGrpSpPr/>
              <p:nvPr/>
            </p:nvGrpSpPr>
            <p:grpSpPr>
              <a:xfrm>
                <a:off x="7123928" y="1507990"/>
                <a:ext cx="2014800" cy="729300"/>
                <a:chOff x="7123928" y="1507990"/>
                <a:chExt cx="2014800" cy="729300"/>
              </a:xfrm>
            </p:grpSpPr>
            <p:sp>
              <p:nvSpPr>
                <p:cNvPr id="5212" name="Google Shape;5212;g36edd33540e_0_1"/>
                <p:cNvSpPr/>
                <p:nvPr/>
              </p:nvSpPr>
              <p:spPr>
                <a:xfrm>
                  <a:off x="7123928" y="1507990"/>
                  <a:ext cx="2014800" cy="729300"/>
                </a:xfrm>
                <a:prstGeom prst="ellipse">
                  <a:avLst/>
                </a:prstGeom>
                <a:solidFill>
                  <a:srgbClr val="FF6600">
                    <a:alpha val="698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a:t>
                  </a:r>
                  <a:endParaRPr b="0" i="0" sz="2400" u="none" cap="none" strike="noStrike">
                    <a:solidFill>
                      <a:srgbClr val="000000"/>
                    </a:solidFill>
                    <a:latin typeface="Arial"/>
                    <a:ea typeface="Arial"/>
                    <a:cs typeface="Arial"/>
                    <a:sym typeface="Arial"/>
                  </a:endParaRPr>
                </a:p>
              </p:txBody>
            </p:sp>
            <p:sp>
              <p:nvSpPr>
                <p:cNvPr id="5246" name="Google Shape;5246;g36edd33540e_0_1"/>
                <p:cNvSpPr txBox="1"/>
                <p:nvPr/>
              </p:nvSpPr>
              <p:spPr>
                <a:xfrm>
                  <a:off x="7387834" y="1535785"/>
                  <a:ext cx="1516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3600"/>
                    <a:buFont typeface="Calibri"/>
                    <a:buNone/>
                  </a:pPr>
                  <a:r>
                    <a:rPr b="0" i="0" lang="en-US" sz="3600" u="none" cap="none" strike="noStrike">
                      <a:solidFill>
                        <a:srgbClr val="FFFFFF"/>
                      </a:solidFill>
                      <a:latin typeface="Calibri"/>
                      <a:ea typeface="Calibri"/>
                      <a:cs typeface="Calibri"/>
                      <a:sym typeface="Calibri"/>
                    </a:rPr>
                    <a:t>Google</a:t>
                  </a:r>
                  <a:endParaRPr b="0" i="0" sz="1800" u="none" cap="none" strike="noStrike">
                    <a:solidFill>
                      <a:srgbClr val="FFFFFF"/>
                    </a:solidFill>
                    <a:latin typeface="Calibri"/>
                    <a:ea typeface="Calibri"/>
                    <a:cs typeface="Calibri"/>
                    <a:sym typeface="Calibri"/>
                  </a:endParaRPr>
                </a:p>
              </p:txBody>
            </p:sp>
          </p:grpSp>
          <p:grpSp>
            <p:nvGrpSpPr>
              <p:cNvPr id="5247" name="Google Shape;5247;g36edd33540e_0_1"/>
              <p:cNvGrpSpPr/>
              <p:nvPr/>
            </p:nvGrpSpPr>
            <p:grpSpPr>
              <a:xfrm>
                <a:off x="8807849" y="2554233"/>
                <a:ext cx="869100" cy="533670"/>
                <a:chOff x="553316" y="2997818"/>
                <a:chExt cx="869100" cy="567613"/>
              </a:xfrm>
            </p:grpSpPr>
            <p:sp>
              <p:nvSpPr>
                <p:cNvPr id="5248" name="Google Shape;5248;g36edd33540e_0_1"/>
                <p:cNvSpPr/>
                <p:nvPr/>
              </p:nvSpPr>
              <p:spPr>
                <a:xfrm>
                  <a:off x="553316" y="2997818"/>
                  <a:ext cx="869100" cy="523200"/>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49" name="Google Shape;5249;g36edd33540e_0_1"/>
                <p:cNvSpPr txBox="1"/>
                <p:nvPr/>
              </p:nvSpPr>
              <p:spPr>
                <a:xfrm>
                  <a:off x="684127" y="3008931"/>
                  <a:ext cx="646200" cy="55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IXP</a:t>
                  </a:r>
                  <a:endParaRPr b="0" i="0" sz="1600" u="none" cap="none" strike="noStrike">
                    <a:solidFill>
                      <a:srgbClr val="FFFFFF"/>
                    </a:solidFill>
                    <a:latin typeface="Calibri"/>
                    <a:ea typeface="Calibri"/>
                    <a:cs typeface="Calibri"/>
                    <a:sym typeface="Calibri"/>
                  </a:endParaRPr>
                </a:p>
              </p:txBody>
            </p:sp>
          </p:grpSp>
        </p:grpSp>
        <p:grpSp>
          <p:nvGrpSpPr>
            <p:cNvPr id="5250" name="Google Shape;5250;g36edd33540e_0_1"/>
            <p:cNvGrpSpPr/>
            <p:nvPr/>
          </p:nvGrpSpPr>
          <p:grpSpPr>
            <a:xfrm>
              <a:off x="6173793" y="2537537"/>
              <a:ext cx="869100" cy="533670"/>
              <a:chOff x="553316" y="2997818"/>
              <a:chExt cx="869100" cy="567613"/>
            </a:xfrm>
          </p:grpSpPr>
          <p:sp>
            <p:nvSpPr>
              <p:cNvPr id="5251" name="Google Shape;5251;g36edd33540e_0_1"/>
              <p:cNvSpPr/>
              <p:nvPr/>
            </p:nvSpPr>
            <p:spPr>
              <a:xfrm>
                <a:off x="553316" y="2997818"/>
                <a:ext cx="869100" cy="523200"/>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52" name="Google Shape;5252;g36edd33540e_0_1"/>
              <p:cNvSpPr txBox="1"/>
              <p:nvPr/>
            </p:nvSpPr>
            <p:spPr>
              <a:xfrm>
                <a:off x="684127" y="3008931"/>
                <a:ext cx="646200" cy="55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IXP</a:t>
                </a:r>
                <a:endParaRPr b="0" i="0" sz="1600" u="none" cap="none" strike="noStrike">
                  <a:solidFill>
                    <a:srgbClr val="FFFFFF"/>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2"/>
                                        </p:tgtEl>
                                        <p:attrNameLst>
                                          <p:attrName>style.visibility</p:attrName>
                                        </p:attrNameLst>
                                      </p:cBhvr>
                                      <p:to>
                                        <p:strVal val="visible"/>
                                      </p:to>
                                    </p:set>
                                    <p:animEffect filter="fade" transition="in">
                                      <p:cBhvr>
                                        <p:cTn dur="500"/>
                                        <p:tgtEl>
                                          <p:spTgt spid="5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9"/>
                                        </p:tgtEl>
                                        <p:attrNameLst>
                                          <p:attrName>style.visibility</p:attrName>
                                        </p:attrNameLst>
                                      </p:cBhvr>
                                      <p:to>
                                        <p:strVal val="visible"/>
                                      </p:to>
                                    </p:set>
                                    <p:animEffect filter="fade" transition="in">
                                      <p:cBhvr>
                                        <p:cTn dur="500"/>
                                        <p:tgtEl>
                                          <p:spTgt spid="5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7" name="Shape 5257"/>
        <p:cNvGrpSpPr/>
        <p:nvPr/>
      </p:nvGrpSpPr>
      <p:grpSpPr>
        <a:xfrm>
          <a:off x="0" y="0"/>
          <a:ext cx="0" cy="0"/>
          <a:chOff x="0" y="0"/>
          <a:chExt cx="0" cy="0"/>
        </a:xfrm>
      </p:grpSpPr>
      <p:sp>
        <p:nvSpPr>
          <p:cNvPr id="5258" name="Google Shape;5258;p4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b="0" lang="en-US" sz="5400"/>
              <a:t>A closer look at Internet structure</a:t>
            </a:r>
            <a:endParaRPr b="0" sz="5400"/>
          </a:p>
        </p:txBody>
      </p:sp>
      <p:grpSp>
        <p:nvGrpSpPr>
          <p:cNvPr id="5259" name="Google Shape;5259;p43"/>
          <p:cNvGrpSpPr/>
          <p:nvPr/>
        </p:nvGrpSpPr>
        <p:grpSpPr>
          <a:xfrm>
            <a:off x="7205350" y="1488461"/>
            <a:ext cx="4525460" cy="4859961"/>
            <a:chOff x="7268561" y="1458365"/>
            <a:chExt cx="4525460" cy="4859961"/>
          </a:xfrm>
        </p:grpSpPr>
        <p:sp>
          <p:nvSpPr>
            <p:cNvPr id="5260" name="Google Shape;5260;p43"/>
            <p:cNvSpPr/>
            <p:nvPr/>
          </p:nvSpPr>
          <p:spPr>
            <a:xfrm>
              <a:off x="9048399" y="3035682"/>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61" name="Google Shape;5261;p43"/>
            <p:cNvSpPr/>
            <p:nvPr/>
          </p:nvSpPr>
          <p:spPr>
            <a:xfrm>
              <a:off x="7337287" y="1795939"/>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262" name="Google Shape;5262;p43"/>
            <p:cNvGrpSpPr/>
            <p:nvPr/>
          </p:nvGrpSpPr>
          <p:grpSpPr>
            <a:xfrm>
              <a:off x="7268561" y="3259155"/>
              <a:ext cx="1458912" cy="933450"/>
              <a:chOff x="2889" y="1631"/>
              <a:chExt cx="980" cy="743"/>
            </a:xfrm>
          </p:grpSpPr>
          <p:sp>
            <p:nvSpPr>
              <p:cNvPr id="5263" name="Google Shape;5263;p43"/>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64" name="Google Shape;5264;p43"/>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5265" name="Google Shape;5265;p43"/>
            <p:cNvSpPr/>
            <p:nvPr/>
          </p:nvSpPr>
          <p:spPr>
            <a:xfrm>
              <a:off x="7775612" y="4653038"/>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66" name="Google Shape;5266;p43"/>
            <p:cNvSpPr txBox="1"/>
            <p:nvPr/>
          </p:nvSpPr>
          <p:spPr>
            <a:xfrm>
              <a:off x="7742485" y="1458365"/>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b="0" i="0" sz="1400" u="none" cap="none" strike="noStrike">
                <a:solidFill>
                  <a:srgbClr val="000000"/>
                </a:solidFill>
                <a:latin typeface="Calibri"/>
                <a:ea typeface="Calibri"/>
                <a:cs typeface="Calibri"/>
                <a:sym typeface="Calibri"/>
              </a:endParaRPr>
            </a:p>
          </p:txBody>
        </p:sp>
        <p:sp>
          <p:nvSpPr>
            <p:cNvPr id="5267" name="Google Shape;5267;p43"/>
            <p:cNvSpPr txBox="1"/>
            <p:nvPr/>
          </p:nvSpPr>
          <p:spPr>
            <a:xfrm>
              <a:off x="7394046" y="4161826"/>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b="0" i="0" sz="1400" u="none" cap="none" strike="noStrike">
                <a:solidFill>
                  <a:srgbClr val="000000"/>
                </a:solidFill>
                <a:latin typeface="Calibri"/>
                <a:ea typeface="Calibri"/>
                <a:cs typeface="Calibri"/>
                <a:sym typeface="Calibri"/>
              </a:endParaRPr>
            </a:p>
          </p:txBody>
        </p:sp>
        <p:sp>
          <p:nvSpPr>
            <p:cNvPr id="5268" name="Google Shape;5268;p43"/>
            <p:cNvSpPr txBox="1"/>
            <p:nvPr/>
          </p:nvSpPr>
          <p:spPr>
            <a:xfrm>
              <a:off x="7370119" y="5749679"/>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b="0" i="0" sz="1400" u="none" cap="none" strike="noStrike">
                <a:solidFill>
                  <a:srgbClr val="000000"/>
                </a:solidFill>
                <a:latin typeface="Calibri"/>
                <a:ea typeface="Calibri"/>
                <a:cs typeface="Calibri"/>
                <a:sym typeface="Calibri"/>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b="0" i="0" sz="1400" u="none" cap="none" strike="noStrike">
                <a:solidFill>
                  <a:srgbClr val="000000"/>
                </a:solidFill>
                <a:latin typeface="Calibri"/>
                <a:ea typeface="Calibri"/>
                <a:cs typeface="Calibri"/>
                <a:sym typeface="Calibri"/>
              </a:endParaRPr>
            </a:p>
          </p:txBody>
        </p:sp>
        <p:sp>
          <p:nvSpPr>
            <p:cNvPr id="5269" name="Google Shape;5269;p43"/>
            <p:cNvSpPr/>
            <p:nvPr/>
          </p:nvSpPr>
          <p:spPr>
            <a:xfrm>
              <a:off x="10285357" y="3149444"/>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270" name="Google Shape;5270;p43"/>
            <p:cNvGrpSpPr/>
            <p:nvPr/>
          </p:nvGrpSpPr>
          <p:grpSpPr>
            <a:xfrm>
              <a:off x="10900911" y="3897954"/>
              <a:ext cx="687393" cy="721548"/>
              <a:chOff x="5203089" y="1751190"/>
              <a:chExt cx="858331" cy="662414"/>
            </a:xfrm>
          </p:grpSpPr>
          <p:sp>
            <p:nvSpPr>
              <p:cNvPr id="5271" name="Google Shape;5271;p4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72" name="Google Shape;5272;p4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273" name="Google Shape;5273;p4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274" name="Google Shape;5274;p4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275" name="Google Shape;5275;p4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276" name="Google Shape;5276;p4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277" name="Google Shape;5277;p4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278" name="Google Shape;5278;p4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5279" name="Google Shape;5279;p43"/>
            <p:cNvGrpSpPr/>
            <p:nvPr/>
          </p:nvGrpSpPr>
          <p:grpSpPr>
            <a:xfrm>
              <a:off x="10834382" y="3164075"/>
              <a:ext cx="594613" cy="648336"/>
              <a:chOff x="5203089" y="1751190"/>
              <a:chExt cx="858331" cy="662414"/>
            </a:xfrm>
          </p:grpSpPr>
          <p:sp>
            <p:nvSpPr>
              <p:cNvPr id="5280" name="Google Shape;5280;p4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81" name="Google Shape;5281;p4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282" name="Google Shape;5282;p4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283" name="Google Shape;5283;p4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284" name="Google Shape;5284;p4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285" name="Google Shape;5285;p4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286" name="Google Shape;5286;p4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287" name="Google Shape;5287;p4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5288" name="Google Shape;5288;p43"/>
            <p:cNvSpPr/>
            <p:nvPr/>
          </p:nvSpPr>
          <p:spPr>
            <a:xfrm>
              <a:off x="9604024" y="1751946"/>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89" name="Google Shape;5289;p43"/>
            <p:cNvSpPr txBox="1"/>
            <p:nvPr/>
          </p:nvSpPr>
          <p:spPr>
            <a:xfrm>
              <a:off x="9490412" y="1821099"/>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b="0" i="0" sz="1400" u="none" cap="none" strike="noStrike">
                <a:solidFill>
                  <a:srgbClr val="000000"/>
                </a:solidFill>
                <a:latin typeface="Calibri"/>
                <a:ea typeface="Calibri"/>
                <a:cs typeface="Calibri"/>
                <a:sym typeface="Calibri"/>
              </a:endParaRPr>
            </a:p>
          </p:txBody>
        </p:sp>
        <p:sp>
          <p:nvSpPr>
            <p:cNvPr id="5290" name="Google Shape;5290;p43"/>
            <p:cNvSpPr/>
            <p:nvPr/>
          </p:nvSpPr>
          <p:spPr>
            <a:xfrm>
              <a:off x="9342279" y="3647812"/>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91" name="Google Shape;5291;p43"/>
            <p:cNvSpPr txBox="1"/>
            <p:nvPr/>
          </p:nvSpPr>
          <p:spPr>
            <a:xfrm>
              <a:off x="8829373" y="3417823"/>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b="0" i="0" sz="1400" u="none" cap="none" strike="noStrike">
                <a:solidFill>
                  <a:srgbClr val="000000"/>
                </a:solidFill>
                <a:latin typeface="Calibri"/>
                <a:ea typeface="Calibri"/>
                <a:cs typeface="Calibri"/>
                <a:sym typeface="Calibri"/>
              </a:endParaRPr>
            </a:p>
          </p:txBody>
        </p:sp>
        <p:sp>
          <p:nvSpPr>
            <p:cNvPr id="5292" name="Google Shape;5292;p43"/>
            <p:cNvSpPr txBox="1"/>
            <p:nvPr/>
          </p:nvSpPr>
          <p:spPr>
            <a:xfrm>
              <a:off x="10980978" y="4647841"/>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b="0" i="0" sz="105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b="0" i="0" sz="1050" u="none" cap="none" strike="noStrike">
                <a:solidFill>
                  <a:srgbClr val="000000"/>
                </a:solidFill>
                <a:latin typeface="Calibri"/>
                <a:ea typeface="Calibri"/>
                <a:cs typeface="Calibri"/>
                <a:sym typeface="Calibri"/>
              </a:endParaRPr>
            </a:p>
          </p:txBody>
        </p:sp>
        <p:sp>
          <p:nvSpPr>
            <p:cNvPr id="5293" name="Google Shape;5293;p43"/>
            <p:cNvSpPr txBox="1"/>
            <p:nvPr/>
          </p:nvSpPr>
          <p:spPr>
            <a:xfrm>
              <a:off x="10126229" y="4198152"/>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b="0" i="0" sz="14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b="0" i="0" sz="14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grpSp>
      <p:grpSp>
        <p:nvGrpSpPr>
          <p:cNvPr id="5294" name="Google Shape;5294;p43"/>
          <p:cNvGrpSpPr/>
          <p:nvPr/>
        </p:nvGrpSpPr>
        <p:grpSpPr>
          <a:xfrm>
            <a:off x="7562238" y="2127325"/>
            <a:ext cx="3578867" cy="3640284"/>
            <a:chOff x="7562238" y="2127325"/>
            <a:chExt cx="3578867" cy="3640284"/>
          </a:xfrm>
        </p:grpSpPr>
        <p:cxnSp>
          <p:nvCxnSpPr>
            <p:cNvPr id="5295" name="Google Shape;5295;p43"/>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5296" name="Google Shape;5296;p43"/>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5297" name="Google Shape;5297;p43"/>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5298" name="Google Shape;5298;p43"/>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5299" name="Google Shape;5299;p43"/>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5300" name="Google Shape;5300;p43"/>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5301" name="Google Shape;5301;p43"/>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5302" name="Google Shape;5302;p43"/>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5303" name="Google Shape;5303;p43"/>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5304" name="Google Shape;5304;p43"/>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5305" name="Google Shape;5305;p43"/>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5306" name="Google Shape;5306;p43"/>
            <p:cNvGrpSpPr/>
            <p:nvPr/>
          </p:nvGrpSpPr>
          <p:grpSpPr>
            <a:xfrm>
              <a:off x="7562238" y="2127325"/>
              <a:ext cx="3578867" cy="3640284"/>
              <a:chOff x="7562238" y="2127325"/>
              <a:chExt cx="3578867" cy="3640284"/>
            </a:xfrm>
          </p:grpSpPr>
          <p:grpSp>
            <p:nvGrpSpPr>
              <p:cNvPr id="5307" name="Google Shape;5307;p43"/>
              <p:cNvGrpSpPr/>
              <p:nvPr/>
            </p:nvGrpSpPr>
            <p:grpSpPr>
              <a:xfrm>
                <a:off x="7857253" y="2127325"/>
                <a:ext cx="3283852" cy="3640284"/>
                <a:chOff x="7881336" y="2104198"/>
                <a:chExt cx="3283852" cy="3640284"/>
              </a:xfrm>
            </p:grpSpPr>
            <p:cxnSp>
              <p:nvCxnSpPr>
                <p:cNvPr id="5308" name="Google Shape;5308;p43"/>
                <p:cNvCxnSpPr/>
                <p:nvPr/>
              </p:nvCxnSpPr>
              <p:spPr>
                <a:xfrm flipH="1" rot="5400000">
                  <a:off x="9813692" y="5228612"/>
                  <a:ext cx="388062" cy="7560"/>
                </a:xfrm>
                <a:prstGeom prst="straightConnector1">
                  <a:avLst/>
                </a:prstGeom>
                <a:noFill/>
                <a:ln cap="flat" cmpd="sng" w="12700">
                  <a:solidFill>
                    <a:schemeClr val="dk1"/>
                  </a:solidFill>
                  <a:prstDash val="solid"/>
                  <a:round/>
                  <a:headEnd len="sm" w="sm" type="none"/>
                  <a:tailEnd len="sm" w="sm" type="none"/>
                </a:ln>
              </p:spPr>
            </p:cxnSp>
            <p:cxnSp>
              <p:nvCxnSpPr>
                <p:cNvPr id="5309" name="Google Shape;5309;p43"/>
                <p:cNvCxnSpPr/>
                <p:nvPr/>
              </p:nvCxnSpPr>
              <p:spPr>
                <a:xfrm rot="10800000">
                  <a:off x="10234009" y="5382159"/>
                  <a:ext cx="0" cy="114300"/>
                </a:xfrm>
                <a:prstGeom prst="straightConnector1">
                  <a:avLst/>
                </a:prstGeom>
                <a:noFill/>
                <a:ln cap="flat" cmpd="sng" w="12700">
                  <a:solidFill>
                    <a:schemeClr val="dk1"/>
                  </a:solidFill>
                  <a:prstDash val="solid"/>
                  <a:round/>
                  <a:headEnd len="sm" w="sm" type="none"/>
                  <a:tailEnd len="sm" w="sm" type="none"/>
                </a:ln>
              </p:spPr>
            </p:cxnSp>
            <p:cxnSp>
              <p:nvCxnSpPr>
                <p:cNvPr id="5310" name="Google Shape;5310;p43"/>
                <p:cNvCxnSpPr/>
                <p:nvPr/>
              </p:nvCxnSpPr>
              <p:spPr>
                <a:xfrm>
                  <a:off x="9457042" y="4815390"/>
                  <a:ext cx="524483" cy="261537"/>
                </a:xfrm>
                <a:prstGeom prst="straightConnector1">
                  <a:avLst/>
                </a:prstGeom>
                <a:noFill/>
                <a:ln cap="flat" cmpd="sng" w="9525">
                  <a:solidFill>
                    <a:schemeClr val="dk1"/>
                  </a:solidFill>
                  <a:prstDash val="solid"/>
                  <a:round/>
                  <a:headEnd len="sm" w="sm" type="none"/>
                  <a:tailEnd len="sm" w="sm" type="none"/>
                </a:ln>
              </p:spPr>
            </p:cxnSp>
            <p:cxnSp>
              <p:nvCxnSpPr>
                <p:cNvPr id="5311" name="Google Shape;5311;p43"/>
                <p:cNvCxnSpPr/>
                <p:nvPr/>
              </p:nvCxnSpPr>
              <p:spPr>
                <a:xfrm flipH="1" rot="10800000">
                  <a:off x="8874149" y="4815390"/>
                  <a:ext cx="569255" cy="246266"/>
                </a:xfrm>
                <a:prstGeom prst="straightConnector1">
                  <a:avLst/>
                </a:prstGeom>
                <a:noFill/>
                <a:ln cap="flat" cmpd="sng" w="9525">
                  <a:solidFill>
                    <a:schemeClr val="dk1"/>
                  </a:solidFill>
                  <a:prstDash val="solid"/>
                  <a:round/>
                  <a:headEnd len="sm" w="sm" type="none"/>
                  <a:tailEnd len="sm" w="sm" type="none"/>
                </a:ln>
              </p:spPr>
            </p:cxnSp>
            <p:cxnSp>
              <p:nvCxnSpPr>
                <p:cNvPr id="5312" name="Google Shape;5312;p43"/>
                <p:cNvCxnSpPr/>
                <p:nvPr/>
              </p:nvCxnSpPr>
              <p:spPr>
                <a:xfrm>
                  <a:off x="8845827" y="5085749"/>
                  <a:ext cx="1030502" cy="0"/>
                </a:xfrm>
                <a:prstGeom prst="straightConnector1">
                  <a:avLst/>
                </a:prstGeom>
                <a:noFill/>
                <a:ln cap="flat" cmpd="sng" w="9525">
                  <a:solidFill>
                    <a:schemeClr val="dk1"/>
                  </a:solidFill>
                  <a:prstDash val="solid"/>
                  <a:round/>
                  <a:headEnd len="sm" w="sm" type="none"/>
                  <a:tailEnd len="sm" w="sm" type="none"/>
                </a:ln>
              </p:spPr>
            </p:cxnSp>
            <p:cxnSp>
              <p:nvCxnSpPr>
                <p:cNvPr id="5313" name="Google Shape;5313;p43"/>
                <p:cNvCxnSpPr/>
                <p:nvPr/>
              </p:nvCxnSpPr>
              <p:spPr>
                <a:xfrm>
                  <a:off x="8234290" y="5094207"/>
                  <a:ext cx="226800" cy="127000"/>
                </a:xfrm>
                <a:prstGeom prst="straightConnector1">
                  <a:avLst/>
                </a:prstGeom>
                <a:noFill/>
                <a:ln cap="flat" cmpd="sng" w="9525">
                  <a:solidFill>
                    <a:schemeClr val="dk1"/>
                  </a:solidFill>
                  <a:prstDash val="solid"/>
                  <a:round/>
                  <a:headEnd len="sm" w="sm" type="none"/>
                  <a:tailEnd len="sm" w="sm" type="none"/>
                </a:ln>
              </p:spPr>
            </p:cxnSp>
            <p:cxnSp>
              <p:nvCxnSpPr>
                <p:cNvPr id="5314" name="Google Shape;5314;p43"/>
                <p:cNvCxnSpPr/>
                <p:nvPr/>
              </p:nvCxnSpPr>
              <p:spPr>
                <a:xfrm flipH="1" rot="10800000">
                  <a:off x="7972450" y="5267343"/>
                  <a:ext cx="412750" cy="127000"/>
                </a:xfrm>
                <a:prstGeom prst="straightConnector1">
                  <a:avLst/>
                </a:prstGeom>
                <a:noFill/>
                <a:ln cap="flat" cmpd="sng" w="9525">
                  <a:solidFill>
                    <a:schemeClr val="dk1"/>
                  </a:solidFill>
                  <a:prstDash val="solid"/>
                  <a:round/>
                  <a:headEnd len="sm" w="sm" type="none"/>
                  <a:tailEnd len="sm" w="sm" type="none"/>
                </a:ln>
              </p:spPr>
            </p:cxnSp>
            <p:cxnSp>
              <p:nvCxnSpPr>
                <p:cNvPr id="5315" name="Google Shape;5315;p43"/>
                <p:cNvCxnSpPr/>
                <p:nvPr/>
              </p:nvCxnSpPr>
              <p:spPr>
                <a:xfrm flipH="1">
                  <a:off x="8397900" y="5259125"/>
                  <a:ext cx="68080" cy="293968"/>
                </a:xfrm>
                <a:prstGeom prst="straightConnector1">
                  <a:avLst/>
                </a:prstGeom>
                <a:noFill/>
                <a:ln cap="flat" cmpd="sng" w="9525">
                  <a:solidFill>
                    <a:schemeClr val="dk1"/>
                  </a:solidFill>
                  <a:prstDash val="solid"/>
                  <a:round/>
                  <a:headEnd len="sm" w="sm" type="none"/>
                  <a:tailEnd len="sm" w="sm" type="none"/>
                </a:ln>
              </p:spPr>
            </p:cxnSp>
            <p:cxnSp>
              <p:nvCxnSpPr>
                <p:cNvPr id="5316" name="Google Shape;5316;p43"/>
                <p:cNvCxnSpPr/>
                <p:nvPr/>
              </p:nvCxnSpPr>
              <p:spPr>
                <a:xfrm rot="10800000">
                  <a:off x="8512814" y="5284804"/>
                  <a:ext cx="280374" cy="269876"/>
                </a:xfrm>
                <a:prstGeom prst="straightConnector1">
                  <a:avLst/>
                </a:prstGeom>
                <a:noFill/>
                <a:ln cap="flat" cmpd="sng" w="9525">
                  <a:solidFill>
                    <a:schemeClr val="dk1"/>
                  </a:solidFill>
                  <a:prstDash val="solid"/>
                  <a:round/>
                  <a:headEnd len="sm" w="sm" type="none"/>
                  <a:tailEnd len="sm" w="sm" type="none"/>
                </a:ln>
              </p:spPr>
            </p:cxnSp>
            <p:cxnSp>
              <p:nvCxnSpPr>
                <p:cNvPr id="5317" name="Google Shape;5317;p43"/>
                <p:cNvCxnSpPr/>
                <p:nvPr/>
              </p:nvCxnSpPr>
              <p:spPr>
                <a:xfrm>
                  <a:off x="8512814" y="5234921"/>
                  <a:ext cx="914184" cy="468622"/>
                </a:xfrm>
                <a:prstGeom prst="straightConnector1">
                  <a:avLst/>
                </a:prstGeom>
                <a:noFill/>
                <a:ln cap="flat" cmpd="sng" w="9525">
                  <a:solidFill>
                    <a:schemeClr val="dk1"/>
                  </a:solidFill>
                  <a:prstDash val="solid"/>
                  <a:round/>
                  <a:headEnd len="sm" w="sm" type="none"/>
                  <a:tailEnd len="sm" w="sm" type="none"/>
                </a:ln>
              </p:spPr>
            </p:cxnSp>
            <p:cxnSp>
              <p:nvCxnSpPr>
                <p:cNvPr id="5318" name="Google Shape;5318;p43"/>
                <p:cNvCxnSpPr/>
                <p:nvPr/>
              </p:nvCxnSpPr>
              <p:spPr>
                <a:xfrm>
                  <a:off x="8271861" y="3806843"/>
                  <a:ext cx="0" cy="131762"/>
                </a:xfrm>
                <a:prstGeom prst="straightConnector1">
                  <a:avLst/>
                </a:prstGeom>
                <a:noFill/>
                <a:ln cap="flat" cmpd="sng" w="9525">
                  <a:solidFill>
                    <a:schemeClr val="dk1"/>
                  </a:solidFill>
                  <a:prstDash val="solid"/>
                  <a:round/>
                  <a:headEnd len="sm" w="sm" type="none"/>
                  <a:tailEnd len="sm" w="sm" type="none"/>
                </a:ln>
              </p:spPr>
            </p:cxnSp>
            <p:cxnSp>
              <p:nvCxnSpPr>
                <p:cNvPr id="5319" name="Google Shape;5319;p43"/>
                <p:cNvCxnSpPr/>
                <p:nvPr/>
              </p:nvCxnSpPr>
              <p:spPr>
                <a:xfrm flipH="1" rot="10800000">
                  <a:off x="7881336" y="4017980"/>
                  <a:ext cx="168275" cy="3175"/>
                </a:xfrm>
                <a:prstGeom prst="straightConnector1">
                  <a:avLst/>
                </a:prstGeom>
                <a:noFill/>
                <a:ln cap="flat" cmpd="sng" w="9525">
                  <a:solidFill>
                    <a:schemeClr val="dk1"/>
                  </a:solidFill>
                  <a:prstDash val="solid"/>
                  <a:round/>
                  <a:headEnd len="sm" w="sm" type="none"/>
                  <a:tailEnd len="sm" w="sm" type="none"/>
                </a:ln>
              </p:spPr>
            </p:cxnSp>
            <p:cxnSp>
              <p:nvCxnSpPr>
                <p:cNvPr id="5320" name="Google Shape;5320;p43"/>
                <p:cNvCxnSpPr/>
                <p:nvPr/>
              </p:nvCxnSpPr>
              <p:spPr>
                <a:xfrm flipH="1" rot="5400000">
                  <a:off x="9909628" y="5560344"/>
                  <a:ext cx="366793" cy="1482"/>
                </a:xfrm>
                <a:prstGeom prst="straightConnector1">
                  <a:avLst/>
                </a:prstGeom>
                <a:noFill/>
                <a:ln cap="flat" cmpd="sng" w="12700">
                  <a:solidFill>
                    <a:schemeClr val="dk1"/>
                  </a:solidFill>
                  <a:prstDash val="solid"/>
                  <a:round/>
                  <a:headEnd len="sm" w="sm" type="none"/>
                  <a:tailEnd len="sm" w="sm" type="none"/>
                </a:ln>
              </p:spPr>
            </p:cxnSp>
            <p:cxnSp>
              <p:nvCxnSpPr>
                <p:cNvPr id="5321" name="Google Shape;5321;p43"/>
                <p:cNvCxnSpPr/>
                <p:nvPr/>
              </p:nvCxnSpPr>
              <p:spPr>
                <a:xfrm flipH="1" rot="10800000">
                  <a:off x="8483508" y="5013435"/>
                  <a:ext cx="404236" cy="207771"/>
                </a:xfrm>
                <a:prstGeom prst="straightConnector1">
                  <a:avLst/>
                </a:prstGeom>
                <a:noFill/>
                <a:ln cap="flat" cmpd="sng" w="9525">
                  <a:solidFill>
                    <a:schemeClr val="dk1"/>
                  </a:solidFill>
                  <a:prstDash val="solid"/>
                  <a:round/>
                  <a:headEnd len="sm" w="sm" type="none"/>
                  <a:tailEnd len="sm" w="sm" type="none"/>
                </a:ln>
              </p:spPr>
            </p:cxnSp>
            <p:cxnSp>
              <p:nvCxnSpPr>
                <p:cNvPr id="5322" name="Google Shape;5322;p43"/>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5323" name="Google Shape;5323;p43"/>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5324" name="Google Shape;5324;p43"/>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5325" name="Google Shape;5325;p43"/>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5326" name="Google Shape;5326;p43"/>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5327" name="Google Shape;5327;p43"/>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5328" name="Google Shape;5328;p43"/>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5329" name="Google Shape;5329;p43"/>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5330" name="Google Shape;5330;p43"/>
                <p:cNvCxnSpPr/>
                <p:nvPr/>
              </p:nvCxnSpPr>
              <p:spPr>
                <a:xfrm flipH="1" rot="10800000">
                  <a:off x="9402788" y="4090252"/>
                  <a:ext cx="429324" cy="705603"/>
                </a:xfrm>
                <a:prstGeom prst="straightConnector1">
                  <a:avLst/>
                </a:prstGeom>
                <a:noFill/>
                <a:ln cap="flat" cmpd="sng" w="9525">
                  <a:solidFill>
                    <a:schemeClr val="dk1"/>
                  </a:solidFill>
                  <a:prstDash val="solid"/>
                  <a:round/>
                  <a:headEnd len="sm" w="sm" type="none"/>
                  <a:tailEnd len="sm" w="sm" type="none"/>
                </a:ln>
              </p:spPr>
            </p:cxnSp>
            <p:cxnSp>
              <p:nvCxnSpPr>
                <p:cNvPr id="5331" name="Google Shape;5331;p43"/>
                <p:cNvCxnSpPr/>
                <p:nvPr/>
              </p:nvCxnSpPr>
              <p:spPr>
                <a:xfrm flipH="1" rot="10800000">
                  <a:off x="8268637" y="4024329"/>
                  <a:ext cx="969051" cy="3175"/>
                </a:xfrm>
                <a:prstGeom prst="straightConnector1">
                  <a:avLst/>
                </a:prstGeom>
                <a:noFill/>
                <a:ln cap="flat" cmpd="sng" w="9525">
                  <a:solidFill>
                    <a:schemeClr val="dk1"/>
                  </a:solidFill>
                  <a:prstDash val="solid"/>
                  <a:round/>
                  <a:headEnd len="sm" w="sm" type="none"/>
                  <a:tailEnd len="sm" w="sm" type="none"/>
                </a:ln>
              </p:spPr>
            </p:cxnSp>
          </p:grpSp>
          <p:pic>
            <p:nvPicPr>
              <p:cNvPr descr="antenna_radiation_stylized" id="5332" name="Google Shape;5332;p43"/>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5333" name="Google Shape;5333;p43"/>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5334" name="Google Shape;5334;p43"/>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5335" name="Google Shape;5335;p43"/>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grpSp>
        <p:nvGrpSpPr>
          <p:cNvPr id="5336" name="Google Shape;5336;p43"/>
          <p:cNvGrpSpPr/>
          <p:nvPr/>
        </p:nvGrpSpPr>
        <p:grpSpPr>
          <a:xfrm>
            <a:off x="7613882" y="2107963"/>
            <a:ext cx="3540395" cy="3733733"/>
            <a:chOff x="7619038" y="2102861"/>
            <a:chExt cx="3540395" cy="3733733"/>
          </a:xfrm>
        </p:grpSpPr>
        <p:cxnSp>
          <p:nvCxnSpPr>
            <p:cNvPr id="5337" name="Google Shape;5337;p43"/>
            <p:cNvCxnSpPr/>
            <p:nvPr/>
          </p:nvCxnSpPr>
          <p:spPr>
            <a:xfrm>
              <a:off x="8213016" y="2695257"/>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5338" name="Google Shape;5338;p43"/>
            <p:cNvGrpSpPr/>
            <p:nvPr/>
          </p:nvGrpSpPr>
          <p:grpSpPr>
            <a:xfrm>
              <a:off x="8055854" y="2304274"/>
              <a:ext cx="298450" cy="464008"/>
              <a:chOff x="3130" y="3288"/>
              <a:chExt cx="410" cy="742"/>
            </a:xfrm>
          </p:grpSpPr>
          <p:cxnSp>
            <p:nvCxnSpPr>
              <p:cNvPr id="5339" name="Google Shape;5339;p43"/>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5340" name="Google Shape;5340;p43"/>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5341" name="Google Shape;5341;p43"/>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5342" name="Google Shape;5342;p43"/>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5343" name="Google Shape;5343;p43"/>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5344" name="Google Shape;5344;p43"/>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5345" name="Google Shape;5345;p43"/>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5346" name="Google Shape;5346;p43"/>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5347" name="Google Shape;5347;p43"/>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5348" name="Google Shape;5348;p43"/>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5349" name="Google Shape;5349;p43"/>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5350" name="Google Shape;5350;p43"/>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5351" name="Google Shape;5351;p43"/>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5352" name="Google Shape;5352;p43"/>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5353" name="Google Shape;5353;p43"/>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pic>
          <p:nvPicPr>
            <p:cNvPr descr="access_point_stylized_small" id="5354" name="Google Shape;5354;p43"/>
            <p:cNvPicPr preferRelativeResize="0"/>
            <p:nvPr/>
          </p:nvPicPr>
          <p:blipFill rotWithShape="1">
            <a:blip r:embed="rId6">
              <a:alphaModFix/>
            </a:blip>
            <a:srcRect b="0" l="0" r="0" t="0"/>
            <a:stretch/>
          </p:blipFill>
          <p:spPr>
            <a:xfrm>
              <a:off x="7619038" y="3856797"/>
              <a:ext cx="370169" cy="306751"/>
            </a:xfrm>
            <a:prstGeom prst="rect">
              <a:avLst/>
            </a:prstGeom>
            <a:noFill/>
            <a:ln>
              <a:noFill/>
            </a:ln>
          </p:spPr>
        </p:pic>
        <p:pic>
          <p:nvPicPr>
            <p:cNvPr descr="access_point_stylized_small" id="5355" name="Google Shape;5355;p43"/>
            <p:cNvPicPr preferRelativeResize="0"/>
            <p:nvPr/>
          </p:nvPicPr>
          <p:blipFill rotWithShape="1">
            <a:blip r:embed="rId6">
              <a:alphaModFix/>
            </a:blip>
            <a:srcRect b="0" l="0" r="0" t="0"/>
            <a:stretch/>
          </p:blipFill>
          <p:spPr>
            <a:xfrm>
              <a:off x="9295766" y="5519130"/>
              <a:ext cx="380935" cy="317464"/>
            </a:xfrm>
            <a:prstGeom prst="rect">
              <a:avLst/>
            </a:prstGeom>
            <a:noFill/>
            <a:ln>
              <a:noFill/>
            </a:ln>
          </p:spPr>
        </p:pic>
        <p:grpSp>
          <p:nvGrpSpPr>
            <p:cNvPr id="5356" name="Google Shape;5356;p43"/>
            <p:cNvGrpSpPr/>
            <p:nvPr/>
          </p:nvGrpSpPr>
          <p:grpSpPr>
            <a:xfrm>
              <a:off x="9788714" y="4984881"/>
              <a:ext cx="393760" cy="218578"/>
              <a:chOff x="7493876" y="2774731"/>
              <a:chExt cx="1481958" cy="894622"/>
            </a:xfrm>
          </p:grpSpPr>
          <p:sp>
            <p:nvSpPr>
              <p:cNvPr id="5357" name="Google Shape;5357;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358" name="Google Shape;5358;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359" name="Google Shape;5359;p43"/>
              <p:cNvGrpSpPr/>
              <p:nvPr/>
            </p:nvGrpSpPr>
            <p:grpSpPr>
              <a:xfrm>
                <a:off x="7713663" y="2848339"/>
                <a:ext cx="1042107" cy="425543"/>
                <a:chOff x="7786941" y="2884917"/>
                <a:chExt cx="897649" cy="353919"/>
              </a:xfrm>
            </p:grpSpPr>
            <p:sp>
              <p:nvSpPr>
                <p:cNvPr id="5360" name="Google Shape;5360;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1" name="Google Shape;5361;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2" name="Google Shape;5362;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3" name="Google Shape;5363;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64" name="Google Shape;5364;p43"/>
            <p:cNvGrpSpPr/>
            <p:nvPr/>
          </p:nvGrpSpPr>
          <p:grpSpPr>
            <a:xfrm>
              <a:off x="9854521" y="5333935"/>
              <a:ext cx="309740" cy="190838"/>
              <a:chOff x="3668110" y="2448910"/>
              <a:chExt cx="3794234" cy="2165130"/>
            </a:xfrm>
          </p:grpSpPr>
          <p:sp>
            <p:nvSpPr>
              <p:cNvPr id="5365" name="Google Shape;5365;p4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6" name="Google Shape;5366;p4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367" name="Google Shape;5367;p43"/>
              <p:cNvGrpSpPr/>
              <p:nvPr/>
            </p:nvGrpSpPr>
            <p:grpSpPr>
              <a:xfrm>
                <a:off x="3941378" y="2603243"/>
                <a:ext cx="3202061" cy="1066110"/>
                <a:chOff x="7939341" y="3037317"/>
                <a:chExt cx="897649" cy="353919"/>
              </a:xfrm>
            </p:grpSpPr>
            <p:sp>
              <p:nvSpPr>
                <p:cNvPr id="5368" name="Google Shape;5368;p4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9" name="Google Shape;5369;p4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70" name="Google Shape;5370;p4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71" name="Google Shape;5371;p4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72" name="Google Shape;5372;p43"/>
            <p:cNvGrpSpPr/>
            <p:nvPr/>
          </p:nvGrpSpPr>
          <p:grpSpPr>
            <a:xfrm>
              <a:off x="8681775" y="4962318"/>
              <a:ext cx="393760" cy="218578"/>
              <a:chOff x="7493876" y="2774731"/>
              <a:chExt cx="1481958" cy="894622"/>
            </a:xfrm>
          </p:grpSpPr>
          <p:sp>
            <p:nvSpPr>
              <p:cNvPr id="5373" name="Google Shape;5373;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374" name="Google Shape;5374;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375" name="Google Shape;5375;p43"/>
              <p:cNvGrpSpPr/>
              <p:nvPr/>
            </p:nvGrpSpPr>
            <p:grpSpPr>
              <a:xfrm>
                <a:off x="7713663" y="2848339"/>
                <a:ext cx="1042107" cy="425543"/>
                <a:chOff x="7786941" y="2884917"/>
                <a:chExt cx="897649" cy="353919"/>
              </a:xfrm>
            </p:grpSpPr>
            <p:sp>
              <p:nvSpPr>
                <p:cNvPr id="5376" name="Google Shape;5376;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77" name="Google Shape;5377;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78" name="Google Shape;5378;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79" name="Google Shape;5379;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80" name="Google Shape;5380;p43"/>
            <p:cNvGrpSpPr/>
            <p:nvPr/>
          </p:nvGrpSpPr>
          <p:grpSpPr>
            <a:xfrm>
              <a:off x="8316676" y="5189331"/>
              <a:ext cx="309740" cy="190838"/>
              <a:chOff x="3668110" y="2448910"/>
              <a:chExt cx="3794234" cy="2165130"/>
            </a:xfrm>
          </p:grpSpPr>
          <p:sp>
            <p:nvSpPr>
              <p:cNvPr id="5381" name="Google Shape;5381;p4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82" name="Google Shape;5382;p4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383" name="Google Shape;5383;p43"/>
              <p:cNvGrpSpPr/>
              <p:nvPr/>
            </p:nvGrpSpPr>
            <p:grpSpPr>
              <a:xfrm>
                <a:off x="3941378" y="2603243"/>
                <a:ext cx="3202061" cy="1066110"/>
                <a:chOff x="7939341" y="3037317"/>
                <a:chExt cx="897649" cy="353919"/>
              </a:xfrm>
            </p:grpSpPr>
            <p:sp>
              <p:nvSpPr>
                <p:cNvPr id="5384" name="Google Shape;5384;p4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85" name="Google Shape;5385;p4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86" name="Google Shape;5386;p4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87" name="Google Shape;5387;p4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88" name="Google Shape;5388;p43"/>
            <p:cNvGrpSpPr/>
            <p:nvPr/>
          </p:nvGrpSpPr>
          <p:grpSpPr>
            <a:xfrm>
              <a:off x="8444983" y="2807207"/>
              <a:ext cx="353678" cy="168275"/>
              <a:chOff x="7493876" y="2774731"/>
              <a:chExt cx="1481958" cy="894622"/>
            </a:xfrm>
          </p:grpSpPr>
          <p:sp>
            <p:nvSpPr>
              <p:cNvPr id="5389" name="Google Shape;5389;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390" name="Google Shape;5390;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391" name="Google Shape;5391;p43"/>
              <p:cNvGrpSpPr/>
              <p:nvPr/>
            </p:nvGrpSpPr>
            <p:grpSpPr>
              <a:xfrm>
                <a:off x="7713663" y="2848339"/>
                <a:ext cx="1042107" cy="425543"/>
                <a:chOff x="7786941" y="2884917"/>
                <a:chExt cx="897649" cy="353919"/>
              </a:xfrm>
            </p:grpSpPr>
            <p:sp>
              <p:nvSpPr>
                <p:cNvPr id="5392" name="Google Shape;5392;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93" name="Google Shape;5393;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94" name="Google Shape;5394;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95" name="Google Shape;5395;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96" name="Google Shape;5396;p43"/>
            <p:cNvGrpSpPr/>
            <p:nvPr/>
          </p:nvGrpSpPr>
          <p:grpSpPr>
            <a:xfrm>
              <a:off x="8055226" y="3960892"/>
              <a:ext cx="354986" cy="175668"/>
              <a:chOff x="7493876" y="2774731"/>
              <a:chExt cx="1481958" cy="894622"/>
            </a:xfrm>
          </p:grpSpPr>
          <p:sp>
            <p:nvSpPr>
              <p:cNvPr id="5397" name="Google Shape;5397;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398" name="Google Shape;5398;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399" name="Google Shape;5399;p43"/>
              <p:cNvGrpSpPr/>
              <p:nvPr/>
            </p:nvGrpSpPr>
            <p:grpSpPr>
              <a:xfrm>
                <a:off x="7713663" y="2848339"/>
                <a:ext cx="1042107" cy="425543"/>
                <a:chOff x="7786941" y="2884917"/>
                <a:chExt cx="897649" cy="353919"/>
              </a:xfrm>
            </p:grpSpPr>
            <p:sp>
              <p:nvSpPr>
                <p:cNvPr id="5400" name="Google Shape;5400;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01" name="Google Shape;5401;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02" name="Google Shape;5402;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03" name="Google Shape;5403;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04" name="Google Shape;5404;p43"/>
            <p:cNvGrpSpPr/>
            <p:nvPr/>
          </p:nvGrpSpPr>
          <p:grpSpPr>
            <a:xfrm>
              <a:off x="10889241" y="3596263"/>
              <a:ext cx="170989" cy="97052"/>
              <a:chOff x="7493876" y="2774731"/>
              <a:chExt cx="1481958" cy="894622"/>
            </a:xfrm>
          </p:grpSpPr>
          <p:sp>
            <p:nvSpPr>
              <p:cNvPr id="5405" name="Google Shape;5405;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406" name="Google Shape;5406;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407" name="Google Shape;5407;p43"/>
              <p:cNvGrpSpPr/>
              <p:nvPr/>
            </p:nvGrpSpPr>
            <p:grpSpPr>
              <a:xfrm>
                <a:off x="7713663" y="2848339"/>
                <a:ext cx="1042107" cy="425543"/>
                <a:chOff x="7786941" y="2884917"/>
                <a:chExt cx="897649" cy="353919"/>
              </a:xfrm>
            </p:grpSpPr>
            <p:sp>
              <p:nvSpPr>
                <p:cNvPr id="5408" name="Google Shape;5408;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09" name="Google Shape;5409;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10" name="Google Shape;5410;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11" name="Google Shape;5411;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12" name="Google Shape;5412;p43"/>
            <p:cNvGrpSpPr/>
            <p:nvPr/>
          </p:nvGrpSpPr>
          <p:grpSpPr>
            <a:xfrm>
              <a:off x="10415765" y="3491036"/>
              <a:ext cx="353678" cy="198344"/>
              <a:chOff x="7493876" y="2774731"/>
              <a:chExt cx="1481958" cy="894622"/>
            </a:xfrm>
          </p:grpSpPr>
          <p:sp>
            <p:nvSpPr>
              <p:cNvPr id="5413" name="Google Shape;5413;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414" name="Google Shape;5414;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415" name="Google Shape;5415;p43"/>
              <p:cNvGrpSpPr/>
              <p:nvPr/>
            </p:nvGrpSpPr>
            <p:grpSpPr>
              <a:xfrm>
                <a:off x="7713663" y="2848339"/>
                <a:ext cx="1042107" cy="425543"/>
                <a:chOff x="7786941" y="2884917"/>
                <a:chExt cx="897649" cy="353919"/>
              </a:xfrm>
            </p:grpSpPr>
            <p:sp>
              <p:nvSpPr>
                <p:cNvPr id="5416" name="Google Shape;5416;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17" name="Google Shape;5417;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18" name="Google Shape;5418;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19" name="Google Shape;5419;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20" name="Google Shape;5420;p43"/>
            <p:cNvGrpSpPr/>
            <p:nvPr/>
          </p:nvGrpSpPr>
          <p:grpSpPr>
            <a:xfrm>
              <a:off x="9953880" y="2197190"/>
              <a:ext cx="353678" cy="198344"/>
              <a:chOff x="7493876" y="2774731"/>
              <a:chExt cx="1481958" cy="894622"/>
            </a:xfrm>
          </p:grpSpPr>
          <p:sp>
            <p:nvSpPr>
              <p:cNvPr id="5421" name="Google Shape;5421;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422" name="Google Shape;5422;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423" name="Google Shape;5423;p43"/>
              <p:cNvGrpSpPr/>
              <p:nvPr/>
            </p:nvGrpSpPr>
            <p:grpSpPr>
              <a:xfrm>
                <a:off x="7713663" y="2848339"/>
                <a:ext cx="1042107" cy="425543"/>
                <a:chOff x="7786941" y="2884917"/>
                <a:chExt cx="897649" cy="353919"/>
              </a:xfrm>
            </p:grpSpPr>
            <p:sp>
              <p:nvSpPr>
                <p:cNvPr id="5424" name="Google Shape;5424;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25" name="Google Shape;5425;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26" name="Google Shape;5426;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27" name="Google Shape;5427;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28" name="Google Shape;5428;p43"/>
            <p:cNvGrpSpPr/>
            <p:nvPr/>
          </p:nvGrpSpPr>
          <p:grpSpPr>
            <a:xfrm>
              <a:off x="10532370" y="2608265"/>
              <a:ext cx="353678" cy="198344"/>
              <a:chOff x="7493876" y="2774731"/>
              <a:chExt cx="1481958" cy="894622"/>
            </a:xfrm>
          </p:grpSpPr>
          <p:sp>
            <p:nvSpPr>
              <p:cNvPr id="5429" name="Google Shape;5429;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430" name="Google Shape;5430;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431" name="Google Shape;5431;p43"/>
              <p:cNvGrpSpPr/>
              <p:nvPr/>
            </p:nvGrpSpPr>
            <p:grpSpPr>
              <a:xfrm>
                <a:off x="7713663" y="2848339"/>
                <a:ext cx="1042107" cy="425543"/>
                <a:chOff x="7786941" y="2884917"/>
                <a:chExt cx="897649" cy="353919"/>
              </a:xfrm>
            </p:grpSpPr>
            <p:sp>
              <p:nvSpPr>
                <p:cNvPr id="5432" name="Google Shape;5432;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33" name="Google Shape;5433;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34" name="Google Shape;5434;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35" name="Google Shape;5435;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36" name="Google Shape;5436;p43"/>
            <p:cNvGrpSpPr/>
            <p:nvPr/>
          </p:nvGrpSpPr>
          <p:grpSpPr>
            <a:xfrm>
              <a:off x="10648981" y="2102861"/>
              <a:ext cx="353678" cy="198344"/>
              <a:chOff x="7493876" y="2774731"/>
              <a:chExt cx="1481958" cy="894622"/>
            </a:xfrm>
          </p:grpSpPr>
          <p:sp>
            <p:nvSpPr>
              <p:cNvPr id="5437" name="Google Shape;5437;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438" name="Google Shape;5438;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439" name="Google Shape;5439;p43"/>
              <p:cNvGrpSpPr/>
              <p:nvPr/>
            </p:nvGrpSpPr>
            <p:grpSpPr>
              <a:xfrm>
                <a:off x="7713663" y="2848339"/>
                <a:ext cx="1042107" cy="425543"/>
                <a:chOff x="7786941" y="2884917"/>
                <a:chExt cx="897649" cy="353919"/>
              </a:xfrm>
            </p:grpSpPr>
            <p:sp>
              <p:nvSpPr>
                <p:cNvPr id="5440" name="Google Shape;5440;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41" name="Google Shape;5441;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42" name="Google Shape;5442;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43" name="Google Shape;5443;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44" name="Google Shape;5444;p43"/>
            <p:cNvGrpSpPr/>
            <p:nvPr/>
          </p:nvGrpSpPr>
          <p:grpSpPr>
            <a:xfrm>
              <a:off x="9103944" y="3951522"/>
              <a:ext cx="367224" cy="240304"/>
              <a:chOff x="7493876" y="2774731"/>
              <a:chExt cx="1481958" cy="894622"/>
            </a:xfrm>
          </p:grpSpPr>
          <p:sp>
            <p:nvSpPr>
              <p:cNvPr id="5445" name="Google Shape;5445;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446" name="Google Shape;5446;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447" name="Google Shape;5447;p43"/>
              <p:cNvGrpSpPr/>
              <p:nvPr/>
            </p:nvGrpSpPr>
            <p:grpSpPr>
              <a:xfrm>
                <a:off x="7713663" y="2848339"/>
                <a:ext cx="1042107" cy="425543"/>
                <a:chOff x="7786941" y="2884917"/>
                <a:chExt cx="897649" cy="353919"/>
              </a:xfrm>
            </p:grpSpPr>
            <p:sp>
              <p:nvSpPr>
                <p:cNvPr id="5448" name="Google Shape;5448;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49" name="Google Shape;5449;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50" name="Google Shape;5450;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51" name="Google Shape;5451;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52" name="Google Shape;5452;p43"/>
            <p:cNvGrpSpPr/>
            <p:nvPr/>
          </p:nvGrpSpPr>
          <p:grpSpPr>
            <a:xfrm>
              <a:off x="9985282" y="2656463"/>
              <a:ext cx="353678" cy="198344"/>
              <a:chOff x="7493876" y="2774731"/>
              <a:chExt cx="1481958" cy="894622"/>
            </a:xfrm>
          </p:grpSpPr>
          <p:sp>
            <p:nvSpPr>
              <p:cNvPr id="5453" name="Google Shape;5453;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454" name="Google Shape;5454;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455" name="Google Shape;5455;p43"/>
              <p:cNvGrpSpPr/>
              <p:nvPr/>
            </p:nvGrpSpPr>
            <p:grpSpPr>
              <a:xfrm>
                <a:off x="7713663" y="2848339"/>
                <a:ext cx="1042107" cy="425543"/>
                <a:chOff x="7786941" y="2884917"/>
                <a:chExt cx="897649" cy="353919"/>
              </a:xfrm>
            </p:grpSpPr>
            <p:sp>
              <p:nvSpPr>
                <p:cNvPr id="5456" name="Google Shape;5456;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57" name="Google Shape;5457;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58" name="Google Shape;5458;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59" name="Google Shape;5459;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60" name="Google Shape;5460;p43"/>
            <p:cNvGrpSpPr/>
            <p:nvPr/>
          </p:nvGrpSpPr>
          <p:grpSpPr>
            <a:xfrm>
              <a:off x="9502294" y="3388930"/>
              <a:ext cx="367224" cy="240304"/>
              <a:chOff x="7493876" y="2774731"/>
              <a:chExt cx="1481958" cy="894622"/>
            </a:xfrm>
          </p:grpSpPr>
          <p:sp>
            <p:nvSpPr>
              <p:cNvPr id="5461" name="Google Shape;5461;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462" name="Google Shape;5462;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463" name="Google Shape;5463;p43"/>
              <p:cNvGrpSpPr/>
              <p:nvPr/>
            </p:nvGrpSpPr>
            <p:grpSpPr>
              <a:xfrm>
                <a:off x="7713663" y="2848339"/>
                <a:ext cx="1042107" cy="425543"/>
                <a:chOff x="7786941" y="2884917"/>
                <a:chExt cx="897649" cy="353919"/>
              </a:xfrm>
            </p:grpSpPr>
            <p:sp>
              <p:nvSpPr>
                <p:cNvPr id="5464" name="Google Shape;5464;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65" name="Google Shape;5465;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66" name="Google Shape;5466;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67" name="Google Shape;5467;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68" name="Google Shape;5468;p43"/>
            <p:cNvGrpSpPr/>
            <p:nvPr/>
          </p:nvGrpSpPr>
          <p:grpSpPr>
            <a:xfrm>
              <a:off x="9606710" y="3994661"/>
              <a:ext cx="367224" cy="240304"/>
              <a:chOff x="7493876" y="2774731"/>
              <a:chExt cx="1481958" cy="894622"/>
            </a:xfrm>
          </p:grpSpPr>
          <p:sp>
            <p:nvSpPr>
              <p:cNvPr id="5469" name="Google Shape;5469;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470" name="Google Shape;5470;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471" name="Google Shape;5471;p43"/>
              <p:cNvGrpSpPr/>
              <p:nvPr/>
            </p:nvGrpSpPr>
            <p:grpSpPr>
              <a:xfrm>
                <a:off x="7713663" y="2848339"/>
                <a:ext cx="1042107" cy="425543"/>
                <a:chOff x="7786941" y="2884917"/>
                <a:chExt cx="897649" cy="353919"/>
              </a:xfrm>
            </p:grpSpPr>
            <p:sp>
              <p:nvSpPr>
                <p:cNvPr id="5472" name="Google Shape;5472;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73" name="Google Shape;5473;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74" name="Google Shape;5474;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75" name="Google Shape;5475;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76" name="Google Shape;5476;p43"/>
            <p:cNvGrpSpPr/>
            <p:nvPr/>
          </p:nvGrpSpPr>
          <p:grpSpPr>
            <a:xfrm>
              <a:off x="10380415" y="3987223"/>
              <a:ext cx="353678" cy="198344"/>
              <a:chOff x="7493876" y="2774731"/>
              <a:chExt cx="1481958" cy="894622"/>
            </a:xfrm>
          </p:grpSpPr>
          <p:sp>
            <p:nvSpPr>
              <p:cNvPr id="5477" name="Google Shape;5477;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478" name="Google Shape;5478;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479" name="Google Shape;5479;p43"/>
              <p:cNvGrpSpPr/>
              <p:nvPr/>
            </p:nvGrpSpPr>
            <p:grpSpPr>
              <a:xfrm>
                <a:off x="7713663" y="2848339"/>
                <a:ext cx="1042107" cy="425543"/>
                <a:chOff x="7786941" y="2884917"/>
                <a:chExt cx="897649" cy="353919"/>
              </a:xfrm>
            </p:grpSpPr>
            <p:sp>
              <p:nvSpPr>
                <p:cNvPr id="5480" name="Google Shape;5480;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81" name="Google Shape;5481;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82" name="Google Shape;5482;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83" name="Google Shape;5483;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84" name="Google Shape;5484;p43"/>
            <p:cNvGrpSpPr/>
            <p:nvPr/>
          </p:nvGrpSpPr>
          <p:grpSpPr>
            <a:xfrm>
              <a:off x="9253049" y="4770584"/>
              <a:ext cx="393760" cy="218578"/>
              <a:chOff x="7493876" y="2774731"/>
              <a:chExt cx="1481958" cy="894622"/>
            </a:xfrm>
          </p:grpSpPr>
          <p:sp>
            <p:nvSpPr>
              <p:cNvPr id="5485" name="Google Shape;5485;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486" name="Google Shape;5486;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487" name="Google Shape;5487;p43"/>
              <p:cNvGrpSpPr/>
              <p:nvPr/>
            </p:nvGrpSpPr>
            <p:grpSpPr>
              <a:xfrm>
                <a:off x="7713663" y="2848339"/>
                <a:ext cx="1042107" cy="425543"/>
                <a:chOff x="7786941" y="2884917"/>
                <a:chExt cx="897649" cy="353919"/>
              </a:xfrm>
            </p:grpSpPr>
            <p:sp>
              <p:nvSpPr>
                <p:cNvPr id="5488" name="Google Shape;5488;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89" name="Google Shape;5489;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90" name="Google Shape;5490;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91" name="Google Shape;5491;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92" name="Google Shape;5492;p43"/>
            <p:cNvGrpSpPr/>
            <p:nvPr/>
          </p:nvGrpSpPr>
          <p:grpSpPr>
            <a:xfrm>
              <a:off x="10931138" y="4364023"/>
              <a:ext cx="228295" cy="120400"/>
              <a:chOff x="7493876" y="2774731"/>
              <a:chExt cx="1481958" cy="894622"/>
            </a:xfrm>
          </p:grpSpPr>
          <p:sp>
            <p:nvSpPr>
              <p:cNvPr id="5493" name="Google Shape;5493;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494" name="Google Shape;5494;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495" name="Google Shape;5495;p43"/>
              <p:cNvGrpSpPr/>
              <p:nvPr/>
            </p:nvGrpSpPr>
            <p:grpSpPr>
              <a:xfrm>
                <a:off x="7713663" y="2848339"/>
                <a:ext cx="1042107" cy="425543"/>
                <a:chOff x="7786941" y="2884917"/>
                <a:chExt cx="897649" cy="353919"/>
              </a:xfrm>
            </p:grpSpPr>
            <p:sp>
              <p:nvSpPr>
                <p:cNvPr id="5496" name="Google Shape;5496;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97" name="Google Shape;5497;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98" name="Google Shape;5498;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99" name="Google Shape;5499;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5500" name="Google Shape;5500;p43"/>
          <p:cNvSpPr/>
          <p:nvPr/>
        </p:nvSpPr>
        <p:spPr>
          <a:xfrm>
            <a:off x="6718300" y="1488461"/>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501" name="Google Shape;5501;p43"/>
          <p:cNvGrpSpPr/>
          <p:nvPr/>
        </p:nvGrpSpPr>
        <p:grpSpPr>
          <a:xfrm>
            <a:off x="7439074" y="1859725"/>
            <a:ext cx="4144321" cy="4305092"/>
            <a:chOff x="7432700" y="1830405"/>
            <a:chExt cx="4144321" cy="4305092"/>
          </a:xfrm>
        </p:grpSpPr>
        <p:grpSp>
          <p:nvGrpSpPr>
            <p:cNvPr id="5502" name="Google Shape;5502;p43"/>
            <p:cNvGrpSpPr/>
            <p:nvPr/>
          </p:nvGrpSpPr>
          <p:grpSpPr>
            <a:xfrm>
              <a:off x="7432700" y="1830405"/>
              <a:ext cx="1909777" cy="938011"/>
              <a:chOff x="7432700" y="1830405"/>
              <a:chExt cx="1909777" cy="938011"/>
            </a:xfrm>
          </p:grpSpPr>
          <p:grpSp>
            <p:nvGrpSpPr>
              <p:cNvPr id="5503" name="Google Shape;5503;p43"/>
              <p:cNvGrpSpPr/>
              <p:nvPr/>
            </p:nvGrpSpPr>
            <p:grpSpPr>
              <a:xfrm>
                <a:off x="7743850" y="1830405"/>
                <a:ext cx="415925" cy="385763"/>
                <a:chOff x="2751" y="1851"/>
                <a:chExt cx="462" cy="478"/>
              </a:xfrm>
            </p:grpSpPr>
            <p:pic>
              <p:nvPicPr>
                <p:cNvPr descr="iphone_stylized_small" id="5504" name="Google Shape;5504;p43"/>
                <p:cNvPicPr preferRelativeResize="0"/>
                <p:nvPr/>
              </p:nvPicPr>
              <p:blipFill rotWithShape="1">
                <a:blip r:embed="rId7">
                  <a:alphaModFix/>
                </a:blip>
                <a:srcRect b="0" l="0" r="0" t="0"/>
                <a:stretch/>
              </p:blipFill>
              <p:spPr>
                <a:xfrm>
                  <a:off x="2928" y="1922"/>
                  <a:ext cx="152" cy="407"/>
                </a:xfrm>
                <a:prstGeom prst="rect">
                  <a:avLst/>
                </a:prstGeom>
                <a:noFill/>
                <a:ln>
                  <a:noFill/>
                </a:ln>
              </p:spPr>
            </p:pic>
            <p:pic>
              <p:nvPicPr>
                <p:cNvPr descr="antenna_radiation_stylized" id="5505" name="Google Shape;5505;p43"/>
                <p:cNvPicPr preferRelativeResize="0"/>
                <p:nvPr/>
              </p:nvPicPr>
              <p:blipFill rotWithShape="1">
                <a:blip r:embed="rId8">
                  <a:alphaModFix/>
                </a:blip>
                <a:srcRect b="0" l="0" r="0" t="0"/>
                <a:stretch/>
              </p:blipFill>
              <p:spPr>
                <a:xfrm>
                  <a:off x="2751" y="1851"/>
                  <a:ext cx="462" cy="110"/>
                </a:xfrm>
                <a:prstGeom prst="rect">
                  <a:avLst/>
                </a:prstGeom>
                <a:noFill/>
                <a:ln>
                  <a:noFill/>
                </a:ln>
              </p:spPr>
            </p:pic>
          </p:grpSp>
          <p:grpSp>
            <p:nvGrpSpPr>
              <p:cNvPr id="5506" name="Google Shape;5506;p43"/>
              <p:cNvGrpSpPr/>
              <p:nvPr/>
            </p:nvGrpSpPr>
            <p:grpSpPr>
              <a:xfrm>
                <a:off x="7432700" y="2327293"/>
                <a:ext cx="534987" cy="414882"/>
                <a:chOff x="7432700" y="2327293"/>
                <a:chExt cx="534987" cy="414882"/>
              </a:xfrm>
            </p:grpSpPr>
            <p:pic>
              <p:nvPicPr>
                <p:cNvPr descr="antenna_stylized" id="5507" name="Google Shape;5507;p43"/>
                <p:cNvPicPr preferRelativeResize="0"/>
                <p:nvPr/>
              </p:nvPicPr>
              <p:blipFill rotWithShape="1">
                <a:blip r:embed="rId9">
                  <a:alphaModFix/>
                </a:blip>
                <a:srcRect b="0" l="0" r="0" t="0"/>
                <a:stretch/>
              </p:blipFill>
              <p:spPr>
                <a:xfrm>
                  <a:off x="7432700" y="2327293"/>
                  <a:ext cx="530702" cy="223756"/>
                </a:xfrm>
                <a:prstGeom prst="rect">
                  <a:avLst/>
                </a:prstGeom>
                <a:noFill/>
                <a:ln>
                  <a:noFill/>
                </a:ln>
              </p:spPr>
            </p:pic>
            <p:pic>
              <p:nvPicPr>
                <p:cNvPr descr="laptop_keyboard" id="5508" name="Google Shape;5508;p43"/>
                <p:cNvPicPr preferRelativeResize="0"/>
                <p:nvPr/>
              </p:nvPicPr>
              <p:blipFill rotWithShape="1">
                <a:blip r:embed="rId10">
                  <a:alphaModFix/>
                </a:blip>
                <a:srcRect b="0" l="0" r="0" t="0"/>
                <a:stretch/>
              </p:blipFill>
              <p:spPr>
                <a:xfrm flipH="1" rot="109064">
                  <a:off x="7458407" y="2575770"/>
                  <a:ext cx="437221" cy="159511"/>
                </a:xfrm>
                <a:prstGeom prst="rect">
                  <a:avLst/>
                </a:prstGeom>
                <a:noFill/>
                <a:ln>
                  <a:noFill/>
                </a:ln>
              </p:spPr>
            </p:pic>
            <p:sp>
              <p:nvSpPr>
                <p:cNvPr id="5509" name="Google Shape;5509;p43"/>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5510" name="Google Shape;5510;p43"/>
                <p:cNvPicPr preferRelativeResize="0"/>
                <p:nvPr/>
              </p:nvPicPr>
              <p:blipFill rotWithShape="1">
                <a:blip r:embed="rId11">
                  <a:alphaModFix/>
                </a:blip>
                <a:srcRect b="0" l="0" r="0" t="0"/>
                <a:stretch/>
              </p:blipFill>
              <p:spPr>
                <a:xfrm>
                  <a:off x="7620637" y="2426338"/>
                  <a:ext cx="319785" cy="189429"/>
                </a:xfrm>
                <a:prstGeom prst="rect">
                  <a:avLst/>
                </a:prstGeom>
                <a:noFill/>
                <a:ln>
                  <a:noFill/>
                </a:ln>
              </p:spPr>
            </p:pic>
            <p:sp>
              <p:nvSpPr>
                <p:cNvPr id="5511" name="Google Shape;5511;p43"/>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12" name="Google Shape;5512;p43"/>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13" name="Google Shape;5513;p43"/>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14" name="Google Shape;5514;p43"/>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15" name="Google Shape;5515;p43"/>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16" name="Google Shape;5516;p43"/>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517" name="Google Shape;5517;p43"/>
                <p:cNvGrpSpPr/>
                <p:nvPr/>
              </p:nvGrpSpPr>
              <p:grpSpPr>
                <a:xfrm>
                  <a:off x="7594735" y="2642220"/>
                  <a:ext cx="98740" cy="36846"/>
                  <a:chOff x="1740" y="2642"/>
                  <a:chExt cx="752" cy="327"/>
                </a:xfrm>
              </p:grpSpPr>
              <p:sp>
                <p:nvSpPr>
                  <p:cNvPr id="5518" name="Google Shape;5518;p4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19" name="Google Shape;5519;p4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20" name="Google Shape;5520;p4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21" name="Google Shape;5521;p4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22" name="Google Shape;5522;p4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23" name="Google Shape;5523;p4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524" name="Google Shape;5524;p43"/>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25" name="Google Shape;5525;p43"/>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26" name="Google Shape;5526;p43"/>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27" name="Google Shape;5527;p43"/>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28" name="Google Shape;5528;p43"/>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29" name="Google Shape;5529;p43"/>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530" name="Google Shape;5530;p43"/>
              <p:cNvGrpSpPr/>
              <p:nvPr/>
            </p:nvGrpSpPr>
            <p:grpSpPr>
              <a:xfrm>
                <a:off x="8631407" y="2290407"/>
                <a:ext cx="530702" cy="478009"/>
                <a:chOff x="8631407" y="2290407"/>
                <a:chExt cx="530702" cy="478009"/>
              </a:xfrm>
            </p:grpSpPr>
            <p:pic>
              <p:nvPicPr>
                <p:cNvPr descr="light2.png" id="5531" name="Google Shape;5531;p43"/>
                <p:cNvPicPr preferRelativeResize="0"/>
                <p:nvPr/>
              </p:nvPicPr>
              <p:blipFill rotWithShape="1">
                <a:blip r:embed="rId12">
                  <a:alphaModFix/>
                </a:blip>
                <a:srcRect b="0" l="0" r="0" t="0"/>
                <a:stretch/>
              </p:blipFill>
              <p:spPr>
                <a:xfrm flipH="1">
                  <a:off x="8825293" y="2362969"/>
                  <a:ext cx="92772" cy="405447"/>
                </a:xfrm>
                <a:prstGeom prst="rect">
                  <a:avLst/>
                </a:prstGeom>
                <a:noFill/>
                <a:ln>
                  <a:noFill/>
                </a:ln>
              </p:spPr>
            </p:pic>
            <p:pic>
              <p:nvPicPr>
                <p:cNvPr descr="antenna_stylized" id="5532" name="Google Shape;5532;p43"/>
                <p:cNvPicPr preferRelativeResize="0"/>
                <p:nvPr/>
              </p:nvPicPr>
              <p:blipFill rotWithShape="1">
                <a:blip r:embed="rId9">
                  <a:alphaModFix/>
                </a:blip>
                <a:srcRect b="0" l="0" r="0" t="0"/>
                <a:stretch/>
              </p:blipFill>
              <p:spPr>
                <a:xfrm>
                  <a:off x="8631407" y="2290407"/>
                  <a:ext cx="530702" cy="223756"/>
                </a:xfrm>
                <a:prstGeom prst="rect">
                  <a:avLst/>
                </a:prstGeom>
                <a:noFill/>
                <a:ln>
                  <a:noFill/>
                </a:ln>
              </p:spPr>
            </p:pic>
          </p:grpSp>
          <p:grpSp>
            <p:nvGrpSpPr>
              <p:cNvPr id="5533" name="Google Shape;5533;p43"/>
              <p:cNvGrpSpPr/>
              <p:nvPr/>
            </p:nvGrpSpPr>
            <p:grpSpPr>
              <a:xfrm>
                <a:off x="8493165" y="2029804"/>
                <a:ext cx="849312" cy="226109"/>
                <a:chOff x="8493165" y="2029804"/>
                <a:chExt cx="849312" cy="226109"/>
              </a:xfrm>
            </p:grpSpPr>
            <p:pic>
              <p:nvPicPr>
                <p:cNvPr descr="car_icon_small" id="5534" name="Google Shape;5534;p43"/>
                <p:cNvPicPr preferRelativeResize="0"/>
                <p:nvPr/>
              </p:nvPicPr>
              <p:blipFill rotWithShape="1">
                <a:blip r:embed="rId13">
                  <a:alphaModFix/>
                </a:blip>
                <a:srcRect b="0" l="0" r="0" t="0"/>
                <a:stretch/>
              </p:blipFill>
              <p:spPr>
                <a:xfrm>
                  <a:off x="8493165" y="2087638"/>
                  <a:ext cx="849312" cy="168275"/>
                </a:xfrm>
                <a:prstGeom prst="rect">
                  <a:avLst/>
                </a:prstGeom>
                <a:noFill/>
                <a:ln>
                  <a:noFill/>
                </a:ln>
              </p:spPr>
            </p:pic>
            <p:pic>
              <p:nvPicPr>
                <p:cNvPr descr="antenna_stylized" id="5535" name="Google Shape;5535;p43"/>
                <p:cNvPicPr preferRelativeResize="0"/>
                <p:nvPr/>
              </p:nvPicPr>
              <p:blipFill rotWithShape="1">
                <a:blip r:embed="rId9">
                  <a:alphaModFix/>
                </a:blip>
                <a:srcRect b="0" l="0" r="0" t="0"/>
                <a:stretch/>
              </p:blipFill>
              <p:spPr>
                <a:xfrm>
                  <a:off x="8704645" y="2029804"/>
                  <a:ext cx="530702" cy="223756"/>
                </a:xfrm>
                <a:prstGeom prst="rect">
                  <a:avLst/>
                </a:prstGeom>
                <a:noFill/>
                <a:ln>
                  <a:noFill/>
                </a:ln>
              </p:spPr>
            </p:pic>
          </p:grpSp>
        </p:grpSp>
        <p:grpSp>
          <p:nvGrpSpPr>
            <p:cNvPr id="5536" name="Google Shape;5536;p43"/>
            <p:cNvGrpSpPr/>
            <p:nvPr/>
          </p:nvGrpSpPr>
          <p:grpSpPr>
            <a:xfrm>
              <a:off x="7487144" y="3296104"/>
              <a:ext cx="857739" cy="583764"/>
              <a:chOff x="7487144" y="3296104"/>
              <a:chExt cx="857739" cy="583764"/>
            </a:xfrm>
          </p:grpSpPr>
          <p:grpSp>
            <p:nvGrpSpPr>
              <p:cNvPr id="5537" name="Google Shape;5537;p43"/>
              <p:cNvGrpSpPr/>
              <p:nvPr/>
            </p:nvGrpSpPr>
            <p:grpSpPr>
              <a:xfrm>
                <a:off x="7487144" y="3389820"/>
                <a:ext cx="350807" cy="310034"/>
                <a:chOff x="7487144" y="3389820"/>
                <a:chExt cx="350807" cy="310034"/>
              </a:xfrm>
            </p:grpSpPr>
            <p:pic>
              <p:nvPicPr>
                <p:cNvPr descr="antenna_stylized" id="5538" name="Google Shape;5538;p43"/>
                <p:cNvPicPr preferRelativeResize="0"/>
                <p:nvPr/>
              </p:nvPicPr>
              <p:blipFill rotWithShape="1">
                <a:blip r:embed="rId14">
                  <a:alphaModFix/>
                </a:blip>
                <a:srcRect b="0" l="0" r="0" t="0"/>
                <a:stretch/>
              </p:blipFill>
              <p:spPr>
                <a:xfrm>
                  <a:off x="7487144" y="3389820"/>
                  <a:ext cx="347997" cy="167557"/>
                </a:xfrm>
                <a:prstGeom prst="rect">
                  <a:avLst/>
                </a:prstGeom>
                <a:noFill/>
                <a:ln>
                  <a:noFill/>
                </a:ln>
              </p:spPr>
            </p:pic>
            <p:pic>
              <p:nvPicPr>
                <p:cNvPr descr="laptop_keyboard" id="5539" name="Google Shape;5539;p43"/>
                <p:cNvPicPr preferRelativeResize="0"/>
                <p:nvPr/>
              </p:nvPicPr>
              <p:blipFill rotWithShape="1">
                <a:blip r:embed="rId15">
                  <a:alphaModFix/>
                </a:blip>
                <a:srcRect b="0" l="0" r="0" t="0"/>
                <a:stretch/>
              </p:blipFill>
              <p:spPr>
                <a:xfrm flipH="1" rot="109064">
                  <a:off x="7504001" y="3575889"/>
                  <a:ext cx="286699" cy="119448"/>
                </a:xfrm>
                <a:prstGeom prst="rect">
                  <a:avLst/>
                </a:prstGeom>
                <a:noFill/>
                <a:ln>
                  <a:noFill/>
                </a:ln>
              </p:spPr>
            </p:pic>
            <p:sp>
              <p:nvSpPr>
                <p:cNvPr id="5540" name="Google Shape;5540;p43"/>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5541" name="Google Shape;5541;p43"/>
                <p:cNvPicPr preferRelativeResize="0"/>
                <p:nvPr/>
              </p:nvPicPr>
              <p:blipFill rotWithShape="1">
                <a:blip r:embed="rId16">
                  <a:alphaModFix/>
                </a:blip>
                <a:srcRect b="0" l="0" r="0" t="0"/>
                <a:stretch/>
              </p:blipFill>
              <p:spPr>
                <a:xfrm>
                  <a:off x="7610380" y="3463988"/>
                  <a:ext cx="209692" cy="141851"/>
                </a:xfrm>
                <a:prstGeom prst="rect">
                  <a:avLst/>
                </a:prstGeom>
                <a:noFill/>
                <a:ln>
                  <a:noFill/>
                </a:ln>
              </p:spPr>
            </p:pic>
            <p:sp>
              <p:nvSpPr>
                <p:cNvPr id="5542" name="Google Shape;5542;p43"/>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43" name="Google Shape;5543;p43"/>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44" name="Google Shape;5544;p43"/>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45" name="Google Shape;5545;p43"/>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46" name="Google Shape;5546;p43"/>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47" name="Google Shape;5547;p43"/>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548" name="Google Shape;5548;p43"/>
                <p:cNvGrpSpPr/>
                <p:nvPr/>
              </p:nvGrpSpPr>
              <p:grpSpPr>
                <a:xfrm>
                  <a:off x="7593395" y="3625649"/>
                  <a:ext cx="64747" cy="27592"/>
                  <a:chOff x="1740" y="2642"/>
                  <a:chExt cx="752" cy="327"/>
                </a:xfrm>
              </p:grpSpPr>
              <p:sp>
                <p:nvSpPr>
                  <p:cNvPr id="5549" name="Google Shape;5549;p4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50" name="Google Shape;5550;p4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51" name="Google Shape;5551;p4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52" name="Google Shape;5552;p4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53" name="Google Shape;5553;p4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54" name="Google Shape;5554;p4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555" name="Google Shape;5555;p43"/>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56" name="Google Shape;5556;p43"/>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57" name="Google Shape;5557;p43"/>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58" name="Google Shape;5558;p43"/>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59" name="Google Shape;5559;p43"/>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60" name="Google Shape;5560;p43"/>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561" name="Google Shape;5561;p43"/>
              <p:cNvGrpSpPr/>
              <p:nvPr/>
            </p:nvGrpSpPr>
            <p:grpSpPr>
              <a:xfrm flipH="1">
                <a:off x="7985622" y="3537823"/>
                <a:ext cx="359261" cy="342045"/>
                <a:chOff x="2839" y="3501"/>
                <a:chExt cx="755" cy="803"/>
              </a:xfrm>
            </p:grpSpPr>
            <p:pic>
              <p:nvPicPr>
                <p:cNvPr descr="desktop_computer_stylized_medium" id="5562" name="Google Shape;5562;p43"/>
                <p:cNvPicPr preferRelativeResize="0"/>
                <p:nvPr/>
              </p:nvPicPr>
              <p:blipFill rotWithShape="1">
                <a:blip r:embed="rId17">
                  <a:alphaModFix/>
                </a:blip>
                <a:srcRect b="0" l="0" r="0" t="0"/>
                <a:stretch/>
              </p:blipFill>
              <p:spPr>
                <a:xfrm>
                  <a:off x="2839" y="3501"/>
                  <a:ext cx="755" cy="803"/>
                </a:xfrm>
                <a:prstGeom prst="rect">
                  <a:avLst/>
                </a:prstGeom>
                <a:noFill/>
                <a:ln>
                  <a:noFill/>
                </a:ln>
              </p:spPr>
            </p:pic>
            <p:sp>
              <p:nvSpPr>
                <p:cNvPr id="5563" name="Google Shape;5563;p4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564" name="Google Shape;5564;p43"/>
              <p:cNvGrpSpPr/>
              <p:nvPr/>
            </p:nvGrpSpPr>
            <p:grpSpPr>
              <a:xfrm>
                <a:off x="7797061" y="3296104"/>
                <a:ext cx="347997" cy="396620"/>
                <a:chOff x="7797061" y="3296104"/>
                <a:chExt cx="347997" cy="396620"/>
              </a:xfrm>
            </p:grpSpPr>
            <p:pic>
              <p:nvPicPr>
                <p:cNvPr descr="fridge2.png" id="5565" name="Google Shape;5565;p43"/>
                <p:cNvPicPr preferRelativeResize="0"/>
                <p:nvPr/>
              </p:nvPicPr>
              <p:blipFill rotWithShape="1">
                <a:blip r:embed="rId18">
                  <a:alphaModFix/>
                </a:blip>
                <a:srcRect b="0" l="0" r="0" t="0"/>
                <a:stretch/>
              </p:blipFill>
              <p:spPr>
                <a:xfrm>
                  <a:off x="7896825" y="3355697"/>
                  <a:ext cx="189578" cy="337027"/>
                </a:xfrm>
                <a:prstGeom prst="rect">
                  <a:avLst/>
                </a:prstGeom>
                <a:noFill/>
                <a:ln>
                  <a:noFill/>
                </a:ln>
              </p:spPr>
            </p:pic>
            <p:pic>
              <p:nvPicPr>
                <p:cNvPr descr="antenna_stylized" id="5566" name="Google Shape;5566;p43"/>
                <p:cNvPicPr preferRelativeResize="0"/>
                <p:nvPr/>
              </p:nvPicPr>
              <p:blipFill rotWithShape="1">
                <a:blip r:embed="rId14">
                  <a:alphaModFix/>
                </a:blip>
                <a:srcRect b="0" l="0" r="0" t="0"/>
                <a:stretch/>
              </p:blipFill>
              <p:spPr>
                <a:xfrm>
                  <a:off x="7797061" y="3296104"/>
                  <a:ext cx="347997" cy="167557"/>
                </a:xfrm>
                <a:prstGeom prst="rect">
                  <a:avLst/>
                </a:prstGeom>
                <a:noFill/>
                <a:ln>
                  <a:noFill/>
                </a:ln>
              </p:spPr>
            </p:pic>
          </p:grpSp>
        </p:grpSp>
        <p:grpSp>
          <p:nvGrpSpPr>
            <p:cNvPr id="5567" name="Google Shape;5567;p43"/>
            <p:cNvGrpSpPr/>
            <p:nvPr/>
          </p:nvGrpSpPr>
          <p:grpSpPr>
            <a:xfrm>
              <a:off x="11058573" y="3399165"/>
              <a:ext cx="518448" cy="1212242"/>
              <a:chOff x="11058573" y="3399165"/>
              <a:chExt cx="518448" cy="1212242"/>
            </a:xfrm>
          </p:grpSpPr>
          <p:grpSp>
            <p:nvGrpSpPr>
              <p:cNvPr id="5568" name="Google Shape;5568;p43"/>
              <p:cNvGrpSpPr/>
              <p:nvPr/>
            </p:nvGrpSpPr>
            <p:grpSpPr>
              <a:xfrm>
                <a:off x="11087182" y="4159591"/>
                <a:ext cx="489839" cy="451816"/>
                <a:chOff x="5103720" y="2693365"/>
                <a:chExt cx="611650" cy="414788"/>
              </a:xfrm>
            </p:grpSpPr>
            <p:cxnSp>
              <p:nvCxnSpPr>
                <p:cNvPr id="5569" name="Google Shape;5569;p4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5570" name="Google Shape;5570;p43"/>
                <p:cNvGrpSpPr/>
                <p:nvPr/>
              </p:nvGrpSpPr>
              <p:grpSpPr>
                <a:xfrm>
                  <a:off x="5275406" y="2693365"/>
                  <a:ext cx="439964" cy="414788"/>
                  <a:chOff x="5275406" y="2711455"/>
                  <a:chExt cx="452949" cy="405518"/>
                </a:xfrm>
              </p:grpSpPr>
              <p:pic>
                <p:nvPicPr>
                  <p:cNvPr descr="server_rack.png" id="5571" name="Google Shape;5571;p43"/>
                  <p:cNvPicPr preferRelativeResize="0"/>
                  <p:nvPr/>
                </p:nvPicPr>
                <p:blipFill rotWithShape="1">
                  <a:blip r:embed="rId19">
                    <a:alphaModFix/>
                  </a:blip>
                  <a:srcRect b="0" l="0" r="0" t="0"/>
                  <a:stretch/>
                </p:blipFill>
                <p:spPr>
                  <a:xfrm>
                    <a:off x="5537367" y="2770786"/>
                    <a:ext cx="190988" cy="313366"/>
                  </a:xfrm>
                  <a:prstGeom prst="rect">
                    <a:avLst/>
                  </a:prstGeom>
                  <a:noFill/>
                  <a:ln>
                    <a:noFill/>
                  </a:ln>
                </p:spPr>
              </p:pic>
              <p:pic>
                <p:nvPicPr>
                  <p:cNvPr descr="server_rack.png" id="5572" name="Google Shape;5572;p43"/>
                  <p:cNvPicPr preferRelativeResize="0"/>
                  <p:nvPr/>
                </p:nvPicPr>
                <p:blipFill rotWithShape="1">
                  <a:blip r:embed="rId19">
                    <a:alphaModFix/>
                  </a:blip>
                  <a:srcRect b="0" l="0" r="0" t="0"/>
                  <a:stretch/>
                </p:blipFill>
                <p:spPr>
                  <a:xfrm>
                    <a:off x="5275406" y="2764002"/>
                    <a:ext cx="190988" cy="313366"/>
                  </a:xfrm>
                  <a:prstGeom prst="rect">
                    <a:avLst/>
                  </a:prstGeom>
                  <a:noFill/>
                  <a:ln>
                    <a:noFill/>
                  </a:ln>
                </p:spPr>
              </p:pic>
              <p:pic>
                <p:nvPicPr>
                  <p:cNvPr descr="server_rack.png" id="5573" name="Google Shape;5573;p43"/>
                  <p:cNvPicPr preferRelativeResize="0"/>
                  <p:nvPr/>
                </p:nvPicPr>
                <p:blipFill rotWithShape="1">
                  <a:blip r:embed="rId19">
                    <a:alphaModFix/>
                  </a:blip>
                  <a:srcRect b="0" l="0" r="0" t="0"/>
                  <a:stretch/>
                </p:blipFill>
                <p:spPr>
                  <a:xfrm>
                    <a:off x="5385676" y="2711455"/>
                    <a:ext cx="247152" cy="405518"/>
                  </a:xfrm>
                  <a:prstGeom prst="rect">
                    <a:avLst/>
                  </a:prstGeom>
                  <a:noFill/>
                  <a:ln>
                    <a:noFill/>
                  </a:ln>
                </p:spPr>
              </p:pic>
            </p:grpSp>
          </p:grpSp>
          <p:grpSp>
            <p:nvGrpSpPr>
              <p:cNvPr id="5574" name="Google Shape;5574;p43"/>
              <p:cNvGrpSpPr/>
              <p:nvPr/>
            </p:nvGrpSpPr>
            <p:grpSpPr>
              <a:xfrm>
                <a:off x="11058573" y="3399165"/>
                <a:ext cx="423724" cy="405973"/>
                <a:chOff x="5103720" y="2693365"/>
                <a:chExt cx="611650" cy="414788"/>
              </a:xfrm>
            </p:grpSpPr>
            <p:cxnSp>
              <p:nvCxnSpPr>
                <p:cNvPr id="5575" name="Google Shape;5575;p4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5576" name="Google Shape;5576;p43"/>
                <p:cNvGrpSpPr/>
                <p:nvPr/>
              </p:nvGrpSpPr>
              <p:grpSpPr>
                <a:xfrm>
                  <a:off x="5275406" y="2693365"/>
                  <a:ext cx="439964" cy="414788"/>
                  <a:chOff x="5275406" y="2711455"/>
                  <a:chExt cx="452949" cy="405518"/>
                </a:xfrm>
              </p:grpSpPr>
              <p:pic>
                <p:nvPicPr>
                  <p:cNvPr descr="server_rack.png" id="5577" name="Google Shape;5577;p43"/>
                  <p:cNvPicPr preferRelativeResize="0"/>
                  <p:nvPr/>
                </p:nvPicPr>
                <p:blipFill rotWithShape="1">
                  <a:blip r:embed="rId19">
                    <a:alphaModFix/>
                  </a:blip>
                  <a:srcRect b="0" l="0" r="0" t="0"/>
                  <a:stretch/>
                </p:blipFill>
                <p:spPr>
                  <a:xfrm>
                    <a:off x="5537367" y="2770786"/>
                    <a:ext cx="190988" cy="313366"/>
                  </a:xfrm>
                  <a:prstGeom prst="rect">
                    <a:avLst/>
                  </a:prstGeom>
                  <a:noFill/>
                  <a:ln>
                    <a:noFill/>
                  </a:ln>
                </p:spPr>
              </p:pic>
              <p:pic>
                <p:nvPicPr>
                  <p:cNvPr descr="server_rack.png" id="5578" name="Google Shape;5578;p43"/>
                  <p:cNvPicPr preferRelativeResize="0"/>
                  <p:nvPr/>
                </p:nvPicPr>
                <p:blipFill rotWithShape="1">
                  <a:blip r:embed="rId19">
                    <a:alphaModFix/>
                  </a:blip>
                  <a:srcRect b="0" l="0" r="0" t="0"/>
                  <a:stretch/>
                </p:blipFill>
                <p:spPr>
                  <a:xfrm>
                    <a:off x="5275406" y="2764002"/>
                    <a:ext cx="190988" cy="313366"/>
                  </a:xfrm>
                  <a:prstGeom prst="rect">
                    <a:avLst/>
                  </a:prstGeom>
                  <a:noFill/>
                  <a:ln>
                    <a:noFill/>
                  </a:ln>
                </p:spPr>
              </p:pic>
              <p:pic>
                <p:nvPicPr>
                  <p:cNvPr descr="server_rack.png" id="5579" name="Google Shape;5579;p43"/>
                  <p:cNvPicPr preferRelativeResize="0"/>
                  <p:nvPr/>
                </p:nvPicPr>
                <p:blipFill rotWithShape="1">
                  <a:blip r:embed="rId19">
                    <a:alphaModFix/>
                  </a:blip>
                  <a:srcRect b="0" l="0" r="0" t="0"/>
                  <a:stretch/>
                </p:blipFill>
                <p:spPr>
                  <a:xfrm>
                    <a:off x="5385676" y="2711455"/>
                    <a:ext cx="247152" cy="405518"/>
                  </a:xfrm>
                  <a:prstGeom prst="rect">
                    <a:avLst/>
                  </a:prstGeom>
                  <a:noFill/>
                  <a:ln>
                    <a:noFill/>
                  </a:ln>
                </p:spPr>
              </p:pic>
            </p:grpSp>
          </p:grpSp>
        </p:grpSp>
        <p:grpSp>
          <p:nvGrpSpPr>
            <p:cNvPr id="5580" name="Google Shape;5580;p43"/>
            <p:cNvGrpSpPr/>
            <p:nvPr/>
          </p:nvGrpSpPr>
          <p:grpSpPr>
            <a:xfrm>
              <a:off x="7767607" y="4870841"/>
              <a:ext cx="2692126" cy="1264656"/>
              <a:chOff x="7767607" y="4870841"/>
              <a:chExt cx="2692126" cy="1264656"/>
            </a:xfrm>
          </p:grpSpPr>
          <p:grpSp>
            <p:nvGrpSpPr>
              <p:cNvPr id="5581" name="Google Shape;5581;p43"/>
              <p:cNvGrpSpPr/>
              <p:nvPr/>
            </p:nvGrpSpPr>
            <p:grpSpPr>
              <a:xfrm>
                <a:off x="10282541" y="5244631"/>
                <a:ext cx="177192" cy="330833"/>
                <a:chOff x="4140" y="429"/>
                <a:chExt cx="1425" cy="2396"/>
              </a:xfrm>
            </p:grpSpPr>
            <p:sp>
              <p:nvSpPr>
                <p:cNvPr id="5582" name="Google Shape;5582;p4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83" name="Google Shape;5583;p4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84" name="Google Shape;5584;p4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85" name="Google Shape;5585;p4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86" name="Google Shape;5586;p4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587" name="Google Shape;5587;p43"/>
                <p:cNvGrpSpPr/>
                <p:nvPr/>
              </p:nvGrpSpPr>
              <p:grpSpPr>
                <a:xfrm>
                  <a:off x="4748" y="666"/>
                  <a:ext cx="578" cy="150"/>
                  <a:chOff x="613" y="2566"/>
                  <a:chExt cx="721" cy="144"/>
                </a:xfrm>
              </p:grpSpPr>
              <p:sp>
                <p:nvSpPr>
                  <p:cNvPr id="5588" name="Google Shape;5588;p4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89" name="Google Shape;5589;p4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590" name="Google Shape;5590;p4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591" name="Google Shape;5591;p43"/>
                <p:cNvGrpSpPr/>
                <p:nvPr/>
              </p:nvGrpSpPr>
              <p:grpSpPr>
                <a:xfrm>
                  <a:off x="4748" y="990"/>
                  <a:ext cx="578" cy="134"/>
                  <a:chOff x="615" y="2564"/>
                  <a:chExt cx="721" cy="139"/>
                </a:xfrm>
              </p:grpSpPr>
              <p:sp>
                <p:nvSpPr>
                  <p:cNvPr id="5592" name="Google Shape;5592;p4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93" name="Google Shape;5593;p4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594" name="Google Shape;5594;p4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95" name="Google Shape;5595;p4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596" name="Google Shape;5596;p43"/>
                <p:cNvGrpSpPr/>
                <p:nvPr/>
              </p:nvGrpSpPr>
              <p:grpSpPr>
                <a:xfrm>
                  <a:off x="4738" y="1647"/>
                  <a:ext cx="578" cy="135"/>
                  <a:chOff x="618" y="2586"/>
                  <a:chExt cx="720" cy="124"/>
                </a:xfrm>
              </p:grpSpPr>
              <p:sp>
                <p:nvSpPr>
                  <p:cNvPr id="5597" name="Google Shape;5597;p4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98" name="Google Shape;5598;p4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599" name="Google Shape;5599;p4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600" name="Google Shape;5600;p43"/>
                <p:cNvGrpSpPr/>
                <p:nvPr/>
              </p:nvGrpSpPr>
              <p:grpSpPr>
                <a:xfrm>
                  <a:off x="4738" y="1330"/>
                  <a:ext cx="588" cy="134"/>
                  <a:chOff x="613" y="2571"/>
                  <a:chExt cx="732" cy="134"/>
                </a:xfrm>
              </p:grpSpPr>
              <p:sp>
                <p:nvSpPr>
                  <p:cNvPr id="5601" name="Google Shape;5601;p4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02" name="Google Shape;5602;p4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603" name="Google Shape;5603;p4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04" name="Google Shape;5604;p4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05" name="Google Shape;5605;p4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06" name="Google Shape;5606;p4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07" name="Google Shape;5607;p4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08" name="Google Shape;5608;p4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09" name="Google Shape;5609;p4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10" name="Google Shape;5610;p4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11" name="Google Shape;5611;p4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612" name="Google Shape;5612;p4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13" name="Google Shape;5613;p4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5614" name="Google Shape;5614;p43"/>
              <p:cNvGrpSpPr/>
              <p:nvPr/>
            </p:nvGrpSpPr>
            <p:grpSpPr>
              <a:xfrm>
                <a:off x="7767607" y="4870841"/>
                <a:ext cx="2080029" cy="1264656"/>
                <a:chOff x="7767607" y="4870841"/>
                <a:chExt cx="2080029" cy="1264656"/>
              </a:xfrm>
            </p:grpSpPr>
            <p:grpSp>
              <p:nvGrpSpPr>
                <p:cNvPr id="5615" name="Google Shape;5615;p43"/>
                <p:cNvGrpSpPr/>
                <p:nvPr/>
              </p:nvGrpSpPr>
              <p:grpSpPr>
                <a:xfrm flipH="1">
                  <a:off x="7974481" y="4870841"/>
                  <a:ext cx="345630" cy="320302"/>
                  <a:chOff x="2839" y="3501"/>
                  <a:chExt cx="755" cy="803"/>
                </a:xfrm>
              </p:grpSpPr>
              <p:pic>
                <p:nvPicPr>
                  <p:cNvPr descr="desktop_computer_stylized_medium" id="5616" name="Google Shape;5616;p43"/>
                  <p:cNvPicPr preferRelativeResize="0"/>
                  <p:nvPr/>
                </p:nvPicPr>
                <p:blipFill rotWithShape="1">
                  <a:blip r:embed="rId20">
                    <a:alphaModFix/>
                  </a:blip>
                  <a:srcRect b="0" l="0" r="0" t="0"/>
                  <a:stretch/>
                </p:blipFill>
                <p:spPr>
                  <a:xfrm>
                    <a:off x="2839" y="3501"/>
                    <a:ext cx="755" cy="803"/>
                  </a:xfrm>
                  <a:prstGeom prst="rect">
                    <a:avLst/>
                  </a:prstGeom>
                  <a:noFill/>
                  <a:ln>
                    <a:noFill/>
                  </a:ln>
                </p:spPr>
              </p:pic>
              <p:sp>
                <p:nvSpPr>
                  <p:cNvPr id="5617" name="Google Shape;5617;p4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618" name="Google Shape;5618;p43"/>
                <p:cNvGrpSpPr/>
                <p:nvPr/>
              </p:nvGrpSpPr>
              <p:grpSpPr>
                <a:xfrm>
                  <a:off x="9195307" y="5823489"/>
                  <a:ext cx="310186" cy="312008"/>
                  <a:chOff x="877" y="1008"/>
                  <a:chExt cx="2747" cy="2626"/>
                </a:xfrm>
              </p:grpSpPr>
              <p:pic>
                <p:nvPicPr>
                  <p:cNvPr descr="antenna_stylized" id="5619" name="Google Shape;5619;p43"/>
                  <p:cNvPicPr preferRelativeResize="0"/>
                  <p:nvPr/>
                </p:nvPicPr>
                <p:blipFill rotWithShape="1">
                  <a:blip r:embed="rId21">
                    <a:alphaModFix/>
                  </a:blip>
                  <a:srcRect b="0" l="0" r="0" t="0"/>
                  <a:stretch/>
                </p:blipFill>
                <p:spPr>
                  <a:xfrm>
                    <a:off x="877" y="1008"/>
                    <a:ext cx="2725" cy="1421"/>
                  </a:xfrm>
                  <a:prstGeom prst="rect">
                    <a:avLst/>
                  </a:prstGeom>
                  <a:noFill/>
                  <a:ln>
                    <a:noFill/>
                  </a:ln>
                </p:spPr>
              </p:pic>
              <p:pic>
                <p:nvPicPr>
                  <p:cNvPr descr="laptop_keyboard" id="5620" name="Google Shape;5620;p43"/>
                  <p:cNvPicPr preferRelativeResize="0"/>
                  <p:nvPr/>
                </p:nvPicPr>
                <p:blipFill rotWithShape="1">
                  <a:blip r:embed="rId22">
                    <a:alphaModFix/>
                  </a:blip>
                  <a:srcRect b="0" l="0" r="0" t="0"/>
                  <a:stretch/>
                </p:blipFill>
                <p:spPr>
                  <a:xfrm flipH="1" rot="109064">
                    <a:off x="1009" y="2586"/>
                    <a:ext cx="2245" cy="1013"/>
                  </a:xfrm>
                  <a:prstGeom prst="rect">
                    <a:avLst/>
                  </a:prstGeom>
                  <a:noFill/>
                  <a:ln>
                    <a:noFill/>
                  </a:ln>
                </p:spPr>
              </p:pic>
              <p:sp>
                <p:nvSpPr>
                  <p:cNvPr id="5621" name="Google Shape;5621;p4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5622" name="Google Shape;5622;p43"/>
                  <p:cNvPicPr preferRelativeResize="0"/>
                  <p:nvPr/>
                </p:nvPicPr>
                <p:blipFill rotWithShape="1">
                  <a:blip r:embed="rId23">
                    <a:alphaModFix/>
                  </a:blip>
                  <a:srcRect b="0" l="0" r="0" t="0"/>
                  <a:stretch/>
                </p:blipFill>
                <p:spPr>
                  <a:xfrm>
                    <a:off x="1842" y="1637"/>
                    <a:ext cx="1642" cy="1203"/>
                  </a:xfrm>
                  <a:prstGeom prst="rect">
                    <a:avLst/>
                  </a:prstGeom>
                  <a:noFill/>
                  <a:ln>
                    <a:noFill/>
                  </a:ln>
                </p:spPr>
              </p:pic>
              <p:sp>
                <p:nvSpPr>
                  <p:cNvPr id="5623" name="Google Shape;5623;p4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24" name="Google Shape;5624;p4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25" name="Google Shape;5625;p4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26" name="Google Shape;5626;p4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27" name="Google Shape;5627;p4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28" name="Google Shape;5628;p4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629" name="Google Shape;5629;p43"/>
                  <p:cNvGrpSpPr/>
                  <p:nvPr/>
                </p:nvGrpSpPr>
                <p:grpSpPr>
                  <a:xfrm>
                    <a:off x="1709" y="3008"/>
                    <a:ext cx="507" cy="234"/>
                    <a:chOff x="1740" y="2642"/>
                    <a:chExt cx="752" cy="327"/>
                  </a:xfrm>
                </p:grpSpPr>
                <p:sp>
                  <p:nvSpPr>
                    <p:cNvPr id="5630" name="Google Shape;5630;p4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31" name="Google Shape;5631;p4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32" name="Google Shape;5632;p4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33" name="Google Shape;5633;p4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34" name="Google Shape;5634;p4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35" name="Google Shape;5635;p4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636" name="Google Shape;5636;p4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37" name="Google Shape;5637;p4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38" name="Google Shape;5638;p4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39" name="Google Shape;5639;p4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40" name="Google Shape;5640;p4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41" name="Google Shape;5641;p4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642" name="Google Shape;5642;p43"/>
                <p:cNvGrpSpPr/>
                <p:nvPr/>
              </p:nvGrpSpPr>
              <p:grpSpPr>
                <a:xfrm flipH="1">
                  <a:off x="7767607" y="5251740"/>
                  <a:ext cx="345630" cy="320302"/>
                  <a:chOff x="2839" y="3501"/>
                  <a:chExt cx="755" cy="803"/>
                </a:xfrm>
              </p:grpSpPr>
              <p:pic>
                <p:nvPicPr>
                  <p:cNvPr descr="desktop_computer_stylized_medium" id="5643" name="Google Shape;5643;p43"/>
                  <p:cNvPicPr preferRelativeResize="0"/>
                  <p:nvPr/>
                </p:nvPicPr>
                <p:blipFill rotWithShape="1">
                  <a:blip r:embed="rId20">
                    <a:alphaModFix/>
                  </a:blip>
                  <a:srcRect b="0" l="0" r="0" t="0"/>
                  <a:stretch/>
                </p:blipFill>
                <p:spPr>
                  <a:xfrm>
                    <a:off x="2839" y="3501"/>
                    <a:ext cx="755" cy="803"/>
                  </a:xfrm>
                  <a:prstGeom prst="rect">
                    <a:avLst/>
                  </a:prstGeom>
                  <a:noFill/>
                  <a:ln>
                    <a:noFill/>
                  </a:ln>
                </p:spPr>
              </p:pic>
              <p:sp>
                <p:nvSpPr>
                  <p:cNvPr id="5644" name="Google Shape;5644;p4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645" name="Google Shape;5645;p43"/>
                <p:cNvGrpSpPr/>
                <p:nvPr/>
              </p:nvGrpSpPr>
              <p:grpSpPr>
                <a:xfrm flipH="1">
                  <a:off x="8147535" y="5475337"/>
                  <a:ext cx="345630" cy="320302"/>
                  <a:chOff x="2839" y="3501"/>
                  <a:chExt cx="755" cy="803"/>
                </a:xfrm>
              </p:grpSpPr>
              <p:pic>
                <p:nvPicPr>
                  <p:cNvPr descr="desktop_computer_stylized_medium" id="5646" name="Google Shape;5646;p43"/>
                  <p:cNvPicPr preferRelativeResize="0"/>
                  <p:nvPr/>
                </p:nvPicPr>
                <p:blipFill rotWithShape="1">
                  <a:blip r:embed="rId20">
                    <a:alphaModFix/>
                  </a:blip>
                  <a:srcRect b="0" l="0" r="0" t="0"/>
                  <a:stretch/>
                </p:blipFill>
                <p:spPr>
                  <a:xfrm>
                    <a:off x="2839" y="3501"/>
                    <a:ext cx="755" cy="803"/>
                  </a:xfrm>
                  <a:prstGeom prst="rect">
                    <a:avLst/>
                  </a:prstGeom>
                  <a:noFill/>
                  <a:ln>
                    <a:noFill/>
                  </a:ln>
                </p:spPr>
              </p:pic>
              <p:sp>
                <p:nvSpPr>
                  <p:cNvPr id="5647" name="Google Shape;5647;p4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648" name="Google Shape;5648;p43"/>
                <p:cNvGrpSpPr/>
                <p:nvPr/>
              </p:nvGrpSpPr>
              <p:grpSpPr>
                <a:xfrm flipH="1">
                  <a:off x="8545760" y="5496810"/>
                  <a:ext cx="345630" cy="320302"/>
                  <a:chOff x="2839" y="3501"/>
                  <a:chExt cx="755" cy="803"/>
                </a:xfrm>
              </p:grpSpPr>
              <p:pic>
                <p:nvPicPr>
                  <p:cNvPr descr="desktop_computer_stylized_medium" id="5649" name="Google Shape;5649;p43"/>
                  <p:cNvPicPr preferRelativeResize="0"/>
                  <p:nvPr/>
                </p:nvPicPr>
                <p:blipFill rotWithShape="1">
                  <a:blip r:embed="rId20">
                    <a:alphaModFix/>
                  </a:blip>
                  <a:srcRect b="0" l="0" r="0" t="0"/>
                  <a:stretch/>
                </p:blipFill>
                <p:spPr>
                  <a:xfrm>
                    <a:off x="2839" y="3501"/>
                    <a:ext cx="755" cy="803"/>
                  </a:xfrm>
                  <a:prstGeom prst="rect">
                    <a:avLst/>
                  </a:prstGeom>
                  <a:noFill/>
                  <a:ln>
                    <a:noFill/>
                  </a:ln>
                </p:spPr>
              </p:pic>
              <p:sp>
                <p:nvSpPr>
                  <p:cNvPr id="5650" name="Google Shape;5650;p4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651" name="Google Shape;5651;p43"/>
                <p:cNvGrpSpPr/>
                <p:nvPr/>
              </p:nvGrpSpPr>
              <p:grpSpPr>
                <a:xfrm>
                  <a:off x="9528372" y="5765818"/>
                  <a:ext cx="319264" cy="256836"/>
                  <a:chOff x="877" y="1008"/>
                  <a:chExt cx="2747" cy="2626"/>
                </a:xfrm>
              </p:grpSpPr>
              <p:pic>
                <p:nvPicPr>
                  <p:cNvPr descr="antenna_stylized" id="5652" name="Google Shape;5652;p43"/>
                  <p:cNvPicPr preferRelativeResize="0"/>
                  <p:nvPr/>
                </p:nvPicPr>
                <p:blipFill rotWithShape="1">
                  <a:blip r:embed="rId21">
                    <a:alphaModFix/>
                  </a:blip>
                  <a:srcRect b="0" l="0" r="0" t="0"/>
                  <a:stretch/>
                </p:blipFill>
                <p:spPr>
                  <a:xfrm>
                    <a:off x="877" y="1008"/>
                    <a:ext cx="2725" cy="1421"/>
                  </a:xfrm>
                  <a:prstGeom prst="rect">
                    <a:avLst/>
                  </a:prstGeom>
                  <a:noFill/>
                  <a:ln>
                    <a:noFill/>
                  </a:ln>
                </p:spPr>
              </p:pic>
              <p:pic>
                <p:nvPicPr>
                  <p:cNvPr descr="laptop_keyboard" id="5653" name="Google Shape;5653;p43"/>
                  <p:cNvPicPr preferRelativeResize="0"/>
                  <p:nvPr/>
                </p:nvPicPr>
                <p:blipFill rotWithShape="1">
                  <a:blip r:embed="rId22">
                    <a:alphaModFix/>
                  </a:blip>
                  <a:srcRect b="0" l="0" r="0" t="0"/>
                  <a:stretch/>
                </p:blipFill>
                <p:spPr>
                  <a:xfrm flipH="1" rot="109064">
                    <a:off x="1009" y="2586"/>
                    <a:ext cx="2245" cy="1013"/>
                  </a:xfrm>
                  <a:prstGeom prst="rect">
                    <a:avLst/>
                  </a:prstGeom>
                  <a:noFill/>
                  <a:ln>
                    <a:noFill/>
                  </a:ln>
                </p:spPr>
              </p:pic>
              <p:sp>
                <p:nvSpPr>
                  <p:cNvPr id="5654" name="Google Shape;5654;p4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5655" name="Google Shape;5655;p43"/>
                  <p:cNvPicPr preferRelativeResize="0"/>
                  <p:nvPr/>
                </p:nvPicPr>
                <p:blipFill rotWithShape="1">
                  <a:blip r:embed="rId23">
                    <a:alphaModFix/>
                  </a:blip>
                  <a:srcRect b="0" l="0" r="0" t="0"/>
                  <a:stretch/>
                </p:blipFill>
                <p:spPr>
                  <a:xfrm>
                    <a:off x="1842" y="1637"/>
                    <a:ext cx="1642" cy="1203"/>
                  </a:xfrm>
                  <a:prstGeom prst="rect">
                    <a:avLst/>
                  </a:prstGeom>
                  <a:noFill/>
                  <a:ln>
                    <a:noFill/>
                  </a:ln>
                </p:spPr>
              </p:pic>
              <p:sp>
                <p:nvSpPr>
                  <p:cNvPr id="5656" name="Google Shape;5656;p4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57" name="Google Shape;5657;p4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58" name="Google Shape;5658;p4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59" name="Google Shape;5659;p4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60" name="Google Shape;5660;p4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61" name="Google Shape;5661;p4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662" name="Google Shape;5662;p43"/>
                  <p:cNvGrpSpPr/>
                  <p:nvPr/>
                </p:nvGrpSpPr>
                <p:grpSpPr>
                  <a:xfrm>
                    <a:off x="1709" y="3008"/>
                    <a:ext cx="507" cy="234"/>
                    <a:chOff x="1740" y="2642"/>
                    <a:chExt cx="752" cy="327"/>
                  </a:xfrm>
                </p:grpSpPr>
                <p:sp>
                  <p:nvSpPr>
                    <p:cNvPr id="5663" name="Google Shape;5663;p4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64" name="Google Shape;5664;p4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65" name="Google Shape;5665;p4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66" name="Google Shape;5666;p4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67" name="Google Shape;5667;p4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68" name="Google Shape;5668;p4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669" name="Google Shape;5669;p4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70" name="Google Shape;5670;p4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71" name="Google Shape;5671;p4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72" name="Google Shape;5672;p4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73" name="Google Shape;5673;p4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74" name="Google Shape;5674;p4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5675" name="Google Shape;5675;p43"/>
              <p:cNvGrpSpPr/>
              <p:nvPr/>
            </p:nvGrpSpPr>
            <p:grpSpPr>
              <a:xfrm>
                <a:off x="10011503" y="5607068"/>
                <a:ext cx="171450" cy="348944"/>
                <a:chOff x="4140" y="429"/>
                <a:chExt cx="1425" cy="2396"/>
              </a:xfrm>
            </p:grpSpPr>
            <p:sp>
              <p:nvSpPr>
                <p:cNvPr id="5676" name="Google Shape;5676;p4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77" name="Google Shape;5677;p4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78" name="Google Shape;5678;p4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79" name="Google Shape;5679;p4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80" name="Google Shape;5680;p4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681" name="Google Shape;5681;p43"/>
                <p:cNvGrpSpPr/>
                <p:nvPr/>
              </p:nvGrpSpPr>
              <p:grpSpPr>
                <a:xfrm>
                  <a:off x="4748" y="666"/>
                  <a:ext cx="578" cy="150"/>
                  <a:chOff x="613" y="2566"/>
                  <a:chExt cx="721" cy="144"/>
                </a:xfrm>
              </p:grpSpPr>
              <p:sp>
                <p:nvSpPr>
                  <p:cNvPr id="5682" name="Google Shape;5682;p4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83" name="Google Shape;5683;p4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684" name="Google Shape;5684;p4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685" name="Google Shape;5685;p43"/>
                <p:cNvGrpSpPr/>
                <p:nvPr/>
              </p:nvGrpSpPr>
              <p:grpSpPr>
                <a:xfrm>
                  <a:off x="4748" y="990"/>
                  <a:ext cx="578" cy="134"/>
                  <a:chOff x="615" y="2564"/>
                  <a:chExt cx="721" cy="139"/>
                </a:xfrm>
              </p:grpSpPr>
              <p:sp>
                <p:nvSpPr>
                  <p:cNvPr id="5686" name="Google Shape;5686;p4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87" name="Google Shape;5687;p4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688" name="Google Shape;5688;p4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89" name="Google Shape;5689;p4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690" name="Google Shape;5690;p43"/>
                <p:cNvGrpSpPr/>
                <p:nvPr/>
              </p:nvGrpSpPr>
              <p:grpSpPr>
                <a:xfrm>
                  <a:off x="4738" y="1647"/>
                  <a:ext cx="578" cy="135"/>
                  <a:chOff x="618" y="2586"/>
                  <a:chExt cx="720" cy="124"/>
                </a:xfrm>
              </p:grpSpPr>
              <p:sp>
                <p:nvSpPr>
                  <p:cNvPr id="5691" name="Google Shape;5691;p4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92" name="Google Shape;5692;p4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693" name="Google Shape;5693;p4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694" name="Google Shape;5694;p43"/>
                <p:cNvGrpSpPr/>
                <p:nvPr/>
              </p:nvGrpSpPr>
              <p:grpSpPr>
                <a:xfrm>
                  <a:off x="4738" y="1330"/>
                  <a:ext cx="588" cy="134"/>
                  <a:chOff x="613" y="2571"/>
                  <a:chExt cx="732" cy="134"/>
                </a:xfrm>
              </p:grpSpPr>
              <p:sp>
                <p:nvSpPr>
                  <p:cNvPr id="5695" name="Google Shape;5695;p4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96" name="Google Shape;5696;p4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697" name="Google Shape;5697;p4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98" name="Google Shape;5698;p4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99" name="Google Shape;5699;p4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00" name="Google Shape;5700;p4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01" name="Google Shape;5701;p4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02" name="Google Shape;5702;p4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03" name="Google Shape;5703;p4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04" name="Google Shape;5704;p4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05" name="Google Shape;5705;p4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706" name="Google Shape;5706;p4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07" name="Google Shape;5707;p4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grpSp>
      <p:grpSp>
        <p:nvGrpSpPr>
          <p:cNvPr id="5708" name="Google Shape;5708;p43"/>
          <p:cNvGrpSpPr/>
          <p:nvPr/>
        </p:nvGrpSpPr>
        <p:grpSpPr>
          <a:xfrm>
            <a:off x="7332141" y="1814171"/>
            <a:ext cx="4398669" cy="4440468"/>
            <a:chOff x="7295123" y="1843082"/>
            <a:chExt cx="4398669" cy="4440468"/>
          </a:xfrm>
        </p:grpSpPr>
        <p:sp>
          <p:nvSpPr>
            <p:cNvPr id="5709" name="Google Shape;5709;p43"/>
            <p:cNvSpPr/>
            <p:nvPr/>
          </p:nvSpPr>
          <p:spPr>
            <a:xfrm>
              <a:off x="7866885" y="3450880"/>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10" name="Google Shape;5710;p43"/>
            <p:cNvSpPr/>
            <p:nvPr/>
          </p:nvSpPr>
          <p:spPr>
            <a:xfrm>
              <a:off x="7675465" y="3247424"/>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11" name="Google Shape;5711;p43"/>
            <p:cNvSpPr/>
            <p:nvPr/>
          </p:nvSpPr>
          <p:spPr>
            <a:xfrm>
              <a:off x="7295123" y="3349484"/>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712" name="Google Shape;5712;p43"/>
            <p:cNvGrpSpPr/>
            <p:nvPr/>
          </p:nvGrpSpPr>
          <p:grpSpPr>
            <a:xfrm>
              <a:off x="7384850" y="1843082"/>
              <a:ext cx="4308942" cy="4440468"/>
              <a:chOff x="7384850" y="1843082"/>
              <a:chExt cx="4308942" cy="4440468"/>
            </a:xfrm>
          </p:grpSpPr>
          <p:sp>
            <p:nvSpPr>
              <p:cNvPr id="5713" name="Google Shape;5713;p43"/>
              <p:cNvSpPr/>
              <p:nvPr/>
            </p:nvSpPr>
            <p:spPr>
              <a:xfrm>
                <a:off x="9026135" y="577348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14" name="Google Shape;5714;p43"/>
              <p:cNvSpPr/>
              <p:nvPr/>
            </p:nvSpPr>
            <p:spPr>
              <a:xfrm>
                <a:off x="8465833" y="5458029"/>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15" name="Google Shape;5715;p43"/>
              <p:cNvSpPr/>
              <p:nvPr/>
            </p:nvSpPr>
            <p:spPr>
              <a:xfrm>
                <a:off x="7992829" y="5385020"/>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16" name="Google Shape;5716;p43"/>
              <p:cNvSpPr/>
              <p:nvPr/>
            </p:nvSpPr>
            <p:spPr>
              <a:xfrm>
                <a:off x="7652236" y="518975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17" name="Google Shape;5717;p43"/>
              <p:cNvSpPr/>
              <p:nvPr/>
            </p:nvSpPr>
            <p:spPr>
              <a:xfrm>
                <a:off x="11017339" y="3399436"/>
                <a:ext cx="612311" cy="510076"/>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18" name="Google Shape;5718;p43"/>
              <p:cNvSpPr/>
              <p:nvPr/>
            </p:nvSpPr>
            <p:spPr>
              <a:xfrm>
                <a:off x="8605132" y="1925480"/>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19" name="Google Shape;5719;p43"/>
              <p:cNvSpPr/>
              <p:nvPr/>
            </p:nvSpPr>
            <p:spPr>
              <a:xfrm>
                <a:off x="7384850" y="2332725"/>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20" name="Google Shape;5720;p43"/>
              <p:cNvSpPr/>
              <p:nvPr/>
            </p:nvSpPr>
            <p:spPr>
              <a:xfrm>
                <a:off x="7643306" y="184308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21" name="Google Shape;5721;p43"/>
              <p:cNvSpPr/>
              <p:nvPr/>
            </p:nvSpPr>
            <p:spPr>
              <a:xfrm>
                <a:off x="11081481" y="4188998"/>
                <a:ext cx="612311" cy="510076"/>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22" name="Google Shape;5722;p43"/>
              <p:cNvSpPr/>
              <p:nvPr/>
            </p:nvSpPr>
            <p:spPr>
              <a:xfrm>
                <a:off x="7866885" y="4808926"/>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23" name="Google Shape;5723;p43"/>
              <p:cNvSpPr/>
              <p:nvPr/>
            </p:nvSpPr>
            <p:spPr>
              <a:xfrm>
                <a:off x="9786432" y="5583683"/>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24" name="Google Shape;5724;p43"/>
              <p:cNvSpPr/>
              <p:nvPr/>
            </p:nvSpPr>
            <p:spPr>
              <a:xfrm>
                <a:off x="10048818" y="5198326"/>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725" name="Google Shape;5725;p43"/>
          <p:cNvSpPr txBox="1"/>
          <p:nvPr>
            <p:ph idx="1" type="body"/>
          </p:nvPr>
        </p:nvSpPr>
        <p:spPr>
          <a:xfrm>
            <a:off x="838199" y="1825625"/>
            <a:ext cx="5692665" cy="46174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sz="3200">
                <a:solidFill>
                  <a:srgbClr val="CC0000"/>
                </a:solidFill>
                <a:latin typeface="Calibri"/>
                <a:ea typeface="Calibri"/>
                <a:cs typeface="Calibri"/>
                <a:sym typeface="Calibri"/>
              </a:rPr>
              <a:t>Network edge:</a:t>
            </a:r>
            <a:endParaRPr sz="3200">
              <a:solidFill>
                <a:srgbClr val="CC0000"/>
              </a:solidFill>
              <a:latin typeface="Calibri"/>
              <a:ea typeface="Calibri"/>
              <a:cs typeface="Calibri"/>
              <a:sym typeface="Calibri"/>
            </a:endParaRPr>
          </a:p>
          <a:p>
            <a:pPr indent="-225425" lvl="0" marL="351155" rtl="0" algn="l">
              <a:lnSpc>
                <a:spcPct val="90000"/>
              </a:lnSpc>
              <a:spcBef>
                <a:spcPts val="1000"/>
              </a:spcBef>
              <a:spcAft>
                <a:spcPts val="0"/>
              </a:spcAft>
              <a:buSzPts val="2800"/>
              <a:buChar char="▪"/>
            </a:pPr>
            <a:r>
              <a:rPr lang="en-US">
                <a:latin typeface="Calibri"/>
                <a:ea typeface="Calibri"/>
                <a:cs typeface="Calibri"/>
                <a:sym typeface="Calibri"/>
              </a:rPr>
              <a:t>hosts: clients and servers</a:t>
            </a:r>
            <a:endParaRPr>
              <a:latin typeface="Calibri"/>
              <a:ea typeface="Calibri"/>
              <a:cs typeface="Calibri"/>
              <a:sym typeface="Calibri"/>
            </a:endParaRPr>
          </a:p>
          <a:p>
            <a:pPr indent="-225425" lvl="0" marL="351155" rtl="0" algn="l">
              <a:lnSpc>
                <a:spcPct val="90000"/>
              </a:lnSpc>
              <a:spcBef>
                <a:spcPts val="1000"/>
              </a:spcBef>
              <a:spcAft>
                <a:spcPts val="0"/>
              </a:spcAft>
              <a:buSzPts val="2800"/>
              <a:buChar char="▪"/>
            </a:pPr>
            <a:r>
              <a:rPr lang="en-US">
                <a:latin typeface="Calibri"/>
                <a:ea typeface="Calibri"/>
                <a:cs typeface="Calibri"/>
                <a:sym typeface="Calibri"/>
              </a:rPr>
              <a:t>servers often in data centers</a:t>
            </a:r>
            <a:endParaRPr>
              <a:latin typeface="Calibri"/>
              <a:ea typeface="Calibri"/>
              <a:cs typeface="Calibri"/>
              <a:sym typeface="Calibri"/>
            </a:endParaRPr>
          </a:p>
          <a:p>
            <a:pPr indent="0" lvl="0" marL="174625" rtl="0" algn="l">
              <a:lnSpc>
                <a:spcPct val="90000"/>
              </a:lnSpc>
              <a:spcBef>
                <a:spcPts val="1000"/>
              </a:spcBef>
              <a:spcAft>
                <a:spcPts val="0"/>
              </a:spcAft>
              <a:buSzPts val="2100"/>
              <a:buNone/>
            </a:pPr>
            <a:r>
              <a:t/>
            </a:r>
            <a:endParaRPr/>
          </a:p>
          <a:p>
            <a:pPr indent="-44450" lvl="0" marL="352425" rtl="0" algn="l">
              <a:lnSpc>
                <a:spcPct val="90000"/>
              </a:lnSpc>
              <a:spcBef>
                <a:spcPts val="1000"/>
              </a:spcBef>
              <a:spcAft>
                <a:spcPts val="0"/>
              </a:spcAft>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00"/>
                                        </p:tgtEl>
                                        <p:attrNameLst>
                                          <p:attrName>style.visibility</p:attrName>
                                        </p:attrNameLst>
                                      </p:cBhvr>
                                      <p:to>
                                        <p:strVal val="visible"/>
                                      </p:to>
                                    </p:set>
                                    <p:animEffect filter="fade" transition="in">
                                      <p:cBhvr>
                                        <p:cTn dur="500"/>
                                        <p:tgtEl>
                                          <p:spTgt spid="5500"/>
                                        </p:tgtEl>
                                      </p:cBhvr>
                                    </p:animEffect>
                                  </p:childTnLst>
                                </p:cTn>
                              </p:par>
                              <p:par>
                                <p:cTn fill="hold" nodeType="withEffect" presetClass="entr" presetID="10" presetSubtype="0">
                                  <p:stCondLst>
                                    <p:cond delay="0"/>
                                  </p:stCondLst>
                                  <p:childTnLst>
                                    <p:set>
                                      <p:cBhvr>
                                        <p:cTn dur="1" fill="hold">
                                          <p:stCondLst>
                                            <p:cond delay="0"/>
                                          </p:stCondLst>
                                        </p:cTn>
                                        <p:tgtEl>
                                          <p:spTgt spid="5708"/>
                                        </p:tgtEl>
                                        <p:attrNameLst>
                                          <p:attrName>style.visibility</p:attrName>
                                        </p:attrNameLst>
                                      </p:cBhvr>
                                      <p:to>
                                        <p:strVal val="visible"/>
                                      </p:to>
                                    </p:set>
                                    <p:animEffect filter="fade" transition="in">
                                      <p:cBhvr>
                                        <p:cTn dur="500"/>
                                        <p:tgtEl>
                                          <p:spTgt spid="5708"/>
                                        </p:tgtEl>
                                      </p:cBhvr>
                                    </p:animEffect>
                                  </p:childTnLst>
                                </p:cTn>
                              </p:par>
                              <p:par>
                                <p:cTn fill="hold" nodeType="withEffect" presetClass="entr" presetID="10" presetSubtype="0">
                                  <p:stCondLst>
                                    <p:cond delay="0"/>
                                  </p:stCondLst>
                                  <p:childTnLst>
                                    <p:set>
                                      <p:cBhvr>
                                        <p:cTn dur="1" fill="hold">
                                          <p:stCondLst>
                                            <p:cond delay="0"/>
                                          </p:stCondLst>
                                        </p:cTn>
                                        <p:tgtEl>
                                          <p:spTgt spid="5725">
                                            <p:txEl>
                                              <p:pRg end="0" st="0"/>
                                            </p:txEl>
                                          </p:spTgt>
                                        </p:tgtEl>
                                        <p:attrNameLst>
                                          <p:attrName>style.visibility</p:attrName>
                                        </p:attrNameLst>
                                      </p:cBhvr>
                                      <p:to>
                                        <p:strVal val="visible"/>
                                      </p:to>
                                    </p:set>
                                    <p:animEffect filter="fade" transition="in">
                                      <p:cBhvr>
                                        <p:cTn dur="500"/>
                                        <p:tgtEl>
                                          <p:spTgt spid="572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25">
                                            <p:txEl>
                                              <p:pRg end="1" st="1"/>
                                            </p:txEl>
                                          </p:spTgt>
                                        </p:tgtEl>
                                        <p:attrNameLst>
                                          <p:attrName>style.visibility</p:attrName>
                                        </p:attrNameLst>
                                      </p:cBhvr>
                                      <p:to>
                                        <p:strVal val="visible"/>
                                      </p:to>
                                    </p:set>
                                    <p:animEffect filter="fade" transition="in">
                                      <p:cBhvr>
                                        <p:cTn dur="500"/>
                                        <p:tgtEl>
                                          <p:spTgt spid="5725">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25">
                                            <p:txEl>
                                              <p:pRg end="2" st="2"/>
                                            </p:txEl>
                                          </p:spTgt>
                                        </p:tgtEl>
                                        <p:attrNameLst>
                                          <p:attrName>style.visibility</p:attrName>
                                        </p:attrNameLst>
                                      </p:cBhvr>
                                      <p:to>
                                        <p:strVal val="visible"/>
                                      </p:to>
                                    </p:set>
                                    <p:animEffect filter="fade" transition="in">
                                      <p:cBhvr>
                                        <p:cTn dur="500"/>
                                        <p:tgtEl>
                                          <p:spTgt spid="5725">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25">
                                            <p:txEl>
                                              <p:pRg end="3" st="3"/>
                                            </p:txEl>
                                          </p:spTgt>
                                        </p:tgtEl>
                                        <p:attrNameLst>
                                          <p:attrName>style.visibility</p:attrName>
                                        </p:attrNameLst>
                                      </p:cBhvr>
                                      <p:to>
                                        <p:strVal val="visible"/>
                                      </p:to>
                                    </p:set>
                                    <p:animEffect filter="fade" transition="in">
                                      <p:cBhvr>
                                        <p:cTn dur="500"/>
                                        <p:tgtEl>
                                          <p:spTgt spid="5725">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5725">
                                            <p:txEl>
                                              <p:pRg end="4" st="4"/>
                                            </p:txEl>
                                          </p:spTgt>
                                        </p:tgtEl>
                                        <p:attrNameLst>
                                          <p:attrName>style.visibility</p:attrName>
                                        </p:attrNameLst>
                                      </p:cBhvr>
                                      <p:to>
                                        <p:strVal val="visible"/>
                                      </p:to>
                                    </p:set>
                                    <p:animEffect filter="fade" transition="in">
                                      <p:cBhvr>
                                        <p:cTn dur="500"/>
                                        <p:tgtEl>
                                          <p:spTgt spid="572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0" name="Shape 5730"/>
        <p:cNvGrpSpPr/>
        <p:nvPr/>
      </p:nvGrpSpPr>
      <p:grpSpPr>
        <a:xfrm>
          <a:off x="0" y="0"/>
          <a:ext cx="0" cy="0"/>
          <a:chOff x="0" y="0"/>
          <a:chExt cx="0" cy="0"/>
        </a:xfrm>
      </p:grpSpPr>
      <p:sp>
        <p:nvSpPr>
          <p:cNvPr id="5731" name="Google Shape;5731;p44"/>
          <p:cNvSpPr/>
          <p:nvPr/>
        </p:nvSpPr>
        <p:spPr>
          <a:xfrm>
            <a:off x="7439074" y="3553079"/>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32" name="Google Shape;5732;p4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b="0" lang="en-US" sz="5400"/>
              <a:t>A closer look at Internet structure</a:t>
            </a:r>
            <a:endParaRPr b="0" sz="5400"/>
          </a:p>
        </p:txBody>
      </p:sp>
      <p:sp>
        <p:nvSpPr>
          <p:cNvPr id="5733" name="Google Shape;5733;p44"/>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34" name="Google Shape;5734;p44"/>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35" name="Google Shape;5735;p44"/>
          <p:cNvSpPr/>
          <p:nvPr/>
        </p:nvSpPr>
        <p:spPr>
          <a:xfrm>
            <a:off x="7205350" y="3289251"/>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sp>
        <p:nvSpPr>
          <p:cNvPr id="5736" name="Google Shape;5736;p44"/>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37" name="Google Shape;5737;p44"/>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b="0" i="0" sz="1400" u="none" cap="none" strike="noStrike">
              <a:solidFill>
                <a:srgbClr val="000000"/>
              </a:solidFill>
              <a:latin typeface="Calibri"/>
              <a:ea typeface="Calibri"/>
              <a:cs typeface="Calibri"/>
              <a:sym typeface="Calibri"/>
            </a:endParaRPr>
          </a:p>
        </p:txBody>
      </p:sp>
      <p:sp>
        <p:nvSpPr>
          <p:cNvPr id="5738" name="Google Shape;5738;p44"/>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b="0" i="0" sz="1400" u="none" cap="none" strike="noStrike">
              <a:solidFill>
                <a:srgbClr val="000000"/>
              </a:solidFill>
              <a:latin typeface="Calibri"/>
              <a:ea typeface="Calibri"/>
              <a:cs typeface="Calibri"/>
              <a:sym typeface="Calibri"/>
            </a:endParaRPr>
          </a:p>
        </p:txBody>
      </p:sp>
      <p:sp>
        <p:nvSpPr>
          <p:cNvPr id="5739" name="Google Shape;5739;p44"/>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b="0" i="0" sz="1400" u="none" cap="none" strike="noStrike">
              <a:solidFill>
                <a:srgbClr val="000000"/>
              </a:solidFill>
              <a:latin typeface="Calibri"/>
              <a:ea typeface="Calibri"/>
              <a:cs typeface="Calibri"/>
              <a:sym typeface="Calibri"/>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b="0" i="0" sz="1400" u="none" cap="none" strike="noStrike">
              <a:solidFill>
                <a:srgbClr val="000000"/>
              </a:solidFill>
              <a:latin typeface="Calibri"/>
              <a:ea typeface="Calibri"/>
              <a:cs typeface="Calibri"/>
              <a:sym typeface="Calibri"/>
            </a:endParaRPr>
          </a:p>
        </p:txBody>
      </p:sp>
      <p:sp>
        <p:nvSpPr>
          <p:cNvPr id="5740" name="Google Shape;5740;p44"/>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741" name="Google Shape;5741;p44"/>
          <p:cNvGrpSpPr/>
          <p:nvPr/>
        </p:nvGrpSpPr>
        <p:grpSpPr>
          <a:xfrm>
            <a:off x="10837700" y="3928050"/>
            <a:ext cx="687393" cy="721548"/>
            <a:chOff x="5203089" y="1751190"/>
            <a:chExt cx="858331" cy="662414"/>
          </a:xfrm>
        </p:grpSpPr>
        <p:sp>
          <p:nvSpPr>
            <p:cNvPr id="5742" name="Google Shape;5742;p4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43" name="Google Shape;5743;p4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744" name="Google Shape;5744;p4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745" name="Google Shape;5745;p4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746" name="Google Shape;5746;p4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747" name="Google Shape;5747;p4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748" name="Google Shape;5748;p4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749" name="Google Shape;5749;p4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5750" name="Google Shape;5750;p44"/>
          <p:cNvGrpSpPr/>
          <p:nvPr/>
        </p:nvGrpSpPr>
        <p:grpSpPr>
          <a:xfrm>
            <a:off x="10771171" y="3194171"/>
            <a:ext cx="594613" cy="648336"/>
            <a:chOff x="5203089" y="1751190"/>
            <a:chExt cx="858331" cy="662414"/>
          </a:xfrm>
        </p:grpSpPr>
        <p:sp>
          <p:nvSpPr>
            <p:cNvPr id="5751" name="Google Shape;5751;p4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52" name="Google Shape;5752;p4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753" name="Google Shape;5753;p4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754" name="Google Shape;5754;p4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755" name="Google Shape;5755;p4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756" name="Google Shape;5756;p4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757" name="Google Shape;5757;p4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758" name="Google Shape;5758;p4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5759" name="Google Shape;5759;p44"/>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60" name="Google Shape;5760;p44"/>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b="0" i="0" sz="1400" u="none" cap="none" strike="noStrike">
              <a:solidFill>
                <a:srgbClr val="000000"/>
              </a:solidFill>
              <a:latin typeface="Calibri"/>
              <a:ea typeface="Calibri"/>
              <a:cs typeface="Calibri"/>
              <a:sym typeface="Calibri"/>
            </a:endParaRPr>
          </a:p>
        </p:txBody>
      </p:sp>
      <p:sp>
        <p:nvSpPr>
          <p:cNvPr id="5761" name="Google Shape;5761;p44"/>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62" name="Google Shape;5762;p44"/>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b="0" i="0" sz="1400" u="none" cap="none" strike="noStrike">
              <a:solidFill>
                <a:srgbClr val="000000"/>
              </a:solidFill>
              <a:latin typeface="Calibri"/>
              <a:ea typeface="Calibri"/>
              <a:cs typeface="Calibri"/>
              <a:sym typeface="Calibri"/>
            </a:endParaRPr>
          </a:p>
        </p:txBody>
      </p:sp>
      <p:sp>
        <p:nvSpPr>
          <p:cNvPr id="5763" name="Google Shape;5763;p44"/>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b="0" i="0" sz="105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b="0" i="0" sz="1050" u="none" cap="none" strike="noStrike">
              <a:solidFill>
                <a:srgbClr val="000000"/>
              </a:solidFill>
              <a:latin typeface="Calibri"/>
              <a:ea typeface="Calibri"/>
              <a:cs typeface="Calibri"/>
              <a:sym typeface="Calibri"/>
            </a:endParaRPr>
          </a:p>
        </p:txBody>
      </p:sp>
      <p:sp>
        <p:nvSpPr>
          <p:cNvPr id="5764" name="Google Shape;5764;p44"/>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b="0" i="0" sz="14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b="0" i="0" sz="14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5765" name="Google Shape;5765;p44"/>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5766" name="Google Shape;5766;p44"/>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5767" name="Google Shape;5767;p44"/>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5768" name="Google Shape;5768;p44"/>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5769" name="Google Shape;5769;p44"/>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5770" name="Google Shape;5770;p44"/>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5771" name="Google Shape;5771;p44"/>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5772" name="Google Shape;5772;p44"/>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5773" name="Google Shape;5773;p44"/>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5774" name="Google Shape;5774;p44"/>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5775" name="Google Shape;5775;p44"/>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cxnSp>
        <p:nvCxnSpPr>
          <p:cNvPr id="5776" name="Google Shape;5776;p44"/>
          <p:cNvCxnSpPr/>
          <p:nvPr/>
        </p:nvCxnSpPr>
        <p:spPr>
          <a:xfrm flipH="1">
            <a:off x="10100635" y="2169432"/>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5777" name="Google Shape;5777;p44"/>
          <p:cNvCxnSpPr/>
          <p:nvPr/>
        </p:nvCxnSpPr>
        <p:spPr>
          <a:xfrm flipH="1">
            <a:off x="10100635" y="2268313"/>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5778" name="Google Shape;5778;p44"/>
          <p:cNvCxnSpPr/>
          <p:nvPr/>
        </p:nvCxnSpPr>
        <p:spPr>
          <a:xfrm flipH="1">
            <a:off x="10672135" y="2200506"/>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5779" name="Google Shape;5779;p44"/>
          <p:cNvCxnSpPr/>
          <p:nvPr/>
        </p:nvCxnSpPr>
        <p:spPr>
          <a:xfrm flipH="1">
            <a:off x="10142166" y="2718967"/>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5780" name="Google Shape;5780;p44"/>
          <p:cNvCxnSpPr/>
          <p:nvPr/>
        </p:nvCxnSpPr>
        <p:spPr>
          <a:xfrm flipH="1">
            <a:off x="10069542" y="2169432"/>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5781" name="Google Shape;5781;p44"/>
          <p:cNvCxnSpPr/>
          <p:nvPr/>
        </p:nvCxnSpPr>
        <p:spPr>
          <a:xfrm flipH="1">
            <a:off x="10862103" y="2127325"/>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5782" name="Google Shape;5782;p44"/>
          <p:cNvCxnSpPr/>
          <p:nvPr/>
        </p:nvCxnSpPr>
        <p:spPr>
          <a:xfrm rot="10800000">
            <a:off x="10681994" y="2718967"/>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5783" name="Google Shape;5783;p44"/>
          <p:cNvCxnSpPr/>
          <p:nvPr/>
        </p:nvCxnSpPr>
        <p:spPr>
          <a:xfrm flipH="1">
            <a:off x="8769223" y="2268313"/>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5784" name="Google Shape;5784;p44"/>
          <p:cNvCxnSpPr/>
          <p:nvPr/>
        </p:nvCxnSpPr>
        <p:spPr>
          <a:xfrm flipH="1" rot="10800000">
            <a:off x="9378705" y="4113379"/>
            <a:ext cx="429324" cy="705603"/>
          </a:xfrm>
          <a:prstGeom prst="straightConnector1">
            <a:avLst/>
          </a:prstGeom>
          <a:noFill/>
          <a:ln cap="flat" cmpd="sng" w="9525">
            <a:solidFill>
              <a:schemeClr val="dk1"/>
            </a:solidFill>
            <a:prstDash val="solid"/>
            <a:round/>
            <a:headEnd len="sm" w="sm" type="none"/>
            <a:tailEnd len="sm" w="sm" type="none"/>
          </a:ln>
        </p:spPr>
      </p:cxnSp>
      <p:cxnSp>
        <p:nvCxnSpPr>
          <p:cNvPr id="5785" name="Google Shape;5785;p44"/>
          <p:cNvCxnSpPr/>
          <p:nvPr/>
        </p:nvCxnSpPr>
        <p:spPr>
          <a:xfrm flipH="1" rot="10800000">
            <a:off x="8244554" y="4047456"/>
            <a:ext cx="969051" cy="3175"/>
          </a:xfrm>
          <a:prstGeom prst="straightConnector1">
            <a:avLst/>
          </a:prstGeom>
          <a:noFill/>
          <a:ln cap="flat" cmpd="sng" w="9525">
            <a:solidFill>
              <a:schemeClr val="dk1"/>
            </a:solidFill>
            <a:prstDash val="solid"/>
            <a:round/>
            <a:headEnd len="sm" w="sm" type="none"/>
            <a:tailEnd len="sm" w="sm" type="none"/>
          </a:ln>
        </p:spPr>
      </p:cxnSp>
      <p:sp>
        <p:nvSpPr>
          <p:cNvPr id="5786" name="Google Shape;5786;p44"/>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787" name="Google Shape;5787;p44"/>
          <p:cNvGrpSpPr/>
          <p:nvPr/>
        </p:nvGrpSpPr>
        <p:grpSpPr>
          <a:xfrm>
            <a:off x="10410609" y="3496138"/>
            <a:ext cx="353678" cy="198344"/>
            <a:chOff x="7493876" y="2774731"/>
            <a:chExt cx="1481958" cy="894622"/>
          </a:xfrm>
        </p:grpSpPr>
        <p:sp>
          <p:nvSpPr>
            <p:cNvPr id="5788" name="Google Shape;5788;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789" name="Google Shape;5789;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790" name="Google Shape;5790;p44"/>
            <p:cNvGrpSpPr/>
            <p:nvPr/>
          </p:nvGrpSpPr>
          <p:grpSpPr>
            <a:xfrm>
              <a:off x="7713663" y="2848339"/>
              <a:ext cx="1042107" cy="425543"/>
              <a:chOff x="7786941" y="2884917"/>
              <a:chExt cx="897649" cy="353919"/>
            </a:xfrm>
          </p:grpSpPr>
          <p:sp>
            <p:nvSpPr>
              <p:cNvPr id="5791" name="Google Shape;5791;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92" name="Google Shape;5792;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93" name="Google Shape;5793;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94" name="Google Shape;5794;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795" name="Google Shape;5795;p44"/>
          <p:cNvGrpSpPr/>
          <p:nvPr/>
        </p:nvGrpSpPr>
        <p:grpSpPr>
          <a:xfrm>
            <a:off x="9948724" y="2202292"/>
            <a:ext cx="353678" cy="198344"/>
            <a:chOff x="7493876" y="2774731"/>
            <a:chExt cx="1481958" cy="894622"/>
          </a:xfrm>
        </p:grpSpPr>
        <p:sp>
          <p:nvSpPr>
            <p:cNvPr id="5796" name="Google Shape;5796;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797" name="Google Shape;5797;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798" name="Google Shape;5798;p44"/>
            <p:cNvGrpSpPr/>
            <p:nvPr/>
          </p:nvGrpSpPr>
          <p:grpSpPr>
            <a:xfrm>
              <a:off x="7713663" y="2848339"/>
              <a:ext cx="1042107" cy="425543"/>
              <a:chOff x="7786941" y="2884917"/>
              <a:chExt cx="897649" cy="353919"/>
            </a:xfrm>
          </p:grpSpPr>
          <p:sp>
            <p:nvSpPr>
              <p:cNvPr id="5799" name="Google Shape;5799;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00" name="Google Shape;5800;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01" name="Google Shape;5801;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02" name="Google Shape;5802;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803" name="Google Shape;5803;p44"/>
          <p:cNvGrpSpPr/>
          <p:nvPr/>
        </p:nvGrpSpPr>
        <p:grpSpPr>
          <a:xfrm>
            <a:off x="10527214" y="2613367"/>
            <a:ext cx="353678" cy="198344"/>
            <a:chOff x="7493876" y="2774731"/>
            <a:chExt cx="1481958" cy="894622"/>
          </a:xfrm>
        </p:grpSpPr>
        <p:sp>
          <p:nvSpPr>
            <p:cNvPr id="5804" name="Google Shape;5804;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805" name="Google Shape;5805;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806" name="Google Shape;5806;p44"/>
            <p:cNvGrpSpPr/>
            <p:nvPr/>
          </p:nvGrpSpPr>
          <p:grpSpPr>
            <a:xfrm>
              <a:off x="7713663" y="2848339"/>
              <a:ext cx="1042107" cy="425543"/>
              <a:chOff x="7786941" y="2884917"/>
              <a:chExt cx="897649" cy="353919"/>
            </a:xfrm>
          </p:grpSpPr>
          <p:sp>
            <p:nvSpPr>
              <p:cNvPr id="5807" name="Google Shape;5807;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08" name="Google Shape;5808;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09" name="Google Shape;5809;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10" name="Google Shape;5810;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811" name="Google Shape;5811;p44"/>
          <p:cNvGrpSpPr/>
          <p:nvPr/>
        </p:nvGrpSpPr>
        <p:grpSpPr>
          <a:xfrm>
            <a:off x="10643825" y="2107963"/>
            <a:ext cx="353678" cy="198344"/>
            <a:chOff x="7493876" y="2774731"/>
            <a:chExt cx="1481958" cy="894622"/>
          </a:xfrm>
        </p:grpSpPr>
        <p:sp>
          <p:nvSpPr>
            <p:cNvPr id="5812" name="Google Shape;5812;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813" name="Google Shape;5813;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814" name="Google Shape;5814;p44"/>
            <p:cNvGrpSpPr/>
            <p:nvPr/>
          </p:nvGrpSpPr>
          <p:grpSpPr>
            <a:xfrm>
              <a:off x="7713663" y="2848339"/>
              <a:ext cx="1042107" cy="425543"/>
              <a:chOff x="7786941" y="2884917"/>
              <a:chExt cx="897649" cy="353919"/>
            </a:xfrm>
          </p:grpSpPr>
          <p:sp>
            <p:nvSpPr>
              <p:cNvPr id="5815" name="Google Shape;5815;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16" name="Google Shape;5816;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17" name="Google Shape;5817;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18" name="Google Shape;5818;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819" name="Google Shape;5819;p44"/>
          <p:cNvGrpSpPr/>
          <p:nvPr/>
        </p:nvGrpSpPr>
        <p:grpSpPr>
          <a:xfrm>
            <a:off x="9098788" y="3956624"/>
            <a:ext cx="367224" cy="240304"/>
            <a:chOff x="7493876" y="2774731"/>
            <a:chExt cx="1481958" cy="894622"/>
          </a:xfrm>
        </p:grpSpPr>
        <p:sp>
          <p:nvSpPr>
            <p:cNvPr id="5820" name="Google Shape;5820;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821" name="Google Shape;5821;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822" name="Google Shape;5822;p44"/>
            <p:cNvGrpSpPr/>
            <p:nvPr/>
          </p:nvGrpSpPr>
          <p:grpSpPr>
            <a:xfrm>
              <a:off x="7713663" y="2848339"/>
              <a:ext cx="1042107" cy="425543"/>
              <a:chOff x="7786941" y="2884917"/>
              <a:chExt cx="897649" cy="353919"/>
            </a:xfrm>
          </p:grpSpPr>
          <p:sp>
            <p:nvSpPr>
              <p:cNvPr id="5823" name="Google Shape;5823;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24" name="Google Shape;5824;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25" name="Google Shape;5825;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26" name="Google Shape;5826;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827" name="Google Shape;5827;p44"/>
          <p:cNvGrpSpPr/>
          <p:nvPr/>
        </p:nvGrpSpPr>
        <p:grpSpPr>
          <a:xfrm>
            <a:off x="9980126" y="2661565"/>
            <a:ext cx="353678" cy="198344"/>
            <a:chOff x="7493876" y="2774731"/>
            <a:chExt cx="1481958" cy="894622"/>
          </a:xfrm>
        </p:grpSpPr>
        <p:sp>
          <p:nvSpPr>
            <p:cNvPr id="5828" name="Google Shape;5828;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829" name="Google Shape;5829;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830" name="Google Shape;5830;p44"/>
            <p:cNvGrpSpPr/>
            <p:nvPr/>
          </p:nvGrpSpPr>
          <p:grpSpPr>
            <a:xfrm>
              <a:off x="7713663" y="2848339"/>
              <a:ext cx="1042107" cy="425543"/>
              <a:chOff x="7786941" y="2884917"/>
              <a:chExt cx="897649" cy="353919"/>
            </a:xfrm>
          </p:grpSpPr>
          <p:sp>
            <p:nvSpPr>
              <p:cNvPr id="5831" name="Google Shape;5831;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32" name="Google Shape;5832;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33" name="Google Shape;5833;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34" name="Google Shape;5834;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835" name="Google Shape;5835;p44"/>
          <p:cNvGrpSpPr/>
          <p:nvPr/>
        </p:nvGrpSpPr>
        <p:grpSpPr>
          <a:xfrm>
            <a:off x="9497138" y="3394032"/>
            <a:ext cx="367224" cy="240304"/>
            <a:chOff x="7493876" y="2774731"/>
            <a:chExt cx="1481958" cy="894622"/>
          </a:xfrm>
        </p:grpSpPr>
        <p:sp>
          <p:nvSpPr>
            <p:cNvPr id="5836" name="Google Shape;5836;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837" name="Google Shape;5837;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838" name="Google Shape;5838;p44"/>
            <p:cNvGrpSpPr/>
            <p:nvPr/>
          </p:nvGrpSpPr>
          <p:grpSpPr>
            <a:xfrm>
              <a:off x="7713663" y="2848339"/>
              <a:ext cx="1042107" cy="425543"/>
              <a:chOff x="7786941" y="2884917"/>
              <a:chExt cx="897649" cy="353919"/>
            </a:xfrm>
          </p:grpSpPr>
          <p:sp>
            <p:nvSpPr>
              <p:cNvPr id="5839" name="Google Shape;5839;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40" name="Google Shape;5840;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41" name="Google Shape;5841;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42" name="Google Shape;5842;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843" name="Google Shape;5843;p44"/>
          <p:cNvGrpSpPr/>
          <p:nvPr/>
        </p:nvGrpSpPr>
        <p:grpSpPr>
          <a:xfrm>
            <a:off x="9601554" y="3999763"/>
            <a:ext cx="367224" cy="240304"/>
            <a:chOff x="7493876" y="2774731"/>
            <a:chExt cx="1481958" cy="894622"/>
          </a:xfrm>
        </p:grpSpPr>
        <p:sp>
          <p:nvSpPr>
            <p:cNvPr id="5844" name="Google Shape;5844;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845" name="Google Shape;5845;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846" name="Google Shape;5846;p44"/>
            <p:cNvGrpSpPr/>
            <p:nvPr/>
          </p:nvGrpSpPr>
          <p:grpSpPr>
            <a:xfrm>
              <a:off x="7713663" y="2848339"/>
              <a:ext cx="1042107" cy="425543"/>
              <a:chOff x="7786941" y="2884917"/>
              <a:chExt cx="897649" cy="353919"/>
            </a:xfrm>
          </p:grpSpPr>
          <p:sp>
            <p:nvSpPr>
              <p:cNvPr id="5847" name="Google Shape;5847;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48" name="Google Shape;5848;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49" name="Google Shape;5849;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50" name="Google Shape;5850;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851" name="Google Shape;5851;p44"/>
          <p:cNvGrpSpPr/>
          <p:nvPr/>
        </p:nvGrpSpPr>
        <p:grpSpPr>
          <a:xfrm>
            <a:off x="10375259" y="3992325"/>
            <a:ext cx="353678" cy="198344"/>
            <a:chOff x="7493876" y="2774731"/>
            <a:chExt cx="1481958" cy="894622"/>
          </a:xfrm>
        </p:grpSpPr>
        <p:sp>
          <p:nvSpPr>
            <p:cNvPr id="5852" name="Google Shape;5852;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5853" name="Google Shape;5853;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5854" name="Google Shape;5854;p44"/>
            <p:cNvGrpSpPr/>
            <p:nvPr/>
          </p:nvGrpSpPr>
          <p:grpSpPr>
            <a:xfrm>
              <a:off x="7713663" y="2848339"/>
              <a:ext cx="1042107" cy="425543"/>
              <a:chOff x="7786941" y="2884917"/>
              <a:chExt cx="897649" cy="353919"/>
            </a:xfrm>
          </p:grpSpPr>
          <p:sp>
            <p:nvSpPr>
              <p:cNvPr id="5855" name="Google Shape;5855;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56" name="Google Shape;5856;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57" name="Google Shape;5857;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58" name="Google Shape;5858;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iphone_stylized_small" id="5859" name="Google Shape;5859;p44"/>
          <p:cNvPicPr preferRelativeResize="0"/>
          <p:nvPr/>
        </p:nvPicPr>
        <p:blipFill rotWithShape="1">
          <a:blip r:embed="rId3">
            <a:alphaModFix/>
          </a:blip>
          <a:srcRect b="0" l="0" r="0" t="0"/>
          <a:stretch/>
        </p:blipFill>
        <p:spPr>
          <a:xfrm>
            <a:off x="7909572" y="1917025"/>
            <a:ext cx="136841" cy="328463"/>
          </a:xfrm>
          <a:prstGeom prst="rect">
            <a:avLst/>
          </a:prstGeom>
          <a:noFill/>
          <a:ln>
            <a:noFill/>
          </a:ln>
        </p:spPr>
      </p:pic>
      <p:pic>
        <p:nvPicPr>
          <p:cNvPr descr="laptop_keyboard" id="5860" name="Google Shape;5860;p44"/>
          <p:cNvPicPr preferRelativeResize="0"/>
          <p:nvPr/>
        </p:nvPicPr>
        <p:blipFill rotWithShape="1">
          <a:blip r:embed="rId4">
            <a:alphaModFix/>
          </a:blip>
          <a:srcRect b="0" l="0" r="0" t="0"/>
          <a:stretch/>
        </p:blipFill>
        <p:spPr>
          <a:xfrm flipH="1" rot="109064">
            <a:off x="7464781" y="2605090"/>
            <a:ext cx="437221" cy="159511"/>
          </a:xfrm>
          <a:prstGeom prst="rect">
            <a:avLst/>
          </a:prstGeom>
          <a:noFill/>
          <a:ln>
            <a:noFill/>
          </a:ln>
        </p:spPr>
      </p:pic>
      <p:sp>
        <p:nvSpPr>
          <p:cNvPr id="5861" name="Google Shape;5861;p44"/>
          <p:cNvSpPr/>
          <p:nvPr/>
        </p:nvSpPr>
        <p:spPr>
          <a:xfrm>
            <a:off x="7609678" y="245030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5862" name="Google Shape;5862;p44"/>
          <p:cNvPicPr preferRelativeResize="0"/>
          <p:nvPr/>
        </p:nvPicPr>
        <p:blipFill rotWithShape="1">
          <a:blip r:embed="rId5">
            <a:alphaModFix/>
          </a:blip>
          <a:srcRect b="0" l="0" r="0" t="0"/>
          <a:stretch/>
        </p:blipFill>
        <p:spPr>
          <a:xfrm>
            <a:off x="7627011" y="2455658"/>
            <a:ext cx="319785" cy="189429"/>
          </a:xfrm>
          <a:prstGeom prst="rect">
            <a:avLst/>
          </a:prstGeom>
          <a:noFill/>
          <a:ln>
            <a:noFill/>
          </a:ln>
        </p:spPr>
      </p:pic>
      <p:sp>
        <p:nvSpPr>
          <p:cNvPr id="5863" name="Google Shape;5863;p44"/>
          <p:cNvSpPr/>
          <p:nvPr/>
        </p:nvSpPr>
        <p:spPr>
          <a:xfrm>
            <a:off x="7673752" y="244416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64" name="Google Shape;5864;p44"/>
          <p:cNvSpPr/>
          <p:nvPr/>
        </p:nvSpPr>
        <p:spPr>
          <a:xfrm>
            <a:off x="7606562" y="244384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65" name="Google Shape;5865;p44"/>
          <p:cNvSpPr/>
          <p:nvPr/>
        </p:nvSpPr>
        <p:spPr>
          <a:xfrm>
            <a:off x="7880579" y="247266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66" name="Google Shape;5866;p44"/>
          <p:cNvSpPr/>
          <p:nvPr/>
        </p:nvSpPr>
        <p:spPr>
          <a:xfrm>
            <a:off x="7605588" y="259690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67" name="Google Shape;5867;p44"/>
          <p:cNvSpPr/>
          <p:nvPr/>
        </p:nvSpPr>
        <p:spPr>
          <a:xfrm>
            <a:off x="7890512" y="247423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68" name="Google Shape;5868;p44"/>
          <p:cNvSpPr/>
          <p:nvPr/>
        </p:nvSpPr>
        <p:spPr>
          <a:xfrm>
            <a:off x="7605977" y="260524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869" name="Google Shape;5869;p44"/>
          <p:cNvGrpSpPr/>
          <p:nvPr/>
        </p:nvGrpSpPr>
        <p:grpSpPr>
          <a:xfrm>
            <a:off x="7601109" y="2671540"/>
            <a:ext cx="98740" cy="36846"/>
            <a:chOff x="1740" y="2642"/>
            <a:chExt cx="752" cy="327"/>
          </a:xfrm>
        </p:grpSpPr>
        <p:sp>
          <p:nvSpPr>
            <p:cNvPr id="5870" name="Google Shape;5870;p4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71" name="Google Shape;5871;p4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72" name="Google Shape;5872;p4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73" name="Google Shape;5873;p4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74" name="Google Shape;5874;p4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75" name="Google Shape;5875;p4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876" name="Google Shape;5876;p44"/>
          <p:cNvSpPr/>
          <p:nvPr/>
        </p:nvSpPr>
        <p:spPr>
          <a:xfrm>
            <a:off x="7770154" y="267705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77" name="Google Shape;5877;p44"/>
          <p:cNvSpPr/>
          <p:nvPr/>
        </p:nvSpPr>
        <p:spPr>
          <a:xfrm>
            <a:off x="7464976" y="268350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78" name="Google Shape;5878;p44"/>
          <p:cNvSpPr/>
          <p:nvPr/>
        </p:nvSpPr>
        <p:spPr>
          <a:xfrm>
            <a:off x="7465171" y="266996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79" name="Google Shape;5879;p44"/>
          <p:cNvSpPr/>
          <p:nvPr/>
        </p:nvSpPr>
        <p:spPr>
          <a:xfrm>
            <a:off x="7465366" y="260902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80" name="Google Shape;5880;p44"/>
          <p:cNvSpPr/>
          <p:nvPr/>
        </p:nvSpPr>
        <p:spPr>
          <a:xfrm>
            <a:off x="7474909" y="267311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81" name="Google Shape;5881;p44"/>
          <p:cNvSpPr/>
          <p:nvPr/>
        </p:nvSpPr>
        <p:spPr>
          <a:xfrm flipH="1" rot="10800000">
            <a:off x="7764701" y="266807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light2.png" id="5882" name="Google Shape;5882;p44"/>
          <p:cNvPicPr preferRelativeResize="0"/>
          <p:nvPr/>
        </p:nvPicPr>
        <p:blipFill rotWithShape="1">
          <a:blip r:embed="rId6">
            <a:alphaModFix/>
          </a:blip>
          <a:srcRect b="0" l="0" r="0" t="0"/>
          <a:stretch/>
        </p:blipFill>
        <p:spPr>
          <a:xfrm flipH="1">
            <a:off x="8831667" y="2392289"/>
            <a:ext cx="92772" cy="405447"/>
          </a:xfrm>
          <a:prstGeom prst="rect">
            <a:avLst/>
          </a:prstGeom>
          <a:noFill/>
          <a:ln>
            <a:noFill/>
          </a:ln>
        </p:spPr>
      </p:pic>
      <p:pic>
        <p:nvPicPr>
          <p:cNvPr descr="car_icon_small" id="5883" name="Google Shape;5883;p44"/>
          <p:cNvPicPr preferRelativeResize="0"/>
          <p:nvPr/>
        </p:nvPicPr>
        <p:blipFill rotWithShape="1">
          <a:blip r:embed="rId7">
            <a:alphaModFix/>
          </a:blip>
          <a:srcRect b="0" l="0" r="0" t="0"/>
          <a:stretch/>
        </p:blipFill>
        <p:spPr>
          <a:xfrm>
            <a:off x="8499539" y="2116958"/>
            <a:ext cx="849312" cy="168275"/>
          </a:xfrm>
          <a:prstGeom prst="rect">
            <a:avLst/>
          </a:prstGeom>
          <a:noFill/>
          <a:ln>
            <a:noFill/>
          </a:ln>
        </p:spPr>
      </p:pic>
      <p:pic>
        <p:nvPicPr>
          <p:cNvPr descr="laptop_keyboard" id="5884" name="Google Shape;5884;p44"/>
          <p:cNvPicPr preferRelativeResize="0"/>
          <p:nvPr/>
        </p:nvPicPr>
        <p:blipFill rotWithShape="1">
          <a:blip r:embed="rId8">
            <a:alphaModFix/>
          </a:blip>
          <a:srcRect b="0" l="0" r="0" t="0"/>
          <a:stretch/>
        </p:blipFill>
        <p:spPr>
          <a:xfrm flipH="1" rot="109064">
            <a:off x="7510375" y="3605209"/>
            <a:ext cx="286699" cy="119448"/>
          </a:xfrm>
          <a:prstGeom prst="rect">
            <a:avLst/>
          </a:prstGeom>
          <a:noFill/>
          <a:ln>
            <a:noFill/>
          </a:ln>
        </p:spPr>
      </p:pic>
      <p:sp>
        <p:nvSpPr>
          <p:cNvPr id="5885" name="Google Shape;5885;p44"/>
          <p:cNvSpPr/>
          <p:nvPr/>
        </p:nvSpPr>
        <p:spPr>
          <a:xfrm>
            <a:off x="7605388" y="348929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5886" name="Google Shape;5886;p44"/>
          <p:cNvPicPr preferRelativeResize="0"/>
          <p:nvPr/>
        </p:nvPicPr>
        <p:blipFill rotWithShape="1">
          <a:blip r:embed="rId9">
            <a:alphaModFix/>
          </a:blip>
          <a:srcRect b="0" l="0" r="0" t="0"/>
          <a:stretch/>
        </p:blipFill>
        <p:spPr>
          <a:xfrm>
            <a:off x="7616754" y="3493308"/>
            <a:ext cx="209692" cy="141851"/>
          </a:xfrm>
          <a:prstGeom prst="rect">
            <a:avLst/>
          </a:prstGeom>
          <a:noFill/>
          <a:ln>
            <a:noFill/>
          </a:ln>
        </p:spPr>
      </p:pic>
      <p:sp>
        <p:nvSpPr>
          <p:cNvPr id="5887" name="Google Shape;5887;p44"/>
          <p:cNvSpPr/>
          <p:nvPr/>
        </p:nvSpPr>
        <p:spPr>
          <a:xfrm>
            <a:off x="7647403" y="348470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88" name="Google Shape;5888;p44"/>
          <p:cNvSpPr/>
          <p:nvPr/>
        </p:nvSpPr>
        <p:spPr>
          <a:xfrm>
            <a:off x="7603345" y="348446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89" name="Google Shape;5889;p44"/>
          <p:cNvSpPr/>
          <p:nvPr/>
        </p:nvSpPr>
        <p:spPr>
          <a:xfrm>
            <a:off x="7783026" y="350604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0" name="Google Shape;5890;p44"/>
          <p:cNvSpPr/>
          <p:nvPr/>
        </p:nvSpPr>
        <p:spPr>
          <a:xfrm>
            <a:off x="7602706" y="359907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1" name="Google Shape;5891;p44"/>
          <p:cNvSpPr/>
          <p:nvPr/>
        </p:nvSpPr>
        <p:spPr>
          <a:xfrm>
            <a:off x="7789539" y="350722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2" name="Google Shape;5892;p44"/>
          <p:cNvSpPr/>
          <p:nvPr/>
        </p:nvSpPr>
        <p:spPr>
          <a:xfrm>
            <a:off x="7602962" y="360532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893" name="Google Shape;5893;p44"/>
          <p:cNvGrpSpPr/>
          <p:nvPr/>
        </p:nvGrpSpPr>
        <p:grpSpPr>
          <a:xfrm>
            <a:off x="7599769" y="3654969"/>
            <a:ext cx="64747" cy="27592"/>
            <a:chOff x="1740" y="2642"/>
            <a:chExt cx="752" cy="327"/>
          </a:xfrm>
        </p:grpSpPr>
        <p:sp>
          <p:nvSpPr>
            <p:cNvPr id="5894" name="Google Shape;5894;p4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5" name="Google Shape;5895;p4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6" name="Google Shape;5896;p4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7" name="Google Shape;5897;p4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8" name="Google Shape;5898;p4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9" name="Google Shape;5899;p4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900" name="Google Shape;5900;p44"/>
          <p:cNvSpPr/>
          <p:nvPr/>
        </p:nvSpPr>
        <p:spPr>
          <a:xfrm>
            <a:off x="7710617" y="365909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01" name="Google Shape;5901;p44"/>
          <p:cNvSpPr/>
          <p:nvPr/>
        </p:nvSpPr>
        <p:spPr>
          <a:xfrm>
            <a:off x="7510503" y="366393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02" name="Google Shape;5902;p44"/>
          <p:cNvSpPr/>
          <p:nvPr/>
        </p:nvSpPr>
        <p:spPr>
          <a:xfrm>
            <a:off x="7510631" y="365379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03" name="Google Shape;5903;p44"/>
          <p:cNvSpPr/>
          <p:nvPr/>
        </p:nvSpPr>
        <p:spPr>
          <a:xfrm>
            <a:off x="7510758" y="360815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04" name="Google Shape;5904;p44"/>
          <p:cNvSpPr/>
          <p:nvPr/>
        </p:nvSpPr>
        <p:spPr>
          <a:xfrm>
            <a:off x="7517016" y="365614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05" name="Google Shape;5905;p44"/>
          <p:cNvSpPr/>
          <p:nvPr/>
        </p:nvSpPr>
        <p:spPr>
          <a:xfrm flipH="1" rot="10800000">
            <a:off x="7707042" y="365237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desktop_computer_stylized_medium" id="5906" name="Google Shape;5906;p44"/>
          <p:cNvPicPr preferRelativeResize="0"/>
          <p:nvPr/>
        </p:nvPicPr>
        <p:blipFill rotWithShape="1">
          <a:blip r:embed="rId10">
            <a:alphaModFix/>
          </a:blip>
          <a:srcRect b="0" l="0" r="0" t="0"/>
          <a:stretch/>
        </p:blipFill>
        <p:spPr>
          <a:xfrm flipH="1">
            <a:off x="7991996" y="3567143"/>
            <a:ext cx="359261" cy="342045"/>
          </a:xfrm>
          <a:prstGeom prst="rect">
            <a:avLst/>
          </a:prstGeom>
          <a:noFill/>
          <a:ln>
            <a:noFill/>
          </a:ln>
        </p:spPr>
      </p:pic>
      <p:sp>
        <p:nvSpPr>
          <p:cNvPr id="5907" name="Google Shape;5907;p44"/>
          <p:cNvSpPr/>
          <p:nvPr/>
        </p:nvSpPr>
        <p:spPr>
          <a:xfrm flipH="1">
            <a:off x="8145217" y="3599942"/>
            <a:ext cx="169400" cy="15675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fridge2.png" id="5908" name="Google Shape;5908;p44"/>
          <p:cNvPicPr preferRelativeResize="0"/>
          <p:nvPr/>
        </p:nvPicPr>
        <p:blipFill rotWithShape="1">
          <a:blip r:embed="rId11">
            <a:alphaModFix/>
          </a:blip>
          <a:srcRect b="0" l="0" r="0" t="0"/>
          <a:stretch/>
        </p:blipFill>
        <p:spPr>
          <a:xfrm>
            <a:off x="7903199" y="3385017"/>
            <a:ext cx="189578" cy="337027"/>
          </a:xfrm>
          <a:prstGeom prst="rect">
            <a:avLst/>
          </a:prstGeom>
          <a:noFill/>
          <a:ln>
            <a:noFill/>
          </a:ln>
        </p:spPr>
      </p:pic>
      <p:grpSp>
        <p:nvGrpSpPr>
          <p:cNvPr id="5909" name="Google Shape;5909;p44"/>
          <p:cNvGrpSpPr/>
          <p:nvPr/>
        </p:nvGrpSpPr>
        <p:grpSpPr>
          <a:xfrm>
            <a:off x="10288915" y="5273951"/>
            <a:ext cx="177192" cy="330833"/>
            <a:chOff x="4140" y="429"/>
            <a:chExt cx="1425" cy="2396"/>
          </a:xfrm>
        </p:grpSpPr>
        <p:sp>
          <p:nvSpPr>
            <p:cNvPr id="5910" name="Google Shape;5910;p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11" name="Google Shape;5911;p4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12" name="Google Shape;5912;p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13" name="Google Shape;5913;p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14" name="Google Shape;5914;p4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915" name="Google Shape;5915;p44"/>
            <p:cNvGrpSpPr/>
            <p:nvPr/>
          </p:nvGrpSpPr>
          <p:grpSpPr>
            <a:xfrm>
              <a:off x="4748" y="666"/>
              <a:ext cx="578" cy="150"/>
              <a:chOff x="613" y="2566"/>
              <a:chExt cx="721" cy="144"/>
            </a:xfrm>
          </p:grpSpPr>
          <p:sp>
            <p:nvSpPr>
              <p:cNvPr id="5916" name="Google Shape;5916;p4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17" name="Google Shape;5917;p4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918" name="Google Shape;5918;p4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919" name="Google Shape;5919;p44"/>
            <p:cNvGrpSpPr/>
            <p:nvPr/>
          </p:nvGrpSpPr>
          <p:grpSpPr>
            <a:xfrm>
              <a:off x="4748" y="990"/>
              <a:ext cx="578" cy="134"/>
              <a:chOff x="615" y="2564"/>
              <a:chExt cx="721" cy="139"/>
            </a:xfrm>
          </p:grpSpPr>
          <p:sp>
            <p:nvSpPr>
              <p:cNvPr id="5920" name="Google Shape;5920;p4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21" name="Google Shape;5921;p4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922" name="Google Shape;5922;p4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23" name="Google Shape;5923;p4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924" name="Google Shape;5924;p44"/>
            <p:cNvGrpSpPr/>
            <p:nvPr/>
          </p:nvGrpSpPr>
          <p:grpSpPr>
            <a:xfrm>
              <a:off x="4738" y="1647"/>
              <a:ext cx="578" cy="135"/>
              <a:chOff x="618" y="2586"/>
              <a:chExt cx="720" cy="124"/>
            </a:xfrm>
          </p:grpSpPr>
          <p:sp>
            <p:nvSpPr>
              <p:cNvPr id="5925" name="Google Shape;5925;p4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26" name="Google Shape;5926;p4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927" name="Google Shape;5927;p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928" name="Google Shape;5928;p44"/>
            <p:cNvGrpSpPr/>
            <p:nvPr/>
          </p:nvGrpSpPr>
          <p:grpSpPr>
            <a:xfrm>
              <a:off x="4738" y="1330"/>
              <a:ext cx="588" cy="134"/>
              <a:chOff x="613" y="2571"/>
              <a:chExt cx="732" cy="134"/>
            </a:xfrm>
          </p:grpSpPr>
          <p:sp>
            <p:nvSpPr>
              <p:cNvPr id="5929" name="Google Shape;5929;p4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30" name="Google Shape;5930;p4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931" name="Google Shape;5931;p4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32" name="Google Shape;5932;p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33" name="Google Shape;5933;p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34" name="Google Shape;5934;p4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35" name="Google Shape;5935;p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36" name="Google Shape;5936;p4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37" name="Google Shape;5937;p4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38" name="Google Shape;5938;p4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39" name="Google Shape;5939;p4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940" name="Google Shape;5940;p4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41" name="Google Shape;5941;p4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5942" name="Google Shape;5942;p44"/>
          <p:cNvGrpSpPr/>
          <p:nvPr/>
        </p:nvGrpSpPr>
        <p:grpSpPr>
          <a:xfrm flipH="1">
            <a:off x="7980855" y="4900161"/>
            <a:ext cx="345630" cy="320302"/>
            <a:chOff x="2839" y="3501"/>
            <a:chExt cx="755" cy="803"/>
          </a:xfrm>
        </p:grpSpPr>
        <p:pic>
          <p:nvPicPr>
            <p:cNvPr descr="desktop_computer_stylized_medium" id="5943" name="Google Shape;5943;p44"/>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5944" name="Google Shape;5944;p4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laptop_keyboard" id="5945" name="Google Shape;5945;p44"/>
          <p:cNvPicPr preferRelativeResize="0"/>
          <p:nvPr/>
        </p:nvPicPr>
        <p:blipFill rotWithShape="1">
          <a:blip r:embed="rId13">
            <a:alphaModFix/>
          </a:blip>
          <a:srcRect b="0" l="0" r="0" t="0"/>
          <a:stretch/>
        </p:blipFill>
        <p:spPr>
          <a:xfrm flipH="1" rot="109064">
            <a:off x="9216586" y="6040274"/>
            <a:ext cx="253501" cy="120343"/>
          </a:xfrm>
          <a:prstGeom prst="rect">
            <a:avLst/>
          </a:prstGeom>
          <a:noFill/>
          <a:ln>
            <a:noFill/>
          </a:ln>
        </p:spPr>
      </p:pic>
      <p:sp>
        <p:nvSpPr>
          <p:cNvPr id="5946" name="Google Shape;5946;p44"/>
          <p:cNvSpPr/>
          <p:nvPr/>
        </p:nvSpPr>
        <p:spPr>
          <a:xfrm>
            <a:off x="9300597" y="5923494"/>
            <a:ext cx="204043" cy="15705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5947" name="Google Shape;5947;p44"/>
          <p:cNvPicPr preferRelativeResize="0"/>
          <p:nvPr/>
        </p:nvPicPr>
        <p:blipFill rotWithShape="1">
          <a:blip r:embed="rId14">
            <a:alphaModFix/>
          </a:blip>
          <a:srcRect b="0" l="0" r="0" t="0"/>
          <a:stretch/>
        </p:blipFill>
        <p:spPr>
          <a:xfrm>
            <a:off x="9310647" y="5927534"/>
            <a:ext cx="185412" cy="142915"/>
          </a:xfrm>
          <a:prstGeom prst="rect">
            <a:avLst/>
          </a:prstGeom>
          <a:noFill/>
          <a:ln>
            <a:noFill/>
          </a:ln>
        </p:spPr>
      </p:pic>
      <p:sp>
        <p:nvSpPr>
          <p:cNvPr id="5948" name="Google Shape;5948;p44"/>
          <p:cNvSpPr/>
          <p:nvPr/>
        </p:nvSpPr>
        <p:spPr>
          <a:xfrm>
            <a:off x="9337747" y="5918861"/>
            <a:ext cx="172878" cy="292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49" name="Google Shape;5949;p44"/>
          <p:cNvSpPr/>
          <p:nvPr/>
        </p:nvSpPr>
        <p:spPr>
          <a:xfrm>
            <a:off x="9298791" y="5918624"/>
            <a:ext cx="47990" cy="12165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50" name="Google Shape;5950;p44"/>
          <p:cNvSpPr/>
          <p:nvPr/>
        </p:nvSpPr>
        <p:spPr>
          <a:xfrm>
            <a:off x="9457666" y="5940364"/>
            <a:ext cx="51716" cy="14042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51" name="Google Shape;5951;p44"/>
          <p:cNvSpPr/>
          <p:nvPr/>
        </p:nvSpPr>
        <p:spPr>
          <a:xfrm>
            <a:off x="9298226" y="6034096"/>
            <a:ext cx="189702" cy="47401"/>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52" name="Google Shape;5952;p44"/>
          <p:cNvSpPr/>
          <p:nvPr/>
        </p:nvSpPr>
        <p:spPr>
          <a:xfrm>
            <a:off x="9463425" y="5941552"/>
            <a:ext cx="48442" cy="141014"/>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53" name="Google Shape;5953;p44"/>
          <p:cNvSpPr/>
          <p:nvPr/>
        </p:nvSpPr>
        <p:spPr>
          <a:xfrm>
            <a:off x="9298452" y="6040392"/>
            <a:ext cx="168700" cy="46807"/>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954" name="Google Shape;5954;p44"/>
          <p:cNvGrpSpPr/>
          <p:nvPr/>
        </p:nvGrpSpPr>
        <p:grpSpPr>
          <a:xfrm>
            <a:off x="9295629" y="6090407"/>
            <a:ext cx="57249" cy="27799"/>
            <a:chOff x="1740" y="2642"/>
            <a:chExt cx="752" cy="327"/>
          </a:xfrm>
        </p:grpSpPr>
        <p:sp>
          <p:nvSpPr>
            <p:cNvPr id="5955" name="Google Shape;5955;p4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56" name="Google Shape;5956;p4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57" name="Google Shape;5957;p4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58" name="Google Shape;5958;p4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59" name="Google Shape;5959;p4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60" name="Google Shape;5960;p4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961" name="Google Shape;5961;p44"/>
          <p:cNvSpPr/>
          <p:nvPr/>
        </p:nvSpPr>
        <p:spPr>
          <a:xfrm>
            <a:off x="9393642" y="6094565"/>
            <a:ext cx="69332" cy="61063"/>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62" name="Google Shape;5962;p44"/>
          <p:cNvSpPr/>
          <p:nvPr/>
        </p:nvSpPr>
        <p:spPr>
          <a:xfrm>
            <a:off x="9216699" y="6099436"/>
            <a:ext cx="177394" cy="5571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63" name="Google Shape;5963;p44"/>
          <p:cNvSpPr/>
          <p:nvPr/>
        </p:nvSpPr>
        <p:spPr>
          <a:xfrm>
            <a:off x="9216812" y="6089219"/>
            <a:ext cx="1920" cy="11286"/>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64" name="Google Shape;5964;p44"/>
          <p:cNvSpPr/>
          <p:nvPr/>
        </p:nvSpPr>
        <p:spPr>
          <a:xfrm>
            <a:off x="9216925" y="6043244"/>
            <a:ext cx="82430" cy="466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65" name="Google Shape;5965;p44"/>
          <p:cNvSpPr/>
          <p:nvPr/>
        </p:nvSpPr>
        <p:spPr>
          <a:xfrm>
            <a:off x="9222458" y="6091595"/>
            <a:ext cx="168248" cy="5357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66" name="Google Shape;5966;p44"/>
          <p:cNvSpPr/>
          <p:nvPr/>
        </p:nvSpPr>
        <p:spPr>
          <a:xfrm flipH="1" rot="10800000">
            <a:off x="9390480" y="6087793"/>
            <a:ext cx="68654" cy="5547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967" name="Google Shape;5967;p44"/>
          <p:cNvGrpSpPr/>
          <p:nvPr/>
        </p:nvGrpSpPr>
        <p:grpSpPr>
          <a:xfrm flipH="1">
            <a:off x="8153909" y="5504657"/>
            <a:ext cx="345630" cy="320302"/>
            <a:chOff x="2839" y="3501"/>
            <a:chExt cx="755" cy="803"/>
          </a:xfrm>
        </p:grpSpPr>
        <p:pic>
          <p:nvPicPr>
            <p:cNvPr descr="desktop_computer_stylized_medium" id="5968" name="Google Shape;5968;p44"/>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5969" name="Google Shape;5969;p4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970" name="Google Shape;5970;p44"/>
          <p:cNvGrpSpPr/>
          <p:nvPr/>
        </p:nvGrpSpPr>
        <p:grpSpPr>
          <a:xfrm flipH="1">
            <a:off x="8552134" y="5526130"/>
            <a:ext cx="345630" cy="320302"/>
            <a:chOff x="2839" y="3501"/>
            <a:chExt cx="755" cy="803"/>
          </a:xfrm>
        </p:grpSpPr>
        <p:pic>
          <p:nvPicPr>
            <p:cNvPr descr="desktop_computer_stylized_medium" id="5971" name="Google Shape;5971;p44"/>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5972" name="Google Shape;5972;p4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laptop_keyboard" id="5973" name="Google Shape;5973;p44"/>
          <p:cNvPicPr preferRelativeResize="0"/>
          <p:nvPr/>
        </p:nvPicPr>
        <p:blipFill rotWithShape="1">
          <a:blip r:embed="rId13">
            <a:alphaModFix/>
          </a:blip>
          <a:srcRect b="0" l="0" r="0" t="0"/>
          <a:stretch/>
        </p:blipFill>
        <p:spPr>
          <a:xfrm flipH="1" rot="109064">
            <a:off x="9550087" y="5949454"/>
            <a:ext cx="260920" cy="99063"/>
          </a:xfrm>
          <a:prstGeom prst="rect">
            <a:avLst/>
          </a:prstGeom>
          <a:noFill/>
          <a:ln>
            <a:noFill/>
          </a:ln>
        </p:spPr>
      </p:pic>
      <p:sp>
        <p:nvSpPr>
          <p:cNvPr id="5974" name="Google Shape;5974;p44"/>
          <p:cNvSpPr/>
          <p:nvPr/>
        </p:nvSpPr>
        <p:spPr>
          <a:xfrm>
            <a:off x="9636557" y="5853324"/>
            <a:ext cx="210015" cy="129281"/>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5975" name="Google Shape;5975;p44"/>
          <p:cNvPicPr preferRelativeResize="0"/>
          <p:nvPr/>
        </p:nvPicPr>
        <p:blipFill rotWithShape="1">
          <a:blip r:embed="rId14">
            <a:alphaModFix/>
          </a:blip>
          <a:srcRect b="0" l="0" r="0" t="0"/>
          <a:stretch/>
        </p:blipFill>
        <p:spPr>
          <a:xfrm>
            <a:off x="9646901" y="5856649"/>
            <a:ext cx="190838" cy="117644"/>
          </a:xfrm>
          <a:prstGeom prst="rect">
            <a:avLst/>
          </a:prstGeom>
          <a:noFill/>
          <a:ln>
            <a:noFill/>
          </a:ln>
        </p:spPr>
      </p:pic>
      <p:sp>
        <p:nvSpPr>
          <p:cNvPr id="5976" name="Google Shape;5976;p44"/>
          <p:cNvSpPr/>
          <p:nvPr/>
        </p:nvSpPr>
        <p:spPr>
          <a:xfrm>
            <a:off x="9674794" y="5849510"/>
            <a:ext cx="177937" cy="2405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77" name="Google Shape;5977;p44"/>
          <p:cNvSpPr/>
          <p:nvPr/>
        </p:nvSpPr>
        <p:spPr>
          <a:xfrm>
            <a:off x="9634698" y="5849315"/>
            <a:ext cx="49395" cy="100139"/>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78" name="Google Shape;5978;p44"/>
          <p:cNvSpPr/>
          <p:nvPr/>
        </p:nvSpPr>
        <p:spPr>
          <a:xfrm>
            <a:off x="9798223" y="5867211"/>
            <a:ext cx="53230" cy="11559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79" name="Google Shape;5979;p44"/>
          <p:cNvSpPr/>
          <p:nvPr/>
        </p:nvSpPr>
        <p:spPr>
          <a:xfrm>
            <a:off x="9634116" y="5944369"/>
            <a:ext cx="195254" cy="3901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80" name="Google Shape;5980;p44"/>
          <p:cNvSpPr/>
          <p:nvPr/>
        </p:nvSpPr>
        <p:spPr>
          <a:xfrm>
            <a:off x="9804150" y="5868189"/>
            <a:ext cx="49860" cy="11607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81" name="Google Shape;5981;p44"/>
          <p:cNvSpPr/>
          <p:nvPr/>
        </p:nvSpPr>
        <p:spPr>
          <a:xfrm>
            <a:off x="9634349" y="5949552"/>
            <a:ext cx="173637" cy="38530"/>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982" name="Google Shape;5982;p44"/>
          <p:cNvGrpSpPr/>
          <p:nvPr/>
        </p:nvGrpSpPr>
        <p:grpSpPr>
          <a:xfrm>
            <a:off x="9631443" y="5990722"/>
            <a:ext cx="58925" cy="22883"/>
            <a:chOff x="1740" y="2642"/>
            <a:chExt cx="752" cy="327"/>
          </a:xfrm>
        </p:grpSpPr>
        <p:sp>
          <p:nvSpPr>
            <p:cNvPr id="5983" name="Google Shape;5983;p4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84" name="Google Shape;5984;p4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85" name="Google Shape;5985;p4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86" name="Google Shape;5986;p4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87" name="Google Shape;5987;p4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88" name="Google Shape;5988;p4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989" name="Google Shape;5989;p44"/>
          <p:cNvSpPr/>
          <p:nvPr/>
        </p:nvSpPr>
        <p:spPr>
          <a:xfrm>
            <a:off x="9732325" y="5994145"/>
            <a:ext cx="71361" cy="5026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90" name="Google Shape;5990;p44"/>
          <p:cNvSpPr/>
          <p:nvPr/>
        </p:nvSpPr>
        <p:spPr>
          <a:xfrm>
            <a:off x="9550204" y="5998154"/>
            <a:ext cx="182586" cy="4586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91" name="Google Shape;5991;p44"/>
          <p:cNvSpPr/>
          <p:nvPr/>
        </p:nvSpPr>
        <p:spPr>
          <a:xfrm>
            <a:off x="9550320" y="5989744"/>
            <a:ext cx="1976" cy="929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92" name="Google Shape;5992;p44"/>
          <p:cNvSpPr/>
          <p:nvPr/>
        </p:nvSpPr>
        <p:spPr>
          <a:xfrm>
            <a:off x="9550436" y="5951899"/>
            <a:ext cx="84843" cy="38432"/>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93" name="Google Shape;5993;p44"/>
          <p:cNvSpPr/>
          <p:nvPr/>
        </p:nvSpPr>
        <p:spPr>
          <a:xfrm>
            <a:off x="9556131" y="5991700"/>
            <a:ext cx="173172" cy="4410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94" name="Google Shape;5994;p44"/>
          <p:cNvSpPr/>
          <p:nvPr/>
        </p:nvSpPr>
        <p:spPr>
          <a:xfrm flipH="1" rot="10800000">
            <a:off x="9729071" y="5988571"/>
            <a:ext cx="70663" cy="456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995" name="Google Shape;5995;p44"/>
          <p:cNvGrpSpPr/>
          <p:nvPr/>
        </p:nvGrpSpPr>
        <p:grpSpPr>
          <a:xfrm>
            <a:off x="10017877" y="5636388"/>
            <a:ext cx="171450" cy="348944"/>
            <a:chOff x="4140" y="429"/>
            <a:chExt cx="1425" cy="2396"/>
          </a:xfrm>
        </p:grpSpPr>
        <p:sp>
          <p:nvSpPr>
            <p:cNvPr id="5996" name="Google Shape;5996;p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97" name="Google Shape;5997;p4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98" name="Google Shape;5998;p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99" name="Google Shape;5999;p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00" name="Google Shape;6000;p4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001" name="Google Shape;6001;p44"/>
            <p:cNvGrpSpPr/>
            <p:nvPr/>
          </p:nvGrpSpPr>
          <p:grpSpPr>
            <a:xfrm>
              <a:off x="4748" y="666"/>
              <a:ext cx="578" cy="150"/>
              <a:chOff x="613" y="2566"/>
              <a:chExt cx="721" cy="144"/>
            </a:xfrm>
          </p:grpSpPr>
          <p:sp>
            <p:nvSpPr>
              <p:cNvPr id="6002" name="Google Shape;6002;p4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03" name="Google Shape;6003;p4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004" name="Google Shape;6004;p4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005" name="Google Shape;6005;p44"/>
            <p:cNvGrpSpPr/>
            <p:nvPr/>
          </p:nvGrpSpPr>
          <p:grpSpPr>
            <a:xfrm>
              <a:off x="4748" y="990"/>
              <a:ext cx="578" cy="134"/>
              <a:chOff x="615" y="2564"/>
              <a:chExt cx="721" cy="139"/>
            </a:xfrm>
          </p:grpSpPr>
          <p:sp>
            <p:nvSpPr>
              <p:cNvPr id="6006" name="Google Shape;6006;p4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07" name="Google Shape;6007;p4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008" name="Google Shape;6008;p4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09" name="Google Shape;6009;p4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010" name="Google Shape;6010;p44"/>
            <p:cNvGrpSpPr/>
            <p:nvPr/>
          </p:nvGrpSpPr>
          <p:grpSpPr>
            <a:xfrm>
              <a:off x="4738" y="1647"/>
              <a:ext cx="578" cy="135"/>
              <a:chOff x="618" y="2586"/>
              <a:chExt cx="720" cy="124"/>
            </a:xfrm>
          </p:grpSpPr>
          <p:sp>
            <p:nvSpPr>
              <p:cNvPr id="6011" name="Google Shape;6011;p4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12" name="Google Shape;6012;p4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013" name="Google Shape;6013;p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014" name="Google Shape;6014;p44"/>
            <p:cNvGrpSpPr/>
            <p:nvPr/>
          </p:nvGrpSpPr>
          <p:grpSpPr>
            <a:xfrm>
              <a:off x="4738" y="1330"/>
              <a:ext cx="588" cy="134"/>
              <a:chOff x="613" y="2571"/>
              <a:chExt cx="732" cy="134"/>
            </a:xfrm>
          </p:grpSpPr>
          <p:sp>
            <p:nvSpPr>
              <p:cNvPr id="6015" name="Google Shape;6015;p4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16" name="Google Shape;6016;p4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017" name="Google Shape;6017;p4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18" name="Google Shape;6018;p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19" name="Google Shape;6019;p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20" name="Google Shape;6020;p4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21" name="Google Shape;6021;p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22" name="Google Shape;6022;p4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23" name="Google Shape;6023;p4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24" name="Google Shape;6024;p4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25" name="Google Shape;6025;p4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026" name="Google Shape;6026;p4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27" name="Google Shape;6027;p4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028" name="Google Shape;6028;p44"/>
          <p:cNvGrpSpPr/>
          <p:nvPr/>
        </p:nvGrpSpPr>
        <p:grpSpPr>
          <a:xfrm flipH="1">
            <a:off x="7773981" y="5281060"/>
            <a:ext cx="345630" cy="320302"/>
            <a:chOff x="2839" y="3501"/>
            <a:chExt cx="755" cy="803"/>
          </a:xfrm>
        </p:grpSpPr>
        <p:pic>
          <p:nvPicPr>
            <p:cNvPr descr="desktop_computer_stylized_medium" id="6029" name="Google Shape;6029;p44"/>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6030" name="Google Shape;6030;p4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031" name="Google Shape;6031;p44"/>
          <p:cNvSpPr/>
          <p:nvPr/>
        </p:nvSpPr>
        <p:spPr>
          <a:xfrm>
            <a:off x="6471025" y="1451551"/>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032" name="Google Shape;6032;p44"/>
          <p:cNvGrpSpPr/>
          <p:nvPr/>
        </p:nvGrpSpPr>
        <p:grpSpPr>
          <a:xfrm>
            <a:off x="7439074" y="1859725"/>
            <a:ext cx="4144321" cy="4127477"/>
            <a:chOff x="7439074" y="1859725"/>
            <a:chExt cx="4144321" cy="4127477"/>
          </a:xfrm>
        </p:grpSpPr>
        <p:grpSp>
          <p:nvGrpSpPr>
            <p:cNvPr id="6033" name="Google Shape;6033;p44"/>
            <p:cNvGrpSpPr/>
            <p:nvPr/>
          </p:nvGrpSpPr>
          <p:grpSpPr>
            <a:xfrm>
              <a:off x="7439074" y="1859725"/>
              <a:ext cx="1802647" cy="1120859"/>
              <a:chOff x="7439074" y="1859725"/>
              <a:chExt cx="1802647" cy="1120859"/>
            </a:xfrm>
          </p:grpSpPr>
          <p:pic>
            <p:nvPicPr>
              <p:cNvPr descr="cell_tower_radiation copy" id="6034" name="Google Shape;6034;p44"/>
              <p:cNvPicPr preferRelativeResize="0"/>
              <p:nvPr/>
            </p:nvPicPr>
            <p:blipFill rotWithShape="1">
              <a:blip r:embed="rId15">
                <a:alphaModFix/>
              </a:blip>
              <a:srcRect b="0" l="0" r="0" t="0"/>
              <a:stretch/>
            </p:blipFill>
            <p:spPr>
              <a:xfrm>
                <a:off x="7980866" y="2158167"/>
                <a:ext cx="457200" cy="332766"/>
              </a:xfrm>
              <a:prstGeom prst="rect">
                <a:avLst/>
              </a:prstGeom>
              <a:noFill/>
              <a:ln>
                <a:noFill/>
              </a:ln>
            </p:spPr>
          </p:pic>
          <p:cxnSp>
            <p:nvCxnSpPr>
              <p:cNvPr id="6035" name="Google Shape;6035;p44"/>
              <p:cNvCxnSpPr/>
              <p:nvPr/>
            </p:nvCxnSpPr>
            <p:spPr>
              <a:xfrm>
                <a:off x="8207860" y="2700359"/>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6036" name="Google Shape;6036;p44"/>
              <p:cNvGrpSpPr/>
              <p:nvPr/>
            </p:nvGrpSpPr>
            <p:grpSpPr>
              <a:xfrm>
                <a:off x="8050698" y="2309376"/>
                <a:ext cx="298450" cy="464008"/>
                <a:chOff x="3130" y="3288"/>
                <a:chExt cx="410" cy="742"/>
              </a:xfrm>
            </p:grpSpPr>
            <p:cxnSp>
              <p:nvCxnSpPr>
                <p:cNvPr id="6037" name="Google Shape;6037;p44"/>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6038" name="Google Shape;6038;p44"/>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6039" name="Google Shape;6039;p44"/>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6040" name="Google Shape;6040;p44"/>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6041" name="Google Shape;6041;p44"/>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6042" name="Google Shape;6042;p44"/>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6043" name="Google Shape;6043;p44"/>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6044" name="Google Shape;6044;p44"/>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6045" name="Google Shape;6045;p44"/>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6046" name="Google Shape;6046;p44"/>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6047" name="Google Shape;6047;p44"/>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6048" name="Google Shape;6048;p44"/>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6049" name="Google Shape;6049;p44"/>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6050" name="Google Shape;6050;p44"/>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6051" name="Google Shape;6051;p44"/>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grpSp>
            <p:nvGrpSpPr>
              <p:cNvPr id="6052" name="Google Shape;6052;p44"/>
              <p:cNvGrpSpPr/>
              <p:nvPr/>
            </p:nvGrpSpPr>
            <p:grpSpPr>
              <a:xfrm>
                <a:off x="8439827" y="2812309"/>
                <a:ext cx="353678" cy="168275"/>
                <a:chOff x="7493876" y="2774731"/>
                <a:chExt cx="1481958" cy="894622"/>
              </a:xfrm>
            </p:grpSpPr>
            <p:sp>
              <p:nvSpPr>
                <p:cNvPr id="6053" name="Google Shape;6053;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054" name="Google Shape;6054;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055" name="Google Shape;6055;p44"/>
                <p:cNvGrpSpPr/>
                <p:nvPr/>
              </p:nvGrpSpPr>
              <p:grpSpPr>
                <a:xfrm>
                  <a:off x="7713663" y="2848339"/>
                  <a:ext cx="1042107" cy="425543"/>
                  <a:chOff x="7786941" y="2884917"/>
                  <a:chExt cx="897649" cy="353919"/>
                </a:xfrm>
              </p:grpSpPr>
              <p:sp>
                <p:nvSpPr>
                  <p:cNvPr id="6056" name="Google Shape;6056;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7" name="Google Shape;6057;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8" name="Google Shape;6058;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9" name="Google Shape;6059;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radiation_stylized" id="6060" name="Google Shape;6060;p44"/>
              <p:cNvPicPr preferRelativeResize="0"/>
              <p:nvPr/>
            </p:nvPicPr>
            <p:blipFill rotWithShape="1">
              <a:blip r:embed="rId16">
                <a:alphaModFix/>
              </a:blip>
              <a:srcRect b="0" l="0" r="0" t="0"/>
              <a:stretch/>
            </p:blipFill>
            <p:spPr>
              <a:xfrm>
                <a:off x="7750224" y="1859725"/>
                <a:ext cx="415925" cy="88774"/>
              </a:xfrm>
              <a:prstGeom prst="rect">
                <a:avLst/>
              </a:prstGeom>
              <a:noFill/>
              <a:ln>
                <a:noFill/>
              </a:ln>
            </p:spPr>
          </p:pic>
          <p:pic>
            <p:nvPicPr>
              <p:cNvPr descr="antenna_stylized" id="6061" name="Google Shape;6061;p44"/>
              <p:cNvPicPr preferRelativeResize="0"/>
              <p:nvPr/>
            </p:nvPicPr>
            <p:blipFill rotWithShape="1">
              <a:blip r:embed="rId17">
                <a:alphaModFix/>
              </a:blip>
              <a:srcRect b="0" l="0" r="0" t="0"/>
              <a:stretch/>
            </p:blipFill>
            <p:spPr>
              <a:xfrm>
                <a:off x="7439074" y="2356613"/>
                <a:ext cx="530702" cy="223756"/>
              </a:xfrm>
              <a:prstGeom prst="rect">
                <a:avLst/>
              </a:prstGeom>
              <a:noFill/>
              <a:ln>
                <a:noFill/>
              </a:ln>
            </p:spPr>
          </p:pic>
          <p:pic>
            <p:nvPicPr>
              <p:cNvPr descr="antenna_stylized" id="6062" name="Google Shape;6062;p44"/>
              <p:cNvPicPr preferRelativeResize="0"/>
              <p:nvPr/>
            </p:nvPicPr>
            <p:blipFill rotWithShape="1">
              <a:blip r:embed="rId17">
                <a:alphaModFix/>
              </a:blip>
              <a:srcRect b="0" l="0" r="0" t="0"/>
              <a:stretch/>
            </p:blipFill>
            <p:spPr>
              <a:xfrm>
                <a:off x="8637781" y="2319727"/>
                <a:ext cx="530702" cy="223756"/>
              </a:xfrm>
              <a:prstGeom prst="rect">
                <a:avLst/>
              </a:prstGeom>
              <a:noFill/>
              <a:ln>
                <a:noFill/>
              </a:ln>
            </p:spPr>
          </p:pic>
          <p:pic>
            <p:nvPicPr>
              <p:cNvPr descr="antenna_stylized" id="6063" name="Google Shape;6063;p44"/>
              <p:cNvPicPr preferRelativeResize="0"/>
              <p:nvPr/>
            </p:nvPicPr>
            <p:blipFill rotWithShape="1">
              <a:blip r:embed="rId17">
                <a:alphaModFix/>
              </a:blip>
              <a:srcRect b="0" l="0" r="0" t="0"/>
              <a:stretch/>
            </p:blipFill>
            <p:spPr>
              <a:xfrm>
                <a:off x="8711019" y="2059124"/>
                <a:ext cx="530702" cy="223756"/>
              </a:xfrm>
              <a:prstGeom prst="rect">
                <a:avLst/>
              </a:prstGeom>
              <a:noFill/>
              <a:ln>
                <a:noFill/>
              </a:ln>
            </p:spPr>
          </p:pic>
        </p:grpSp>
        <p:grpSp>
          <p:nvGrpSpPr>
            <p:cNvPr id="6064" name="Google Shape;6064;p44"/>
            <p:cNvGrpSpPr/>
            <p:nvPr/>
          </p:nvGrpSpPr>
          <p:grpSpPr>
            <a:xfrm>
              <a:off x="7493518" y="3325424"/>
              <a:ext cx="911538" cy="843226"/>
              <a:chOff x="7493518" y="3325424"/>
              <a:chExt cx="911538" cy="843226"/>
            </a:xfrm>
          </p:grpSpPr>
          <p:pic>
            <p:nvPicPr>
              <p:cNvPr descr="access_point_stylized_small" id="6065" name="Google Shape;6065;p44"/>
              <p:cNvPicPr preferRelativeResize="0"/>
              <p:nvPr/>
            </p:nvPicPr>
            <p:blipFill rotWithShape="1">
              <a:blip r:embed="rId18">
                <a:alphaModFix/>
              </a:blip>
              <a:srcRect b="0" l="0" r="0" t="0"/>
              <a:stretch/>
            </p:blipFill>
            <p:spPr>
              <a:xfrm>
                <a:off x="7613882" y="3861899"/>
                <a:ext cx="370169" cy="306751"/>
              </a:xfrm>
              <a:prstGeom prst="rect">
                <a:avLst/>
              </a:prstGeom>
              <a:noFill/>
              <a:ln>
                <a:noFill/>
              </a:ln>
            </p:spPr>
          </p:pic>
          <p:grpSp>
            <p:nvGrpSpPr>
              <p:cNvPr id="6066" name="Google Shape;6066;p44"/>
              <p:cNvGrpSpPr/>
              <p:nvPr/>
            </p:nvGrpSpPr>
            <p:grpSpPr>
              <a:xfrm>
                <a:off x="7493518" y="3325424"/>
                <a:ext cx="911538" cy="816238"/>
                <a:chOff x="7493518" y="3325424"/>
                <a:chExt cx="911538" cy="816238"/>
              </a:xfrm>
            </p:grpSpPr>
            <p:cxnSp>
              <p:nvCxnSpPr>
                <p:cNvPr id="6067" name="Google Shape;6067;p44"/>
                <p:cNvCxnSpPr/>
                <p:nvPr/>
              </p:nvCxnSpPr>
              <p:spPr>
                <a:xfrm>
                  <a:off x="8247778" y="3829970"/>
                  <a:ext cx="0" cy="131762"/>
                </a:xfrm>
                <a:prstGeom prst="straightConnector1">
                  <a:avLst/>
                </a:prstGeom>
                <a:noFill/>
                <a:ln cap="flat" cmpd="sng" w="9525">
                  <a:solidFill>
                    <a:schemeClr val="dk1"/>
                  </a:solidFill>
                  <a:prstDash val="solid"/>
                  <a:round/>
                  <a:headEnd len="sm" w="sm" type="none"/>
                  <a:tailEnd len="sm" w="sm" type="none"/>
                </a:ln>
              </p:spPr>
            </p:cxnSp>
            <p:cxnSp>
              <p:nvCxnSpPr>
                <p:cNvPr id="6068" name="Google Shape;6068;p44"/>
                <p:cNvCxnSpPr/>
                <p:nvPr/>
              </p:nvCxnSpPr>
              <p:spPr>
                <a:xfrm flipH="1" rot="10800000">
                  <a:off x="7857253" y="4041107"/>
                  <a:ext cx="168275" cy="3175"/>
                </a:xfrm>
                <a:prstGeom prst="straightConnector1">
                  <a:avLst/>
                </a:prstGeom>
                <a:noFill/>
                <a:ln cap="flat" cmpd="sng" w="9525">
                  <a:solidFill>
                    <a:schemeClr val="dk1"/>
                  </a:solidFill>
                  <a:prstDash val="solid"/>
                  <a:round/>
                  <a:headEnd len="sm" w="sm" type="none"/>
                  <a:tailEnd len="sm" w="sm" type="none"/>
                </a:ln>
              </p:spPr>
            </p:cxnSp>
            <p:pic>
              <p:nvPicPr>
                <p:cNvPr descr="antenna_radiation_stylized" id="6069" name="Google Shape;6069;p44"/>
                <p:cNvPicPr preferRelativeResize="0"/>
                <p:nvPr/>
              </p:nvPicPr>
              <p:blipFill rotWithShape="1">
                <a:blip r:embed="rId19">
                  <a:alphaModFix/>
                </a:blip>
                <a:srcRect b="0" l="0" r="0" t="0"/>
                <a:stretch/>
              </p:blipFill>
              <p:spPr>
                <a:xfrm>
                  <a:off x="7562238" y="3813930"/>
                  <a:ext cx="506412" cy="106009"/>
                </a:xfrm>
                <a:prstGeom prst="rect">
                  <a:avLst/>
                </a:prstGeom>
                <a:noFill/>
                <a:ln>
                  <a:noFill/>
                </a:ln>
              </p:spPr>
            </p:pic>
            <p:grpSp>
              <p:nvGrpSpPr>
                <p:cNvPr id="6070" name="Google Shape;6070;p44"/>
                <p:cNvGrpSpPr/>
                <p:nvPr/>
              </p:nvGrpSpPr>
              <p:grpSpPr>
                <a:xfrm>
                  <a:off x="8050070" y="3965994"/>
                  <a:ext cx="354986" cy="175668"/>
                  <a:chOff x="7493876" y="2774731"/>
                  <a:chExt cx="1481958" cy="894622"/>
                </a:xfrm>
              </p:grpSpPr>
              <p:sp>
                <p:nvSpPr>
                  <p:cNvPr id="6071" name="Google Shape;6071;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072" name="Google Shape;6072;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073" name="Google Shape;6073;p44"/>
                  <p:cNvGrpSpPr/>
                  <p:nvPr/>
                </p:nvGrpSpPr>
                <p:grpSpPr>
                  <a:xfrm>
                    <a:off x="7713663" y="2848339"/>
                    <a:ext cx="1042107" cy="425543"/>
                    <a:chOff x="7786941" y="2884917"/>
                    <a:chExt cx="897649" cy="353919"/>
                  </a:xfrm>
                </p:grpSpPr>
                <p:sp>
                  <p:nvSpPr>
                    <p:cNvPr id="6074" name="Google Shape;6074;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5" name="Google Shape;6075;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6" name="Google Shape;6076;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7" name="Google Shape;6077;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stylized" id="6078" name="Google Shape;6078;p44"/>
                <p:cNvPicPr preferRelativeResize="0"/>
                <p:nvPr/>
              </p:nvPicPr>
              <p:blipFill rotWithShape="1">
                <a:blip r:embed="rId20">
                  <a:alphaModFix/>
                </a:blip>
                <a:srcRect b="0" l="0" r="0" t="0"/>
                <a:stretch/>
              </p:blipFill>
              <p:spPr>
                <a:xfrm>
                  <a:off x="7493518" y="3419140"/>
                  <a:ext cx="347997" cy="167557"/>
                </a:xfrm>
                <a:prstGeom prst="rect">
                  <a:avLst/>
                </a:prstGeom>
                <a:noFill/>
                <a:ln>
                  <a:noFill/>
                </a:ln>
              </p:spPr>
            </p:pic>
            <p:pic>
              <p:nvPicPr>
                <p:cNvPr descr="antenna_stylized" id="6079" name="Google Shape;6079;p44"/>
                <p:cNvPicPr preferRelativeResize="0"/>
                <p:nvPr/>
              </p:nvPicPr>
              <p:blipFill rotWithShape="1">
                <a:blip r:embed="rId20">
                  <a:alphaModFix/>
                </a:blip>
                <a:srcRect b="0" l="0" r="0" t="0"/>
                <a:stretch/>
              </p:blipFill>
              <p:spPr>
                <a:xfrm>
                  <a:off x="7803435" y="3325424"/>
                  <a:ext cx="347997" cy="167557"/>
                </a:xfrm>
                <a:prstGeom prst="rect">
                  <a:avLst/>
                </a:prstGeom>
                <a:noFill/>
                <a:ln>
                  <a:noFill/>
                </a:ln>
              </p:spPr>
            </p:pic>
          </p:grpSp>
        </p:grpSp>
        <p:grpSp>
          <p:nvGrpSpPr>
            <p:cNvPr id="6080" name="Google Shape;6080;p44"/>
            <p:cNvGrpSpPr/>
            <p:nvPr/>
          </p:nvGrpSpPr>
          <p:grpSpPr>
            <a:xfrm>
              <a:off x="10884085" y="3428485"/>
              <a:ext cx="604586" cy="405973"/>
              <a:chOff x="10884085" y="3428485"/>
              <a:chExt cx="604586" cy="405973"/>
            </a:xfrm>
          </p:grpSpPr>
          <p:grpSp>
            <p:nvGrpSpPr>
              <p:cNvPr id="6081" name="Google Shape;6081;p44"/>
              <p:cNvGrpSpPr/>
              <p:nvPr/>
            </p:nvGrpSpPr>
            <p:grpSpPr>
              <a:xfrm>
                <a:off x="10884085" y="3601365"/>
                <a:ext cx="170989" cy="97052"/>
                <a:chOff x="7493876" y="2774731"/>
                <a:chExt cx="1481958" cy="894622"/>
              </a:xfrm>
            </p:grpSpPr>
            <p:sp>
              <p:nvSpPr>
                <p:cNvPr id="6082" name="Google Shape;6082;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083" name="Google Shape;6083;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084" name="Google Shape;6084;p44"/>
                <p:cNvGrpSpPr/>
                <p:nvPr/>
              </p:nvGrpSpPr>
              <p:grpSpPr>
                <a:xfrm>
                  <a:off x="7713663" y="2848339"/>
                  <a:ext cx="1042107" cy="425543"/>
                  <a:chOff x="7786941" y="2884917"/>
                  <a:chExt cx="897649" cy="353919"/>
                </a:xfrm>
              </p:grpSpPr>
              <p:sp>
                <p:nvSpPr>
                  <p:cNvPr id="6085" name="Google Shape;6085;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6" name="Google Shape;6086;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7" name="Google Shape;6087;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8" name="Google Shape;6088;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89" name="Google Shape;6089;p44"/>
              <p:cNvGrpSpPr/>
              <p:nvPr/>
            </p:nvGrpSpPr>
            <p:grpSpPr>
              <a:xfrm>
                <a:off x="11064947" y="3428485"/>
                <a:ext cx="423724" cy="405973"/>
                <a:chOff x="5103720" y="2693365"/>
                <a:chExt cx="611650" cy="414788"/>
              </a:xfrm>
            </p:grpSpPr>
            <p:cxnSp>
              <p:nvCxnSpPr>
                <p:cNvPr id="6090" name="Google Shape;6090;p4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6091" name="Google Shape;6091;p44"/>
                <p:cNvGrpSpPr/>
                <p:nvPr/>
              </p:nvGrpSpPr>
              <p:grpSpPr>
                <a:xfrm>
                  <a:off x="5275406" y="2693365"/>
                  <a:ext cx="439964" cy="414788"/>
                  <a:chOff x="5275406" y="2711455"/>
                  <a:chExt cx="452949" cy="405518"/>
                </a:xfrm>
              </p:grpSpPr>
              <p:pic>
                <p:nvPicPr>
                  <p:cNvPr descr="server_rack.png" id="6092" name="Google Shape;6092;p44"/>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6093" name="Google Shape;6093;p44"/>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6094" name="Google Shape;6094;p44"/>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grpSp>
          <p:nvGrpSpPr>
            <p:cNvPr id="6095" name="Google Shape;6095;p44"/>
            <p:cNvGrpSpPr/>
            <p:nvPr/>
          </p:nvGrpSpPr>
          <p:grpSpPr>
            <a:xfrm>
              <a:off x="7975881" y="4741266"/>
              <a:ext cx="2318709" cy="1245936"/>
              <a:chOff x="7948367" y="4775686"/>
              <a:chExt cx="2318709" cy="1245936"/>
            </a:xfrm>
          </p:grpSpPr>
          <p:cxnSp>
            <p:nvCxnSpPr>
              <p:cNvPr id="6096" name="Google Shape;6096;p44"/>
              <p:cNvCxnSpPr/>
              <p:nvPr/>
            </p:nvCxnSpPr>
            <p:spPr>
              <a:xfrm flipH="1" rot="5400000">
                <a:off x="9789609" y="5251739"/>
                <a:ext cx="388062" cy="7560"/>
              </a:xfrm>
              <a:prstGeom prst="straightConnector1">
                <a:avLst/>
              </a:prstGeom>
              <a:noFill/>
              <a:ln cap="flat" cmpd="sng" w="12700">
                <a:solidFill>
                  <a:schemeClr val="dk1"/>
                </a:solidFill>
                <a:prstDash val="solid"/>
                <a:round/>
                <a:headEnd len="sm" w="sm" type="none"/>
                <a:tailEnd len="sm" w="sm" type="none"/>
              </a:ln>
            </p:spPr>
          </p:cxnSp>
          <p:cxnSp>
            <p:nvCxnSpPr>
              <p:cNvPr id="6097" name="Google Shape;6097;p44"/>
              <p:cNvCxnSpPr/>
              <p:nvPr/>
            </p:nvCxnSpPr>
            <p:spPr>
              <a:xfrm>
                <a:off x="8210207" y="5117334"/>
                <a:ext cx="226800" cy="127000"/>
              </a:xfrm>
              <a:prstGeom prst="straightConnector1">
                <a:avLst/>
              </a:prstGeom>
              <a:noFill/>
              <a:ln cap="flat" cmpd="sng" w="9525">
                <a:solidFill>
                  <a:schemeClr val="dk1"/>
                </a:solidFill>
                <a:prstDash val="solid"/>
                <a:round/>
                <a:headEnd len="sm" w="sm" type="none"/>
                <a:tailEnd len="sm" w="sm" type="none"/>
              </a:ln>
            </p:spPr>
          </p:cxnSp>
          <p:cxnSp>
            <p:nvCxnSpPr>
              <p:cNvPr id="6098" name="Google Shape;6098;p44"/>
              <p:cNvCxnSpPr/>
              <p:nvPr/>
            </p:nvCxnSpPr>
            <p:spPr>
              <a:xfrm flipH="1" rot="10800000">
                <a:off x="8459425" y="5036562"/>
                <a:ext cx="404236" cy="207771"/>
              </a:xfrm>
              <a:prstGeom prst="straightConnector1">
                <a:avLst/>
              </a:prstGeom>
              <a:noFill/>
              <a:ln cap="flat" cmpd="sng" w="9525">
                <a:solidFill>
                  <a:schemeClr val="dk1"/>
                </a:solidFill>
                <a:prstDash val="solid"/>
                <a:round/>
                <a:headEnd len="sm" w="sm" type="none"/>
                <a:tailEnd len="sm" w="sm" type="none"/>
              </a:ln>
            </p:spPr>
          </p:cxnSp>
          <p:grpSp>
            <p:nvGrpSpPr>
              <p:cNvPr id="6099" name="Google Shape;6099;p44"/>
              <p:cNvGrpSpPr/>
              <p:nvPr/>
            </p:nvGrpSpPr>
            <p:grpSpPr>
              <a:xfrm>
                <a:off x="7948367" y="4775686"/>
                <a:ext cx="2318709" cy="1245936"/>
                <a:chOff x="7948367" y="4775686"/>
                <a:chExt cx="2318709" cy="1245936"/>
              </a:xfrm>
            </p:grpSpPr>
            <p:cxnSp>
              <p:nvCxnSpPr>
                <p:cNvPr id="6100" name="Google Shape;6100;p44"/>
                <p:cNvCxnSpPr/>
                <p:nvPr/>
              </p:nvCxnSpPr>
              <p:spPr>
                <a:xfrm rot="10800000">
                  <a:off x="10209926" y="5405286"/>
                  <a:ext cx="0" cy="114300"/>
                </a:xfrm>
                <a:prstGeom prst="straightConnector1">
                  <a:avLst/>
                </a:prstGeom>
                <a:noFill/>
                <a:ln cap="flat" cmpd="sng" w="12700">
                  <a:solidFill>
                    <a:schemeClr val="dk1"/>
                  </a:solidFill>
                  <a:prstDash val="solid"/>
                  <a:round/>
                  <a:headEnd len="sm" w="sm" type="none"/>
                  <a:tailEnd len="sm" w="sm" type="none"/>
                </a:ln>
              </p:spPr>
            </p:cxnSp>
            <p:cxnSp>
              <p:nvCxnSpPr>
                <p:cNvPr id="6101" name="Google Shape;6101;p44"/>
                <p:cNvCxnSpPr/>
                <p:nvPr/>
              </p:nvCxnSpPr>
              <p:spPr>
                <a:xfrm>
                  <a:off x="9432959" y="4838517"/>
                  <a:ext cx="524483" cy="261537"/>
                </a:xfrm>
                <a:prstGeom prst="straightConnector1">
                  <a:avLst/>
                </a:prstGeom>
                <a:noFill/>
                <a:ln cap="flat" cmpd="sng" w="9525">
                  <a:solidFill>
                    <a:schemeClr val="dk1"/>
                  </a:solidFill>
                  <a:prstDash val="solid"/>
                  <a:round/>
                  <a:headEnd len="sm" w="sm" type="none"/>
                  <a:tailEnd len="sm" w="sm" type="none"/>
                </a:ln>
              </p:spPr>
            </p:cxnSp>
            <p:cxnSp>
              <p:nvCxnSpPr>
                <p:cNvPr id="6102" name="Google Shape;6102;p44"/>
                <p:cNvCxnSpPr/>
                <p:nvPr/>
              </p:nvCxnSpPr>
              <p:spPr>
                <a:xfrm flipH="1" rot="10800000">
                  <a:off x="8850066" y="4838517"/>
                  <a:ext cx="569255" cy="246266"/>
                </a:xfrm>
                <a:prstGeom prst="straightConnector1">
                  <a:avLst/>
                </a:prstGeom>
                <a:noFill/>
                <a:ln cap="flat" cmpd="sng" w="9525">
                  <a:solidFill>
                    <a:schemeClr val="dk1"/>
                  </a:solidFill>
                  <a:prstDash val="solid"/>
                  <a:round/>
                  <a:headEnd len="sm" w="sm" type="none"/>
                  <a:tailEnd len="sm" w="sm" type="none"/>
                </a:ln>
              </p:spPr>
            </p:cxnSp>
            <p:cxnSp>
              <p:nvCxnSpPr>
                <p:cNvPr id="6103" name="Google Shape;6103;p44"/>
                <p:cNvCxnSpPr/>
                <p:nvPr/>
              </p:nvCxnSpPr>
              <p:spPr>
                <a:xfrm>
                  <a:off x="8821744" y="5108876"/>
                  <a:ext cx="1030502" cy="0"/>
                </a:xfrm>
                <a:prstGeom prst="straightConnector1">
                  <a:avLst/>
                </a:prstGeom>
                <a:noFill/>
                <a:ln cap="flat" cmpd="sng" w="9525">
                  <a:solidFill>
                    <a:schemeClr val="dk1"/>
                  </a:solidFill>
                  <a:prstDash val="solid"/>
                  <a:round/>
                  <a:headEnd len="sm" w="sm" type="none"/>
                  <a:tailEnd len="sm" w="sm" type="none"/>
                </a:ln>
              </p:spPr>
            </p:cxnSp>
            <p:cxnSp>
              <p:nvCxnSpPr>
                <p:cNvPr id="6104" name="Google Shape;6104;p44"/>
                <p:cNvCxnSpPr/>
                <p:nvPr/>
              </p:nvCxnSpPr>
              <p:spPr>
                <a:xfrm flipH="1" rot="10800000">
                  <a:off x="7948367" y="5290470"/>
                  <a:ext cx="412750" cy="127000"/>
                </a:xfrm>
                <a:prstGeom prst="straightConnector1">
                  <a:avLst/>
                </a:prstGeom>
                <a:noFill/>
                <a:ln cap="flat" cmpd="sng" w="9525">
                  <a:solidFill>
                    <a:schemeClr val="dk1"/>
                  </a:solidFill>
                  <a:prstDash val="solid"/>
                  <a:round/>
                  <a:headEnd len="sm" w="sm" type="none"/>
                  <a:tailEnd len="sm" w="sm" type="none"/>
                </a:ln>
              </p:spPr>
            </p:cxnSp>
            <p:cxnSp>
              <p:nvCxnSpPr>
                <p:cNvPr id="6105" name="Google Shape;6105;p44"/>
                <p:cNvCxnSpPr/>
                <p:nvPr/>
              </p:nvCxnSpPr>
              <p:spPr>
                <a:xfrm flipH="1">
                  <a:off x="8373817" y="5282252"/>
                  <a:ext cx="68080" cy="293968"/>
                </a:xfrm>
                <a:prstGeom prst="straightConnector1">
                  <a:avLst/>
                </a:prstGeom>
                <a:noFill/>
                <a:ln cap="flat" cmpd="sng" w="9525">
                  <a:solidFill>
                    <a:schemeClr val="dk1"/>
                  </a:solidFill>
                  <a:prstDash val="solid"/>
                  <a:round/>
                  <a:headEnd len="sm" w="sm" type="none"/>
                  <a:tailEnd len="sm" w="sm" type="none"/>
                </a:ln>
              </p:spPr>
            </p:cxnSp>
            <p:cxnSp>
              <p:nvCxnSpPr>
                <p:cNvPr id="6106" name="Google Shape;6106;p44"/>
                <p:cNvCxnSpPr/>
                <p:nvPr/>
              </p:nvCxnSpPr>
              <p:spPr>
                <a:xfrm rot="10800000">
                  <a:off x="8488731" y="5307931"/>
                  <a:ext cx="280374" cy="269876"/>
                </a:xfrm>
                <a:prstGeom prst="straightConnector1">
                  <a:avLst/>
                </a:prstGeom>
                <a:noFill/>
                <a:ln cap="flat" cmpd="sng" w="9525">
                  <a:solidFill>
                    <a:schemeClr val="dk1"/>
                  </a:solidFill>
                  <a:prstDash val="solid"/>
                  <a:round/>
                  <a:headEnd len="sm" w="sm" type="none"/>
                  <a:tailEnd len="sm" w="sm" type="none"/>
                </a:ln>
              </p:spPr>
            </p:cxnSp>
            <p:cxnSp>
              <p:nvCxnSpPr>
                <p:cNvPr id="6107" name="Google Shape;6107;p44"/>
                <p:cNvCxnSpPr/>
                <p:nvPr/>
              </p:nvCxnSpPr>
              <p:spPr>
                <a:xfrm>
                  <a:off x="8488731" y="5258048"/>
                  <a:ext cx="914184" cy="468622"/>
                </a:xfrm>
                <a:prstGeom prst="straightConnector1">
                  <a:avLst/>
                </a:prstGeom>
                <a:noFill/>
                <a:ln cap="flat" cmpd="sng" w="9525">
                  <a:solidFill>
                    <a:schemeClr val="dk1"/>
                  </a:solidFill>
                  <a:prstDash val="solid"/>
                  <a:round/>
                  <a:headEnd len="sm" w="sm" type="none"/>
                  <a:tailEnd len="sm" w="sm" type="none"/>
                </a:ln>
              </p:spPr>
            </p:cxnSp>
            <p:cxnSp>
              <p:nvCxnSpPr>
                <p:cNvPr id="6108" name="Google Shape;6108;p44"/>
                <p:cNvCxnSpPr/>
                <p:nvPr/>
              </p:nvCxnSpPr>
              <p:spPr>
                <a:xfrm flipH="1" rot="5400000">
                  <a:off x="9885545" y="5583471"/>
                  <a:ext cx="366793" cy="1482"/>
                </a:xfrm>
                <a:prstGeom prst="straightConnector1">
                  <a:avLst/>
                </a:prstGeom>
                <a:noFill/>
                <a:ln cap="flat" cmpd="sng" w="12700">
                  <a:solidFill>
                    <a:schemeClr val="dk1"/>
                  </a:solidFill>
                  <a:prstDash val="solid"/>
                  <a:round/>
                  <a:headEnd len="sm" w="sm" type="none"/>
                  <a:tailEnd len="sm" w="sm" type="none"/>
                </a:ln>
              </p:spPr>
            </p:cxnSp>
            <p:pic>
              <p:nvPicPr>
                <p:cNvPr descr="antenna_radiation_stylized" id="6109" name="Google Shape;6109;p44"/>
                <p:cNvPicPr preferRelativeResize="0"/>
                <p:nvPr/>
              </p:nvPicPr>
              <p:blipFill rotWithShape="1">
                <a:blip r:embed="rId22">
                  <a:alphaModFix/>
                </a:blip>
                <a:srcRect b="0" l="0" r="0" t="0"/>
                <a:stretch/>
              </p:blipFill>
              <p:spPr>
                <a:xfrm>
                  <a:off x="9242073" y="5480938"/>
                  <a:ext cx="452014" cy="95159"/>
                </a:xfrm>
                <a:prstGeom prst="rect">
                  <a:avLst/>
                </a:prstGeom>
                <a:noFill/>
                <a:ln>
                  <a:noFill/>
                </a:ln>
              </p:spPr>
            </p:pic>
            <p:pic>
              <p:nvPicPr>
                <p:cNvPr descr="access_point_stylized_small" id="6110" name="Google Shape;6110;p44"/>
                <p:cNvPicPr preferRelativeResize="0"/>
                <p:nvPr/>
              </p:nvPicPr>
              <p:blipFill rotWithShape="1">
                <a:blip r:embed="rId18">
                  <a:alphaModFix/>
                </a:blip>
                <a:srcRect b="0" l="0" r="0" t="0"/>
                <a:stretch/>
              </p:blipFill>
              <p:spPr>
                <a:xfrm>
                  <a:off x="9290610" y="5524232"/>
                  <a:ext cx="380935" cy="317464"/>
                </a:xfrm>
                <a:prstGeom prst="rect">
                  <a:avLst/>
                </a:prstGeom>
                <a:noFill/>
                <a:ln>
                  <a:noFill/>
                </a:ln>
              </p:spPr>
            </p:pic>
            <p:grpSp>
              <p:nvGrpSpPr>
                <p:cNvPr id="6111" name="Google Shape;6111;p44"/>
                <p:cNvGrpSpPr/>
                <p:nvPr/>
              </p:nvGrpSpPr>
              <p:grpSpPr>
                <a:xfrm>
                  <a:off x="9783558" y="4989983"/>
                  <a:ext cx="393760" cy="218578"/>
                  <a:chOff x="7493876" y="2774731"/>
                  <a:chExt cx="1481958" cy="894622"/>
                </a:xfrm>
              </p:grpSpPr>
              <p:sp>
                <p:nvSpPr>
                  <p:cNvPr id="6112" name="Google Shape;6112;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113" name="Google Shape;6113;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114" name="Google Shape;6114;p44"/>
                  <p:cNvGrpSpPr/>
                  <p:nvPr/>
                </p:nvGrpSpPr>
                <p:grpSpPr>
                  <a:xfrm>
                    <a:off x="7713663" y="2848339"/>
                    <a:ext cx="1042107" cy="425543"/>
                    <a:chOff x="7786941" y="2884917"/>
                    <a:chExt cx="897649" cy="353919"/>
                  </a:xfrm>
                </p:grpSpPr>
                <p:sp>
                  <p:nvSpPr>
                    <p:cNvPr id="6115" name="Google Shape;6115;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6" name="Google Shape;6116;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7" name="Google Shape;6117;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8" name="Google Shape;6118;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19" name="Google Shape;6119;p44"/>
                <p:cNvGrpSpPr/>
                <p:nvPr/>
              </p:nvGrpSpPr>
              <p:grpSpPr>
                <a:xfrm>
                  <a:off x="9849365" y="5339037"/>
                  <a:ext cx="309740" cy="190838"/>
                  <a:chOff x="3668110" y="2448910"/>
                  <a:chExt cx="3794234" cy="2165130"/>
                </a:xfrm>
              </p:grpSpPr>
              <p:sp>
                <p:nvSpPr>
                  <p:cNvPr id="6120" name="Google Shape;6120;p4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21" name="Google Shape;6121;p4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122" name="Google Shape;6122;p44"/>
                  <p:cNvGrpSpPr/>
                  <p:nvPr/>
                </p:nvGrpSpPr>
                <p:grpSpPr>
                  <a:xfrm>
                    <a:off x="3941378" y="2603243"/>
                    <a:ext cx="3202061" cy="1066110"/>
                    <a:chOff x="7939341" y="3037317"/>
                    <a:chExt cx="897649" cy="353919"/>
                  </a:xfrm>
                </p:grpSpPr>
                <p:sp>
                  <p:nvSpPr>
                    <p:cNvPr id="6123" name="Google Shape;6123;p4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24" name="Google Shape;6124;p4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25" name="Google Shape;6125;p4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26" name="Google Shape;6126;p4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27" name="Google Shape;6127;p44"/>
                <p:cNvGrpSpPr/>
                <p:nvPr/>
              </p:nvGrpSpPr>
              <p:grpSpPr>
                <a:xfrm>
                  <a:off x="8676619" y="4967420"/>
                  <a:ext cx="393760" cy="218578"/>
                  <a:chOff x="7493876" y="2774731"/>
                  <a:chExt cx="1481958" cy="894622"/>
                </a:xfrm>
              </p:grpSpPr>
              <p:sp>
                <p:nvSpPr>
                  <p:cNvPr id="6128" name="Google Shape;6128;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129" name="Google Shape;6129;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130" name="Google Shape;6130;p44"/>
                  <p:cNvGrpSpPr/>
                  <p:nvPr/>
                </p:nvGrpSpPr>
                <p:grpSpPr>
                  <a:xfrm>
                    <a:off x="7713663" y="2848339"/>
                    <a:ext cx="1042107" cy="425543"/>
                    <a:chOff x="7786941" y="2884917"/>
                    <a:chExt cx="897649" cy="353919"/>
                  </a:xfrm>
                </p:grpSpPr>
                <p:sp>
                  <p:nvSpPr>
                    <p:cNvPr id="6131" name="Google Shape;6131;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32" name="Google Shape;6132;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33" name="Google Shape;6133;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34" name="Google Shape;6134;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35" name="Google Shape;6135;p44"/>
                <p:cNvGrpSpPr/>
                <p:nvPr/>
              </p:nvGrpSpPr>
              <p:grpSpPr>
                <a:xfrm>
                  <a:off x="8311520" y="5194433"/>
                  <a:ext cx="309740" cy="190838"/>
                  <a:chOff x="3668110" y="2448910"/>
                  <a:chExt cx="3794234" cy="2165130"/>
                </a:xfrm>
              </p:grpSpPr>
              <p:sp>
                <p:nvSpPr>
                  <p:cNvPr id="6136" name="Google Shape;6136;p4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37" name="Google Shape;6137;p4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138" name="Google Shape;6138;p44"/>
                  <p:cNvGrpSpPr/>
                  <p:nvPr/>
                </p:nvGrpSpPr>
                <p:grpSpPr>
                  <a:xfrm>
                    <a:off x="3941378" y="2603243"/>
                    <a:ext cx="3202061" cy="1066110"/>
                    <a:chOff x="7939341" y="3037317"/>
                    <a:chExt cx="897649" cy="353919"/>
                  </a:xfrm>
                </p:grpSpPr>
                <p:sp>
                  <p:nvSpPr>
                    <p:cNvPr id="6139" name="Google Shape;6139;p4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40" name="Google Shape;6140;p4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41" name="Google Shape;6141;p4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42" name="Google Shape;6142;p4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43" name="Google Shape;6143;p44"/>
                <p:cNvGrpSpPr/>
                <p:nvPr/>
              </p:nvGrpSpPr>
              <p:grpSpPr>
                <a:xfrm>
                  <a:off x="9247893" y="4775686"/>
                  <a:ext cx="393760" cy="218578"/>
                  <a:chOff x="7493876" y="2774731"/>
                  <a:chExt cx="1481958" cy="894622"/>
                </a:xfrm>
              </p:grpSpPr>
              <p:sp>
                <p:nvSpPr>
                  <p:cNvPr id="6144" name="Google Shape;6144;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145" name="Google Shape;6145;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146" name="Google Shape;6146;p44"/>
                  <p:cNvGrpSpPr/>
                  <p:nvPr/>
                </p:nvGrpSpPr>
                <p:grpSpPr>
                  <a:xfrm>
                    <a:off x="7713663" y="2848339"/>
                    <a:ext cx="1042107" cy="425543"/>
                    <a:chOff x="7786941" y="2884917"/>
                    <a:chExt cx="897649" cy="353919"/>
                  </a:xfrm>
                </p:grpSpPr>
                <p:sp>
                  <p:nvSpPr>
                    <p:cNvPr id="6147" name="Google Shape;6147;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48" name="Google Shape;6148;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49" name="Google Shape;6149;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50" name="Google Shape;6150;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stylized" id="6151" name="Google Shape;6151;p44"/>
                <p:cNvPicPr preferRelativeResize="0"/>
                <p:nvPr/>
              </p:nvPicPr>
              <p:blipFill rotWithShape="1">
                <a:blip r:embed="rId23">
                  <a:alphaModFix/>
                </a:blip>
                <a:srcRect b="0" l="0" r="0" t="0"/>
                <a:stretch/>
              </p:blipFill>
              <p:spPr>
                <a:xfrm>
                  <a:off x="9201681" y="5852809"/>
                  <a:ext cx="307702" cy="168813"/>
                </a:xfrm>
                <a:prstGeom prst="rect">
                  <a:avLst/>
                </a:prstGeom>
                <a:noFill/>
                <a:ln>
                  <a:noFill/>
                </a:ln>
              </p:spPr>
            </p:pic>
            <p:pic>
              <p:nvPicPr>
                <p:cNvPr descr="antenna_stylized" id="6152" name="Google Shape;6152;p44"/>
                <p:cNvPicPr preferRelativeResize="0"/>
                <p:nvPr/>
              </p:nvPicPr>
              <p:blipFill rotWithShape="1">
                <a:blip r:embed="rId23">
                  <a:alphaModFix/>
                </a:blip>
                <a:srcRect b="0" l="0" r="0" t="0"/>
                <a:stretch/>
              </p:blipFill>
              <p:spPr>
                <a:xfrm>
                  <a:off x="9534746" y="5795138"/>
                  <a:ext cx="316707" cy="138962"/>
                </a:xfrm>
                <a:prstGeom prst="rect">
                  <a:avLst/>
                </a:prstGeom>
                <a:noFill/>
                <a:ln>
                  <a:noFill/>
                </a:ln>
              </p:spPr>
            </p:pic>
          </p:grpSp>
        </p:grpSp>
        <p:grpSp>
          <p:nvGrpSpPr>
            <p:cNvPr id="6153" name="Google Shape;6153;p44"/>
            <p:cNvGrpSpPr/>
            <p:nvPr/>
          </p:nvGrpSpPr>
          <p:grpSpPr>
            <a:xfrm>
              <a:off x="10925982" y="4188911"/>
              <a:ext cx="657413" cy="451816"/>
              <a:chOff x="10925982" y="4188911"/>
              <a:chExt cx="657413" cy="451816"/>
            </a:xfrm>
          </p:grpSpPr>
          <p:grpSp>
            <p:nvGrpSpPr>
              <p:cNvPr id="6154" name="Google Shape;6154;p44"/>
              <p:cNvGrpSpPr/>
              <p:nvPr/>
            </p:nvGrpSpPr>
            <p:grpSpPr>
              <a:xfrm>
                <a:off x="11093556" y="4188911"/>
                <a:ext cx="489839" cy="451816"/>
                <a:chOff x="5103720" y="2693365"/>
                <a:chExt cx="611650" cy="414788"/>
              </a:xfrm>
            </p:grpSpPr>
            <p:cxnSp>
              <p:nvCxnSpPr>
                <p:cNvPr id="6155" name="Google Shape;6155;p4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6156" name="Google Shape;6156;p44"/>
                <p:cNvGrpSpPr/>
                <p:nvPr/>
              </p:nvGrpSpPr>
              <p:grpSpPr>
                <a:xfrm>
                  <a:off x="5275406" y="2693365"/>
                  <a:ext cx="439964" cy="414788"/>
                  <a:chOff x="5275406" y="2711455"/>
                  <a:chExt cx="452949" cy="405518"/>
                </a:xfrm>
              </p:grpSpPr>
              <p:pic>
                <p:nvPicPr>
                  <p:cNvPr descr="server_rack.png" id="6157" name="Google Shape;6157;p44"/>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6158" name="Google Shape;6158;p44"/>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6159" name="Google Shape;6159;p44"/>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nvGrpSpPr>
              <p:cNvPr id="6160" name="Google Shape;6160;p44"/>
              <p:cNvGrpSpPr/>
              <p:nvPr/>
            </p:nvGrpSpPr>
            <p:grpSpPr>
              <a:xfrm>
                <a:off x="10925982" y="4369125"/>
                <a:ext cx="228295" cy="120400"/>
                <a:chOff x="7493876" y="2774731"/>
                <a:chExt cx="1481958" cy="894622"/>
              </a:xfrm>
            </p:grpSpPr>
            <p:sp>
              <p:nvSpPr>
                <p:cNvPr id="6161" name="Google Shape;6161;p4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162" name="Google Shape;6162;p4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163" name="Google Shape;6163;p44"/>
                <p:cNvGrpSpPr/>
                <p:nvPr/>
              </p:nvGrpSpPr>
              <p:grpSpPr>
                <a:xfrm>
                  <a:off x="7713663" y="2848339"/>
                  <a:ext cx="1042107" cy="425543"/>
                  <a:chOff x="7786941" y="2884917"/>
                  <a:chExt cx="897649" cy="353919"/>
                </a:xfrm>
              </p:grpSpPr>
              <p:sp>
                <p:nvSpPr>
                  <p:cNvPr id="6164" name="Google Shape;6164;p4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65" name="Google Shape;6165;p4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66" name="Google Shape;6166;p4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67" name="Google Shape;6167;p4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grpSp>
        <p:nvGrpSpPr>
          <p:cNvPr id="6168" name="Google Shape;6168;p44"/>
          <p:cNvGrpSpPr/>
          <p:nvPr/>
        </p:nvGrpSpPr>
        <p:grpSpPr>
          <a:xfrm>
            <a:off x="7380480" y="1798646"/>
            <a:ext cx="4322981" cy="3949460"/>
            <a:chOff x="11448552" y="1676017"/>
            <a:chExt cx="4322981" cy="3949460"/>
          </a:xfrm>
        </p:grpSpPr>
        <p:sp>
          <p:nvSpPr>
            <p:cNvPr id="6169" name="Google Shape;6169;p44"/>
            <p:cNvSpPr/>
            <p:nvPr/>
          </p:nvSpPr>
          <p:spPr>
            <a:xfrm>
              <a:off x="11548524" y="3627656"/>
              <a:ext cx="1007401" cy="44821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70" name="Google Shape;6170;p44"/>
            <p:cNvSpPr/>
            <p:nvPr/>
          </p:nvSpPr>
          <p:spPr>
            <a:xfrm rot="1622536">
              <a:off x="12634901" y="5270789"/>
              <a:ext cx="887739" cy="161724"/>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71" name="Google Shape;6171;p44"/>
            <p:cNvSpPr/>
            <p:nvPr/>
          </p:nvSpPr>
          <p:spPr>
            <a:xfrm>
              <a:off x="12775958" y="1847944"/>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72" name="Google Shape;6172;p44"/>
            <p:cNvSpPr/>
            <p:nvPr/>
          </p:nvSpPr>
          <p:spPr>
            <a:xfrm>
              <a:off x="12669374" y="4563454"/>
              <a:ext cx="1698836"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73" name="Google Shape;6173;p44"/>
            <p:cNvSpPr/>
            <p:nvPr/>
          </p:nvSpPr>
          <p:spPr>
            <a:xfrm>
              <a:off x="12239699" y="4881027"/>
              <a:ext cx="660040" cy="553827"/>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74" name="Google Shape;6174;p44"/>
            <p:cNvSpPr/>
            <p:nvPr/>
          </p:nvSpPr>
          <p:spPr>
            <a:xfrm>
              <a:off x="12638017" y="2106713"/>
              <a:ext cx="503074" cy="24332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75" name="Google Shape;6175;p44"/>
            <p:cNvSpPr/>
            <p:nvPr/>
          </p:nvSpPr>
          <p:spPr>
            <a:xfrm>
              <a:off x="13837524" y="5040395"/>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76" name="Google Shape;6176;p44"/>
            <p:cNvSpPr/>
            <p:nvPr/>
          </p:nvSpPr>
          <p:spPr>
            <a:xfrm rot="2528345">
              <a:off x="12297976" y="2504847"/>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77" name="Google Shape;6177;p44"/>
            <p:cNvSpPr/>
            <p:nvPr/>
          </p:nvSpPr>
          <p:spPr>
            <a:xfrm>
              <a:off x="11972286" y="1972003"/>
              <a:ext cx="612303" cy="754264"/>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78" name="Google Shape;6178;p44"/>
            <p:cNvSpPr/>
            <p:nvPr/>
          </p:nvSpPr>
          <p:spPr>
            <a:xfrm>
              <a:off x="11792971" y="1676017"/>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79" name="Google Shape;6179;p44"/>
            <p:cNvSpPr/>
            <p:nvPr/>
          </p:nvSpPr>
          <p:spPr>
            <a:xfrm>
              <a:off x="11448552" y="2167072"/>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80" name="Google Shape;6180;p44"/>
            <p:cNvSpPr/>
            <p:nvPr/>
          </p:nvSpPr>
          <p:spPr>
            <a:xfrm>
              <a:off x="11807613" y="3089587"/>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81" name="Google Shape;6181;p44"/>
            <p:cNvSpPr/>
            <p:nvPr/>
          </p:nvSpPr>
          <p:spPr>
            <a:xfrm>
              <a:off x="11461856" y="3203435"/>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82" name="Google Shape;6182;p44"/>
            <p:cNvSpPr/>
            <p:nvPr/>
          </p:nvSpPr>
          <p:spPr>
            <a:xfrm>
              <a:off x="14880961" y="3246013"/>
              <a:ext cx="81304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83" name="Google Shape;6183;p44"/>
            <p:cNvSpPr/>
            <p:nvPr/>
          </p:nvSpPr>
          <p:spPr>
            <a:xfrm>
              <a:off x="14958490" y="4026029"/>
              <a:ext cx="81304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6184" name="Google Shape;6184;p44"/>
          <p:cNvSpPr txBox="1"/>
          <p:nvPr>
            <p:ph idx="1" type="body"/>
          </p:nvPr>
        </p:nvSpPr>
        <p:spPr>
          <a:xfrm>
            <a:off x="838199" y="1825625"/>
            <a:ext cx="5692665" cy="46174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sz="3200">
                <a:solidFill>
                  <a:srgbClr val="CC0000"/>
                </a:solidFill>
                <a:latin typeface="Calibri"/>
                <a:ea typeface="Calibri"/>
                <a:cs typeface="Calibri"/>
                <a:sym typeface="Calibri"/>
              </a:rPr>
              <a:t>Network edge:</a:t>
            </a:r>
            <a:endParaRPr sz="3200">
              <a:solidFill>
                <a:srgbClr val="CC0000"/>
              </a:solidFill>
              <a:latin typeface="Calibri"/>
              <a:ea typeface="Calibri"/>
              <a:cs typeface="Calibri"/>
              <a:sym typeface="Calibri"/>
            </a:endParaRPr>
          </a:p>
          <a:p>
            <a:pPr indent="-225425" lvl="0" marL="351155" rtl="0" algn="l">
              <a:lnSpc>
                <a:spcPct val="90000"/>
              </a:lnSpc>
              <a:spcBef>
                <a:spcPts val="1000"/>
              </a:spcBef>
              <a:spcAft>
                <a:spcPts val="0"/>
              </a:spcAft>
              <a:buSzPts val="2800"/>
              <a:buChar char="▪"/>
            </a:pPr>
            <a:r>
              <a:rPr lang="en-US">
                <a:latin typeface="Calibri"/>
                <a:ea typeface="Calibri"/>
                <a:cs typeface="Calibri"/>
                <a:sym typeface="Calibri"/>
              </a:rPr>
              <a:t>hosts: clients and servers</a:t>
            </a:r>
            <a:endParaRPr>
              <a:latin typeface="Calibri"/>
              <a:ea typeface="Calibri"/>
              <a:cs typeface="Calibri"/>
              <a:sym typeface="Calibri"/>
            </a:endParaRPr>
          </a:p>
          <a:p>
            <a:pPr indent="-225425" lvl="0" marL="351155" rtl="0" algn="l">
              <a:lnSpc>
                <a:spcPct val="90000"/>
              </a:lnSpc>
              <a:spcBef>
                <a:spcPts val="1000"/>
              </a:spcBef>
              <a:spcAft>
                <a:spcPts val="0"/>
              </a:spcAft>
              <a:buSzPts val="2800"/>
              <a:buChar char="▪"/>
            </a:pPr>
            <a:r>
              <a:rPr lang="en-US">
                <a:latin typeface="Calibri"/>
                <a:ea typeface="Calibri"/>
                <a:cs typeface="Calibri"/>
                <a:sym typeface="Calibri"/>
              </a:rPr>
              <a:t>servers often in data centers</a:t>
            </a:r>
            <a:endParaRPr>
              <a:latin typeface="Calibri"/>
              <a:ea typeface="Calibri"/>
              <a:cs typeface="Calibri"/>
              <a:sym typeface="Calibri"/>
            </a:endParaRPr>
          </a:p>
          <a:p>
            <a:pPr indent="0" lvl="0" marL="11430" rtl="0" algn="l">
              <a:lnSpc>
                <a:spcPct val="90000"/>
              </a:lnSpc>
              <a:spcBef>
                <a:spcPts val="2200"/>
              </a:spcBef>
              <a:spcAft>
                <a:spcPts val="0"/>
              </a:spcAft>
              <a:buSzPts val="2400"/>
              <a:buNone/>
            </a:pPr>
            <a:r>
              <a:rPr lang="en-US" sz="3200">
                <a:solidFill>
                  <a:srgbClr val="CC0000"/>
                </a:solidFill>
                <a:latin typeface="Calibri"/>
                <a:ea typeface="Calibri"/>
                <a:cs typeface="Calibri"/>
                <a:sym typeface="Calibri"/>
              </a:rPr>
              <a:t>Access networks, physical media:</a:t>
            </a:r>
            <a:endParaRPr sz="3200">
              <a:solidFill>
                <a:srgbClr val="CC0000"/>
              </a:solidFill>
              <a:latin typeface="Calibri"/>
              <a:ea typeface="Calibri"/>
              <a:cs typeface="Calibri"/>
              <a:sym typeface="Calibri"/>
            </a:endParaRPr>
          </a:p>
          <a:p>
            <a:pPr indent="-177800" lvl="0" marL="290830" rtl="0" algn="l">
              <a:lnSpc>
                <a:spcPct val="90000"/>
              </a:lnSpc>
              <a:spcBef>
                <a:spcPts val="1000"/>
              </a:spcBef>
              <a:spcAft>
                <a:spcPts val="0"/>
              </a:spcAft>
              <a:buSzPts val="2800"/>
              <a:buChar char="▪"/>
            </a:pPr>
            <a:r>
              <a:rPr lang="en-US">
                <a:latin typeface="Calibri"/>
                <a:ea typeface="Calibri"/>
                <a:cs typeface="Calibri"/>
                <a:sym typeface="Calibri"/>
              </a:rPr>
              <a:t>wired, wireless communication links</a:t>
            </a:r>
            <a:r>
              <a:rPr lang="en-US">
                <a:solidFill>
                  <a:srgbClr val="FF0000"/>
                </a:solidFill>
                <a:latin typeface="Calibri"/>
                <a:ea typeface="Calibri"/>
                <a:cs typeface="Calibri"/>
                <a:sym typeface="Calibri"/>
              </a:rPr>
              <a:t> </a:t>
            </a:r>
            <a:endParaRPr>
              <a:solidFill>
                <a:srgbClr val="FF0000"/>
              </a:solidFill>
              <a:latin typeface="Calibri"/>
              <a:ea typeface="Calibri"/>
              <a:cs typeface="Calibri"/>
              <a:sym typeface="Calibri"/>
            </a:endParaRPr>
          </a:p>
          <a:p>
            <a:pPr indent="0" lvl="0" marL="174625" rtl="0" algn="l">
              <a:lnSpc>
                <a:spcPct val="90000"/>
              </a:lnSpc>
              <a:spcBef>
                <a:spcPts val="1000"/>
              </a:spcBef>
              <a:spcAft>
                <a:spcPts val="0"/>
              </a:spcAft>
              <a:buSzPts val="2100"/>
              <a:buNone/>
            </a:pPr>
            <a:r>
              <a:t/>
            </a:r>
            <a:endParaRPr/>
          </a:p>
          <a:p>
            <a:pPr indent="-44450" lvl="0" marL="352425" rtl="0" algn="l">
              <a:lnSpc>
                <a:spcPct val="90000"/>
              </a:lnSpc>
              <a:spcBef>
                <a:spcPts val="1000"/>
              </a:spcBef>
              <a:spcAft>
                <a:spcPts val="0"/>
              </a:spcAft>
              <a:buSzPts val="2800"/>
              <a:buNone/>
            </a:pPr>
            <a:r>
              <a:t/>
            </a:r>
            <a:endParaRPr/>
          </a:p>
        </p:txBody>
      </p:sp>
      <p:sp>
        <p:nvSpPr>
          <p:cNvPr id="6185" name="Google Shape;6185;p44"/>
          <p:cNvSpPr/>
          <p:nvPr/>
        </p:nvSpPr>
        <p:spPr>
          <a:xfrm>
            <a:off x="683172" y="1681655"/>
            <a:ext cx="5787853" cy="1703362"/>
          </a:xfrm>
          <a:prstGeom prst="rect">
            <a:avLst/>
          </a:prstGeom>
          <a:solidFill>
            <a:schemeClr val="lt1">
              <a:alpha val="7294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0" name="Shape 6190"/>
        <p:cNvGrpSpPr/>
        <p:nvPr/>
      </p:nvGrpSpPr>
      <p:grpSpPr>
        <a:xfrm>
          <a:off x="0" y="0"/>
          <a:ext cx="0" cy="0"/>
          <a:chOff x="0" y="0"/>
          <a:chExt cx="0" cy="0"/>
        </a:xfrm>
      </p:grpSpPr>
      <p:sp>
        <p:nvSpPr>
          <p:cNvPr id="6191" name="Google Shape;6191;p45"/>
          <p:cNvSpPr/>
          <p:nvPr/>
        </p:nvSpPr>
        <p:spPr>
          <a:xfrm>
            <a:off x="7439074" y="3553079"/>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92" name="Google Shape;6192;p4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b="0" lang="en-US" sz="6000"/>
              <a:t>A closer look at Internet structure</a:t>
            </a:r>
            <a:endParaRPr b="0" sz="6000"/>
          </a:p>
        </p:txBody>
      </p:sp>
      <p:sp>
        <p:nvSpPr>
          <p:cNvPr id="6193" name="Google Shape;6193;p45"/>
          <p:cNvSpPr txBox="1"/>
          <p:nvPr>
            <p:ph idx="1" type="body"/>
          </p:nvPr>
        </p:nvSpPr>
        <p:spPr>
          <a:xfrm>
            <a:off x="838199" y="1825625"/>
            <a:ext cx="5692665" cy="46174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sz="3200">
                <a:solidFill>
                  <a:srgbClr val="CC0000"/>
                </a:solidFill>
                <a:latin typeface="Calibri"/>
                <a:ea typeface="Calibri"/>
                <a:cs typeface="Calibri"/>
                <a:sym typeface="Calibri"/>
              </a:rPr>
              <a:t>Network edge:</a:t>
            </a:r>
            <a:endParaRPr sz="3200">
              <a:solidFill>
                <a:srgbClr val="CC0000"/>
              </a:solidFill>
              <a:latin typeface="Calibri"/>
              <a:ea typeface="Calibri"/>
              <a:cs typeface="Calibri"/>
              <a:sym typeface="Calibri"/>
            </a:endParaRPr>
          </a:p>
          <a:p>
            <a:pPr indent="-225425" lvl="0" marL="351155" rtl="0" algn="l">
              <a:lnSpc>
                <a:spcPct val="90000"/>
              </a:lnSpc>
              <a:spcBef>
                <a:spcPts val="1000"/>
              </a:spcBef>
              <a:spcAft>
                <a:spcPts val="0"/>
              </a:spcAft>
              <a:buSzPts val="2800"/>
              <a:buChar char="▪"/>
            </a:pPr>
            <a:r>
              <a:rPr lang="en-US">
                <a:latin typeface="Calibri"/>
                <a:ea typeface="Calibri"/>
                <a:cs typeface="Calibri"/>
                <a:sym typeface="Calibri"/>
              </a:rPr>
              <a:t>hosts: clients and servers</a:t>
            </a:r>
            <a:endParaRPr>
              <a:latin typeface="Calibri"/>
              <a:ea typeface="Calibri"/>
              <a:cs typeface="Calibri"/>
              <a:sym typeface="Calibri"/>
            </a:endParaRPr>
          </a:p>
          <a:p>
            <a:pPr indent="-225425" lvl="0" marL="351155" rtl="0" algn="l">
              <a:lnSpc>
                <a:spcPct val="90000"/>
              </a:lnSpc>
              <a:spcBef>
                <a:spcPts val="1000"/>
              </a:spcBef>
              <a:spcAft>
                <a:spcPts val="0"/>
              </a:spcAft>
              <a:buSzPts val="2800"/>
              <a:buChar char="▪"/>
            </a:pPr>
            <a:r>
              <a:rPr lang="en-US">
                <a:latin typeface="Calibri"/>
                <a:ea typeface="Calibri"/>
                <a:cs typeface="Calibri"/>
                <a:sym typeface="Calibri"/>
              </a:rPr>
              <a:t>servers often in data centers</a:t>
            </a:r>
            <a:endParaRPr>
              <a:latin typeface="Calibri"/>
              <a:ea typeface="Calibri"/>
              <a:cs typeface="Calibri"/>
              <a:sym typeface="Calibri"/>
            </a:endParaRPr>
          </a:p>
          <a:p>
            <a:pPr indent="0" lvl="0" marL="11430" rtl="0" algn="l">
              <a:lnSpc>
                <a:spcPct val="90000"/>
              </a:lnSpc>
              <a:spcBef>
                <a:spcPts val="2200"/>
              </a:spcBef>
              <a:spcAft>
                <a:spcPts val="0"/>
              </a:spcAft>
              <a:buSzPts val="2400"/>
              <a:buNone/>
            </a:pPr>
            <a:r>
              <a:rPr lang="en-US" sz="3200">
                <a:solidFill>
                  <a:srgbClr val="CC0000"/>
                </a:solidFill>
                <a:latin typeface="Calibri"/>
                <a:ea typeface="Calibri"/>
                <a:cs typeface="Calibri"/>
                <a:sym typeface="Calibri"/>
              </a:rPr>
              <a:t>Access networks, physical media:</a:t>
            </a:r>
            <a:endParaRPr sz="3200">
              <a:solidFill>
                <a:srgbClr val="CC0000"/>
              </a:solidFill>
              <a:latin typeface="Calibri"/>
              <a:ea typeface="Calibri"/>
              <a:cs typeface="Calibri"/>
              <a:sym typeface="Calibri"/>
            </a:endParaRPr>
          </a:p>
          <a:p>
            <a:pPr indent="-177800" lvl="0" marL="290830" rtl="0" algn="l">
              <a:lnSpc>
                <a:spcPct val="90000"/>
              </a:lnSpc>
              <a:spcBef>
                <a:spcPts val="1000"/>
              </a:spcBef>
              <a:spcAft>
                <a:spcPts val="0"/>
              </a:spcAft>
              <a:buSzPts val="2800"/>
              <a:buChar char="▪"/>
            </a:pPr>
            <a:r>
              <a:rPr lang="en-US">
                <a:latin typeface="Calibri"/>
                <a:ea typeface="Calibri"/>
                <a:cs typeface="Calibri"/>
                <a:sym typeface="Calibri"/>
              </a:rPr>
              <a:t>wired, wireless communication links</a:t>
            </a:r>
            <a:r>
              <a:rPr lang="en-US">
                <a:solidFill>
                  <a:srgbClr val="FF0000"/>
                </a:solidFill>
                <a:latin typeface="Calibri"/>
                <a:ea typeface="Calibri"/>
                <a:cs typeface="Calibri"/>
                <a:sym typeface="Calibri"/>
              </a:rPr>
              <a:t> </a:t>
            </a:r>
            <a:endParaRPr>
              <a:solidFill>
                <a:srgbClr val="FF0000"/>
              </a:solidFill>
              <a:latin typeface="Calibri"/>
              <a:ea typeface="Calibri"/>
              <a:cs typeface="Calibri"/>
              <a:sym typeface="Calibri"/>
            </a:endParaRPr>
          </a:p>
          <a:p>
            <a:pPr indent="0" lvl="0" marL="9525" rtl="0" algn="l">
              <a:lnSpc>
                <a:spcPct val="90000"/>
              </a:lnSpc>
              <a:spcBef>
                <a:spcPts val="2200"/>
              </a:spcBef>
              <a:spcAft>
                <a:spcPts val="0"/>
              </a:spcAft>
              <a:buSzPts val="2400"/>
              <a:buNone/>
            </a:pPr>
            <a:r>
              <a:rPr lang="en-US" sz="3200">
                <a:solidFill>
                  <a:srgbClr val="CC0000"/>
                </a:solidFill>
                <a:latin typeface="Calibri"/>
                <a:ea typeface="Calibri"/>
                <a:cs typeface="Calibri"/>
                <a:sym typeface="Calibri"/>
              </a:rPr>
              <a:t>Network core: </a:t>
            </a:r>
            <a:endParaRPr sz="3200">
              <a:solidFill>
                <a:srgbClr val="CC0000"/>
              </a:solidFill>
              <a:latin typeface="Calibri"/>
              <a:ea typeface="Calibri"/>
              <a:cs typeface="Calibri"/>
              <a:sym typeface="Calibri"/>
            </a:endParaRPr>
          </a:p>
          <a:p>
            <a:pPr indent="-208279" lvl="1" marL="342900" rtl="0" algn="l">
              <a:lnSpc>
                <a:spcPct val="85000"/>
              </a:lnSpc>
              <a:spcBef>
                <a:spcPts val="420"/>
              </a:spcBef>
              <a:spcAft>
                <a:spcPts val="0"/>
              </a:spcAft>
              <a:buClr>
                <a:srgbClr val="000099"/>
              </a:buClr>
              <a:buSzPts val="2660"/>
              <a:buFont typeface="Noto Sans Symbols"/>
              <a:buChar char="▪"/>
            </a:pPr>
            <a:r>
              <a:rPr lang="en-US" sz="2800">
                <a:latin typeface="Calibri"/>
                <a:ea typeface="Calibri"/>
                <a:cs typeface="Calibri"/>
                <a:sym typeface="Calibri"/>
              </a:rPr>
              <a:t>interconnected routers</a:t>
            </a:r>
            <a:endParaRPr sz="2800">
              <a:latin typeface="Calibri"/>
              <a:ea typeface="Calibri"/>
              <a:cs typeface="Calibri"/>
              <a:sym typeface="Calibri"/>
            </a:endParaRPr>
          </a:p>
          <a:p>
            <a:pPr indent="-208279" lvl="1" marL="342900" rtl="0" algn="l">
              <a:lnSpc>
                <a:spcPct val="85000"/>
              </a:lnSpc>
              <a:spcBef>
                <a:spcPts val="420"/>
              </a:spcBef>
              <a:spcAft>
                <a:spcPts val="0"/>
              </a:spcAft>
              <a:buClr>
                <a:srgbClr val="000099"/>
              </a:buClr>
              <a:buSzPts val="2660"/>
              <a:buFont typeface="Noto Sans Symbols"/>
              <a:buChar char="▪"/>
            </a:pPr>
            <a:r>
              <a:rPr lang="en-US" sz="2800">
                <a:latin typeface="Calibri"/>
                <a:ea typeface="Calibri"/>
                <a:cs typeface="Calibri"/>
                <a:sym typeface="Calibri"/>
              </a:rPr>
              <a:t>network of networks</a:t>
            </a:r>
            <a:endParaRPr sz="2800">
              <a:latin typeface="Calibri"/>
              <a:ea typeface="Calibri"/>
              <a:cs typeface="Calibri"/>
              <a:sym typeface="Calibri"/>
            </a:endParaRPr>
          </a:p>
          <a:p>
            <a:pPr indent="0" lvl="0" marL="174625" rtl="0" algn="l">
              <a:lnSpc>
                <a:spcPct val="90000"/>
              </a:lnSpc>
              <a:spcBef>
                <a:spcPts val="1000"/>
              </a:spcBef>
              <a:spcAft>
                <a:spcPts val="0"/>
              </a:spcAft>
              <a:buSzPts val="2100"/>
              <a:buNone/>
            </a:pPr>
            <a:r>
              <a:t/>
            </a:r>
            <a:endParaRPr/>
          </a:p>
          <a:p>
            <a:pPr indent="-44450" lvl="0" marL="352425" rtl="0" algn="l">
              <a:lnSpc>
                <a:spcPct val="90000"/>
              </a:lnSpc>
              <a:spcBef>
                <a:spcPts val="1000"/>
              </a:spcBef>
              <a:spcAft>
                <a:spcPts val="0"/>
              </a:spcAft>
              <a:buSzPts val="2800"/>
              <a:buNone/>
            </a:pPr>
            <a:r>
              <a:t/>
            </a:r>
            <a:endParaRPr/>
          </a:p>
        </p:txBody>
      </p:sp>
      <p:sp>
        <p:nvSpPr>
          <p:cNvPr id="6194" name="Google Shape;6194;p45"/>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95" name="Google Shape;6195;p45"/>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96" name="Google Shape;6196;p45"/>
          <p:cNvSpPr/>
          <p:nvPr/>
        </p:nvSpPr>
        <p:spPr>
          <a:xfrm>
            <a:off x="7205350" y="3289251"/>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sp>
        <p:nvSpPr>
          <p:cNvPr id="6197" name="Google Shape;6197;p45"/>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98" name="Google Shape;6198;p45"/>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b="0" i="0" sz="1400" u="none" cap="none" strike="noStrike">
              <a:solidFill>
                <a:srgbClr val="000000"/>
              </a:solidFill>
              <a:latin typeface="Calibri"/>
              <a:ea typeface="Calibri"/>
              <a:cs typeface="Calibri"/>
              <a:sym typeface="Calibri"/>
            </a:endParaRPr>
          </a:p>
        </p:txBody>
      </p:sp>
      <p:sp>
        <p:nvSpPr>
          <p:cNvPr id="6199" name="Google Shape;6199;p45"/>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b="0" i="0" sz="1400" u="none" cap="none" strike="noStrike">
              <a:solidFill>
                <a:srgbClr val="000000"/>
              </a:solidFill>
              <a:latin typeface="Calibri"/>
              <a:ea typeface="Calibri"/>
              <a:cs typeface="Calibri"/>
              <a:sym typeface="Calibri"/>
            </a:endParaRPr>
          </a:p>
        </p:txBody>
      </p:sp>
      <p:sp>
        <p:nvSpPr>
          <p:cNvPr id="6200" name="Google Shape;6200;p45"/>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b="0" i="0" sz="1400" u="none" cap="none" strike="noStrike">
              <a:solidFill>
                <a:srgbClr val="000000"/>
              </a:solidFill>
              <a:latin typeface="Calibri"/>
              <a:ea typeface="Calibri"/>
              <a:cs typeface="Calibri"/>
              <a:sym typeface="Calibri"/>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b="0" i="0" sz="1400" u="none" cap="none" strike="noStrike">
              <a:solidFill>
                <a:srgbClr val="000000"/>
              </a:solidFill>
              <a:latin typeface="Calibri"/>
              <a:ea typeface="Calibri"/>
              <a:cs typeface="Calibri"/>
              <a:sym typeface="Calibri"/>
            </a:endParaRPr>
          </a:p>
        </p:txBody>
      </p:sp>
      <p:sp>
        <p:nvSpPr>
          <p:cNvPr id="6201" name="Google Shape;6201;p45"/>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202" name="Google Shape;6202;p45"/>
          <p:cNvGrpSpPr/>
          <p:nvPr/>
        </p:nvGrpSpPr>
        <p:grpSpPr>
          <a:xfrm>
            <a:off x="10837700" y="3928050"/>
            <a:ext cx="687393" cy="721548"/>
            <a:chOff x="5203089" y="1751190"/>
            <a:chExt cx="858331" cy="662414"/>
          </a:xfrm>
        </p:grpSpPr>
        <p:sp>
          <p:nvSpPr>
            <p:cNvPr id="6203" name="Google Shape;6203;p4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04" name="Google Shape;6204;p4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05" name="Google Shape;6205;p4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6206" name="Google Shape;6206;p4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6207" name="Google Shape;6207;p4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6208" name="Google Shape;6208;p4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6209" name="Google Shape;6209;p4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6210" name="Google Shape;6210;p4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6211" name="Google Shape;6211;p45"/>
          <p:cNvGrpSpPr/>
          <p:nvPr/>
        </p:nvGrpSpPr>
        <p:grpSpPr>
          <a:xfrm>
            <a:off x="10771171" y="3194171"/>
            <a:ext cx="594613" cy="648336"/>
            <a:chOff x="5203089" y="1751190"/>
            <a:chExt cx="858331" cy="662414"/>
          </a:xfrm>
        </p:grpSpPr>
        <p:sp>
          <p:nvSpPr>
            <p:cNvPr id="6212" name="Google Shape;6212;p4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13" name="Google Shape;6213;p4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14" name="Google Shape;6214;p4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6215" name="Google Shape;6215;p4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6216" name="Google Shape;6216;p4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6217" name="Google Shape;6217;p4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6218" name="Google Shape;6218;p4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6219" name="Google Shape;6219;p4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6220" name="Google Shape;6220;p45"/>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21" name="Google Shape;6221;p45"/>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b="0" i="0" sz="1400" u="none" cap="none" strike="noStrike">
              <a:solidFill>
                <a:srgbClr val="000000"/>
              </a:solidFill>
              <a:latin typeface="Calibri"/>
              <a:ea typeface="Calibri"/>
              <a:cs typeface="Calibri"/>
              <a:sym typeface="Calibri"/>
            </a:endParaRPr>
          </a:p>
        </p:txBody>
      </p:sp>
      <p:sp>
        <p:nvSpPr>
          <p:cNvPr id="6222" name="Google Shape;6222;p45"/>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23" name="Google Shape;6223;p45"/>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b="0" i="0" sz="1400" u="none" cap="none" strike="noStrike">
              <a:solidFill>
                <a:srgbClr val="000000"/>
              </a:solidFill>
              <a:latin typeface="Calibri"/>
              <a:ea typeface="Calibri"/>
              <a:cs typeface="Calibri"/>
              <a:sym typeface="Calibri"/>
            </a:endParaRPr>
          </a:p>
        </p:txBody>
      </p:sp>
      <p:sp>
        <p:nvSpPr>
          <p:cNvPr id="6224" name="Google Shape;6224;p45"/>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b="0" i="0" sz="105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b="0" i="0" sz="1050" u="none" cap="none" strike="noStrike">
              <a:solidFill>
                <a:srgbClr val="000000"/>
              </a:solidFill>
              <a:latin typeface="Calibri"/>
              <a:ea typeface="Calibri"/>
              <a:cs typeface="Calibri"/>
              <a:sym typeface="Calibri"/>
            </a:endParaRPr>
          </a:p>
        </p:txBody>
      </p:sp>
      <p:sp>
        <p:nvSpPr>
          <p:cNvPr id="6225" name="Google Shape;6225;p45"/>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b="0" i="0" sz="14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b="0" i="0" sz="14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6226" name="Google Shape;6226;p45"/>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6227" name="Google Shape;6227;p45"/>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6228" name="Google Shape;6228;p45"/>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6229" name="Google Shape;6229;p45"/>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6230" name="Google Shape;6230;p45"/>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6231" name="Google Shape;6231;p45"/>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6232" name="Google Shape;6232;p45"/>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6233" name="Google Shape;6233;p45"/>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6234" name="Google Shape;6234;p45"/>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6235" name="Google Shape;6235;p45"/>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6236" name="Google Shape;6236;p45"/>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cxnSp>
        <p:nvCxnSpPr>
          <p:cNvPr id="6237" name="Google Shape;6237;p45"/>
          <p:cNvCxnSpPr/>
          <p:nvPr/>
        </p:nvCxnSpPr>
        <p:spPr>
          <a:xfrm flipH="1">
            <a:off x="10100635" y="2169432"/>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6238" name="Google Shape;6238;p45"/>
          <p:cNvCxnSpPr/>
          <p:nvPr/>
        </p:nvCxnSpPr>
        <p:spPr>
          <a:xfrm flipH="1">
            <a:off x="10100635" y="2268313"/>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6239" name="Google Shape;6239;p45"/>
          <p:cNvCxnSpPr/>
          <p:nvPr/>
        </p:nvCxnSpPr>
        <p:spPr>
          <a:xfrm flipH="1">
            <a:off x="10672135" y="2200506"/>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6240" name="Google Shape;6240;p45"/>
          <p:cNvCxnSpPr/>
          <p:nvPr/>
        </p:nvCxnSpPr>
        <p:spPr>
          <a:xfrm flipH="1">
            <a:off x="10142166" y="2718967"/>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6241" name="Google Shape;6241;p45"/>
          <p:cNvCxnSpPr/>
          <p:nvPr/>
        </p:nvCxnSpPr>
        <p:spPr>
          <a:xfrm flipH="1">
            <a:off x="10069542" y="2169432"/>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6242" name="Google Shape;6242;p45"/>
          <p:cNvCxnSpPr/>
          <p:nvPr/>
        </p:nvCxnSpPr>
        <p:spPr>
          <a:xfrm flipH="1">
            <a:off x="10862103" y="2127325"/>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6243" name="Google Shape;6243;p45"/>
          <p:cNvCxnSpPr/>
          <p:nvPr/>
        </p:nvCxnSpPr>
        <p:spPr>
          <a:xfrm rot="10800000">
            <a:off x="10681994" y="2718967"/>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6244" name="Google Shape;6244;p45"/>
          <p:cNvCxnSpPr/>
          <p:nvPr/>
        </p:nvCxnSpPr>
        <p:spPr>
          <a:xfrm flipH="1">
            <a:off x="8769223" y="2268313"/>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6245" name="Google Shape;6245;p45"/>
          <p:cNvCxnSpPr/>
          <p:nvPr/>
        </p:nvCxnSpPr>
        <p:spPr>
          <a:xfrm flipH="1" rot="10800000">
            <a:off x="9378705" y="4113379"/>
            <a:ext cx="429324" cy="705603"/>
          </a:xfrm>
          <a:prstGeom prst="straightConnector1">
            <a:avLst/>
          </a:prstGeom>
          <a:noFill/>
          <a:ln cap="flat" cmpd="sng" w="9525">
            <a:solidFill>
              <a:schemeClr val="dk1"/>
            </a:solidFill>
            <a:prstDash val="solid"/>
            <a:round/>
            <a:headEnd len="sm" w="sm" type="none"/>
            <a:tailEnd len="sm" w="sm" type="none"/>
          </a:ln>
        </p:spPr>
      </p:cxnSp>
      <p:cxnSp>
        <p:nvCxnSpPr>
          <p:cNvPr id="6246" name="Google Shape;6246;p45"/>
          <p:cNvCxnSpPr/>
          <p:nvPr/>
        </p:nvCxnSpPr>
        <p:spPr>
          <a:xfrm flipH="1" rot="10800000">
            <a:off x="8244554" y="4047456"/>
            <a:ext cx="969051" cy="3175"/>
          </a:xfrm>
          <a:prstGeom prst="straightConnector1">
            <a:avLst/>
          </a:prstGeom>
          <a:noFill/>
          <a:ln cap="flat" cmpd="sng" w="9525">
            <a:solidFill>
              <a:schemeClr val="dk1"/>
            </a:solidFill>
            <a:prstDash val="solid"/>
            <a:round/>
            <a:headEnd len="sm" w="sm" type="none"/>
            <a:tailEnd len="sm" w="sm" type="none"/>
          </a:ln>
        </p:spPr>
      </p:cxnSp>
      <p:sp>
        <p:nvSpPr>
          <p:cNvPr id="6247" name="Google Shape;6247;p45"/>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48" name="Google Shape;6248;p45"/>
          <p:cNvGrpSpPr/>
          <p:nvPr/>
        </p:nvGrpSpPr>
        <p:grpSpPr>
          <a:xfrm>
            <a:off x="10410609" y="3496138"/>
            <a:ext cx="353678" cy="198344"/>
            <a:chOff x="7493876" y="2774731"/>
            <a:chExt cx="1481958" cy="894622"/>
          </a:xfrm>
        </p:grpSpPr>
        <p:sp>
          <p:nvSpPr>
            <p:cNvPr id="6249" name="Google Shape;6249;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250" name="Google Shape;6250;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251" name="Google Shape;6251;p45"/>
            <p:cNvGrpSpPr/>
            <p:nvPr/>
          </p:nvGrpSpPr>
          <p:grpSpPr>
            <a:xfrm>
              <a:off x="7713663" y="2848339"/>
              <a:ext cx="1042107" cy="425543"/>
              <a:chOff x="7786941" y="2884917"/>
              <a:chExt cx="897649" cy="353919"/>
            </a:xfrm>
          </p:grpSpPr>
          <p:sp>
            <p:nvSpPr>
              <p:cNvPr id="6252" name="Google Shape;6252;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53" name="Google Shape;6253;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54" name="Google Shape;6254;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55" name="Google Shape;6255;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256" name="Google Shape;6256;p45"/>
          <p:cNvGrpSpPr/>
          <p:nvPr/>
        </p:nvGrpSpPr>
        <p:grpSpPr>
          <a:xfrm>
            <a:off x="9948724" y="2202292"/>
            <a:ext cx="353678" cy="198344"/>
            <a:chOff x="7493876" y="2774731"/>
            <a:chExt cx="1481958" cy="894622"/>
          </a:xfrm>
        </p:grpSpPr>
        <p:sp>
          <p:nvSpPr>
            <p:cNvPr id="6257" name="Google Shape;6257;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258" name="Google Shape;6258;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259" name="Google Shape;6259;p45"/>
            <p:cNvGrpSpPr/>
            <p:nvPr/>
          </p:nvGrpSpPr>
          <p:grpSpPr>
            <a:xfrm>
              <a:off x="7713663" y="2848339"/>
              <a:ext cx="1042107" cy="425543"/>
              <a:chOff x="7786941" y="2884917"/>
              <a:chExt cx="897649" cy="353919"/>
            </a:xfrm>
          </p:grpSpPr>
          <p:sp>
            <p:nvSpPr>
              <p:cNvPr id="6260" name="Google Shape;6260;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61" name="Google Shape;6261;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62" name="Google Shape;6262;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63" name="Google Shape;6263;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264" name="Google Shape;6264;p45"/>
          <p:cNvGrpSpPr/>
          <p:nvPr/>
        </p:nvGrpSpPr>
        <p:grpSpPr>
          <a:xfrm>
            <a:off x="10527214" y="2613367"/>
            <a:ext cx="353678" cy="198344"/>
            <a:chOff x="7493876" y="2774731"/>
            <a:chExt cx="1481958" cy="894622"/>
          </a:xfrm>
        </p:grpSpPr>
        <p:sp>
          <p:nvSpPr>
            <p:cNvPr id="6265" name="Google Shape;6265;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266" name="Google Shape;6266;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267" name="Google Shape;6267;p45"/>
            <p:cNvGrpSpPr/>
            <p:nvPr/>
          </p:nvGrpSpPr>
          <p:grpSpPr>
            <a:xfrm>
              <a:off x="7713663" y="2848339"/>
              <a:ext cx="1042107" cy="425543"/>
              <a:chOff x="7786941" y="2884917"/>
              <a:chExt cx="897649" cy="353919"/>
            </a:xfrm>
          </p:grpSpPr>
          <p:sp>
            <p:nvSpPr>
              <p:cNvPr id="6268" name="Google Shape;6268;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69" name="Google Shape;6269;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70" name="Google Shape;6270;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71" name="Google Shape;6271;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272" name="Google Shape;6272;p45"/>
          <p:cNvGrpSpPr/>
          <p:nvPr/>
        </p:nvGrpSpPr>
        <p:grpSpPr>
          <a:xfrm>
            <a:off x="10643825" y="2107963"/>
            <a:ext cx="353678" cy="198344"/>
            <a:chOff x="7493876" y="2774731"/>
            <a:chExt cx="1481958" cy="894622"/>
          </a:xfrm>
        </p:grpSpPr>
        <p:sp>
          <p:nvSpPr>
            <p:cNvPr id="6273" name="Google Shape;6273;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274" name="Google Shape;6274;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275" name="Google Shape;6275;p45"/>
            <p:cNvGrpSpPr/>
            <p:nvPr/>
          </p:nvGrpSpPr>
          <p:grpSpPr>
            <a:xfrm>
              <a:off x="7713663" y="2848339"/>
              <a:ext cx="1042107" cy="425543"/>
              <a:chOff x="7786941" y="2884917"/>
              <a:chExt cx="897649" cy="353919"/>
            </a:xfrm>
          </p:grpSpPr>
          <p:sp>
            <p:nvSpPr>
              <p:cNvPr id="6276" name="Google Shape;6276;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77" name="Google Shape;6277;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78" name="Google Shape;6278;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79" name="Google Shape;6279;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280" name="Google Shape;6280;p45"/>
          <p:cNvGrpSpPr/>
          <p:nvPr/>
        </p:nvGrpSpPr>
        <p:grpSpPr>
          <a:xfrm>
            <a:off x="9098788" y="3956624"/>
            <a:ext cx="367224" cy="240304"/>
            <a:chOff x="7493876" y="2774731"/>
            <a:chExt cx="1481958" cy="894622"/>
          </a:xfrm>
        </p:grpSpPr>
        <p:sp>
          <p:nvSpPr>
            <p:cNvPr id="6281" name="Google Shape;6281;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282" name="Google Shape;6282;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283" name="Google Shape;6283;p45"/>
            <p:cNvGrpSpPr/>
            <p:nvPr/>
          </p:nvGrpSpPr>
          <p:grpSpPr>
            <a:xfrm>
              <a:off x="7713663" y="2848339"/>
              <a:ext cx="1042107" cy="425543"/>
              <a:chOff x="7786941" y="2884917"/>
              <a:chExt cx="897649" cy="353919"/>
            </a:xfrm>
          </p:grpSpPr>
          <p:sp>
            <p:nvSpPr>
              <p:cNvPr id="6284" name="Google Shape;6284;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85" name="Google Shape;6285;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86" name="Google Shape;6286;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87" name="Google Shape;6287;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288" name="Google Shape;6288;p45"/>
          <p:cNvGrpSpPr/>
          <p:nvPr/>
        </p:nvGrpSpPr>
        <p:grpSpPr>
          <a:xfrm>
            <a:off x="9980126" y="2661565"/>
            <a:ext cx="353678" cy="198344"/>
            <a:chOff x="7493876" y="2774731"/>
            <a:chExt cx="1481958" cy="894622"/>
          </a:xfrm>
        </p:grpSpPr>
        <p:sp>
          <p:nvSpPr>
            <p:cNvPr id="6289" name="Google Shape;6289;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290" name="Google Shape;6290;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291" name="Google Shape;6291;p45"/>
            <p:cNvGrpSpPr/>
            <p:nvPr/>
          </p:nvGrpSpPr>
          <p:grpSpPr>
            <a:xfrm>
              <a:off x="7713663" y="2848339"/>
              <a:ext cx="1042107" cy="425543"/>
              <a:chOff x="7786941" y="2884917"/>
              <a:chExt cx="897649" cy="353919"/>
            </a:xfrm>
          </p:grpSpPr>
          <p:sp>
            <p:nvSpPr>
              <p:cNvPr id="6292" name="Google Shape;6292;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93" name="Google Shape;6293;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94" name="Google Shape;6294;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295" name="Google Shape;6295;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296" name="Google Shape;6296;p45"/>
          <p:cNvGrpSpPr/>
          <p:nvPr/>
        </p:nvGrpSpPr>
        <p:grpSpPr>
          <a:xfrm>
            <a:off x="9497138" y="3394032"/>
            <a:ext cx="367224" cy="240304"/>
            <a:chOff x="7493876" y="2774731"/>
            <a:chExt cx="1481958" cy="894622"/>
          </a:xfrm>
        </p:grpSpPr>
        <p:sp>
          <p:nvSpPr>
            <p:cNvPr id="6297" name="Google Shape;6297;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298" name="Google Shape;6298;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299" name="Google Shape;6299;p45"/>
            <p:cNvGrpSpPr/>
            <p:nvPr/>
          </p:nvGrpSpPr>
          <p:grpSpPr>
            <a:xfrm>
              <a:off x="7713663" y="2848339"/>
              <a:ext cx="1042107" cy="425543"/>
              <a:chOff x="7786941" y="2884917"/>
              <a:chExt cx="897649" cy="353919"/>
            </a:xfrm>
          </p:grpSpPr>
          <p:sp>
            <p:nvSpPr>
              <p:cNvPr id="6300" name="Google Shape;6300;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01" name="Google Shape;6301;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02" name="Google Shape;6302;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03" name="Google Shape;6303;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04" name="Google Shape;6304;p45"/>
          <p:cNvGrpSpPr/>
          <p:nvPr/>
        </p:nvGrpSpPr>
        <p:grpSpPr>
          <a:xfrm>
            <a:off x="9601554" y="3999763"/>
            <a:ext cx="367224" cy="240304"/>
            <a:chOff x="7493876" y="2774731"/>
            <a:chExt cx="1481958" cy="894622"/>
          </a:xfrm>
        </p:grpSpPr>
        <p:sp>
          <p:nvSpPr>
            <p:cNvPr id="6305" name="Google Shape;6305;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306" name="Google Shape;6306;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307" name="Google Shape;6307;p45"/>
            <p:cNvGrpSpPr/>
            <p:nvPr/>
          </p:nvGrpSpPr>
          <p:grpSpPr>
            <a:xfrm>
              <a:off x="7713663" y="2848339"/>
              <a:ext cx="1042107" cy="425543"/>
              <a:chOff x="7786941" y="2884917"/>
              <a:chExt cx="897649" cy="353919"/>
            </a:xfrm>
          </p:grpSpPr>
          <p:sp>
            <p:nvSpPr>
              <p:cNvPr id="6308" name="Google Shape;6308;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09" name="Google Shape;6309;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10" name="Google Shape;6310;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11" name="Google Shape;6311;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12" name="Google Shape;6312;p45"/>
          <p:cNvGrpSpPr/>
          <p:nvPr/>
        </p:nvGrpSpPr>
        <p:grpSpPr>
          <a:xfrm>
            <a:off x="10375259" y="3992325"/>
            <a:ext cx="353678" cy="198344"/>
            <a:chOff x="7493876" y="2774731"/>
            <a:chExt cx="1481958" cy="894622"/>
          </a:xfrm>
        </p:grpSpPr>
        <p:sp>
          <p:nvSpPr>
            <p:cNvPr id="6313" name="Google Shape;6313;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314" name="Google Shape;6314;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315" name="Google Shape;6315;p45"/>
            <p:cNvGrpSpPr/>
            <p:nvPr/>
          </p:nvGrpSpPr>
          <p:grpSpPr>
            <a:xfrm>
              <a:off x="7713663" y="2848339"/>
              <a:ext cx="1042107" cy="425543"/>
              <a:chOff x="7786941" y="2884917"/>
              <a:chExt cx="897649" cy="353919"/>
            </a:xfrm>
          </p:grpSpPr>
          <p:sp>
            <p:nvSpPr>
              <p:cNvPr id="6316" name="Google Shape;6316;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17" name="Google Shape;6317;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18" name="Google Shape;6318;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19" name="Google Shape;6319;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iphone_stylized_small" id="6320" name="Google Shape;6320;p45"/>
          <p:cNvPicPr preferRelativeResize="0"/>
          <p:nvPr/>
        </p:nvPicPr>
        <p:blipFill rotWithShape="1">
          <a:blip r:embed="rId3">
            <a:alphaModFix/>
          </a:blip>
          <a:srcRect b="0" l="0" r="0" t="0"/>
          <a:stretch/>
        </p:blipFill>
        <p:spPr>
          <a:xfrm>
            <a:off x="7909572" y="1917025"/>
            <a:ext cx="136841" cy="328463"/>
          </a:xfrm>
          <a:prstGeom prst="rect">
            <a:avLst/>
          </a:prstGeom>
          <a:noFill/>
          <a:ln>
            <a:noFill/>
          </a:ln>
        </p:spPr>
      </p:pic>
      <p:pic>
        <p:nvPicPr>
          <p:cNvPr descr="laptop_keyboard" id="6321" name="Google Shape;6321;p45"/>
          <p:cNvPicPr preferRelativeResize="0"/>
          <p:nvPr/>
        </p:nvPicPr>
        <p:blipFill rotWithShape="1">
          <a:blip r:embed="rId4">
            <a:alphaModFix/>
          </a:blip>
          <a:srcRect b="0" l="0" r="0" t="0"/>
          <a:stretch/>
        </p:blipFill>
        <p:spPr>
          <a:xfrm flipH="1" rot="109064">
            <a:off x="7464781" y="2605090"/>
            <a:ext cx="437221" cy="159511"/>
          </a:xfrm>
          <a:prstGeom prst="rect">
            <a:avLst/>
          </a:prstGeom>
          <a:noFill/>
          <a:ln>
            <a:noFill/>
          </a:ln>
        </p:spPr>
      </p:pic>
      <p:sp>
        <p:nvSpPr>
          <p:cNvPr id="6322" name="Google Shape;6322;p45"/>
          <p:cNvSpPr/>
          <p:nvPr/>
        </p:nvSpPr>
        <p:spPr>
          <a:xfrm>
            <a:off x="7609678" y="245030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323" name="Google Shape;6323;p45"/>
          <p:cNvPicPr preferRelativeResize="0"/>
          <p:nvPr/>
        </p:nvPicPr>
        <p:blipFill rotWithShape="1">
          <a:blip r:embed="rId5">
            <a:alphaModFix/>
          </a:blip>
          <a:srcRect b="0" l="0" r="0" t="0"/>
          <a:stretch/>
        </p:blipFill>
        <p:spPr>
          <a:xfrm>
            <a:off x="7627011" y="2455658"/>
            <a:ext cx="319785" cy="189429"/>
          </a:xfrm>
          <a:prstGeom prst="rect">
            <a:avLst/>
          </a:prstGeom>
          <a:noFill/>
          <a:ln>
            <a:noFill/>
          </a:ln>
        </p:spPr>
      </p:pic>
      <p:sp>
        <p:nvSpPr>
          <p:cNvPr id="6324" name="Google Shape;6324;p45"/>
          <p:cNvSpPr/>
          <p:nvPr/>
        </p:nvSpPr>
        <p:spPr>
          <a:xfrm>
            <a:off x="7673752" y="244416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5" name="Google Shape;6325;p45"/>
          <p:cNvSpPr/>
          <p:nvPr/>
        </p:nvSpPr>
        <p:spPr>
          <a:xfrm>
            <a:off x="7606562" y="244384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6" name="Google Shape;6326;p45"/>
          <p:cNvSpPr/>
          <p:nvPr/>
        </p:nvSpPr>
        <p:spPr>
          <a:xfrm>
            <a:off x="7880579" y="247266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7" name="Google Shape;6327;p45"/>
          <p:cNvSpPr/>
          <p:nvPr/>
        </p:nvSpPr>
        <p:spPr>
          <a:xfrm>
            <a:off x="7605588" y="259690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8" name="Google Shape;6328;p45"/>
          <p:cNvSpPr/>
          <p:nvPr/>
        </p:nvSpPr>
        <p:spPr>
          <a:xfrm>
            <a:off x="7890512" y="247423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9" name="Google Shape;6329;p45"/>
          <p:cNvSpPr/>
          <p:nvPr/>
        </p:nvSpPr>
        <p:spPr>
          <a:xfrm>
            <a:off x="7605977" y="260524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330" name="Google Shape;6330;p45"/>
          <p:cNvGrpSpPr/>
          <p:nvPr/>
        </p:nvGrpSpPr>
        <p:grpSpPr>
          <a:xfrm>
            <a:off x="7601109" y="2671540"/>
            <a:ext cx="98740" cy="36846"/>
            <a:chOff x="1740" y="2642"/>
            <a:chExt cx="752" cy="327"/>
          </a:xfrm>
        </p:grpSpPr>
        <p:sp>
          <p:nvSpPr>
            <p:cNvPr id="6331" name="Google Shape;6331;p4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32" name="Google Shape;6332;p4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33" name="Google Shape;6333;p4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34" name="Google Shape;6334;p4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35" name="Google Shape;6335;p4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36" name="Google Shape;6336;p4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337" name="Google Shape;6337;p45"/>
          <p:cNvSpPr/>
          <p:nvPr/>
        </p:nvSpPr>
        <p:spPr>
          <a:xfrm>
            <a:off x="7770154" y="267705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38" name="Google Shape;6338;p45"/>
          <p:cNvSpPr/>
          <p:nvPr/>
        </p:nvSpPr>
        <p:spPr>
          <a:xfrm>
            <a:off x="7464976" y="268350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39" name="Google Shape;6339;p45"/>
          <p:cNvSpPr/>
          <p:nvPr/>
        </p:nvSpPr>
        <p:spPr>
          <a:xfrm>
            <a:off x="7465171" y="266996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40" name="Google Shape;6340;p45"/>
          <p:cNvSpPr/>
          <p:nvPr/>
        </p:nvSpPr>
        <p:spPr>
          <a:xfrm>
            <a:off x="7465366" y="260902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41" name="Google Shape;6341;p45"/>
          <p:cNvSpPr/>
          <p:nvPr/>
        </p:nvSpPr>
        <p:spPr>
          <a:xfrm>
            <a:off x="7474909" y="267311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42" name="Google Shape;6342;p45"/>
          <p:cNvSpPr/>
          <p:nvPr/>
        </p:nvSpPr>
        <p:spPr>
          <a:xfrm flipH="1" rot="10800000">
            <a:off x="7764701" y="266807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light2.png" id="6343" name="Google Shape;6343;p45"/>
          <p:cNvPicPr preferRelativeResize="0"/>
          <p:nvPr/>
        </p:nvPicPr>
        <p:blipFill rotWithShape="1">
          <a:blip r:embed="rId6">
            <a:alphaModFix/>
          </a:blip>
          <a:srcRect b="0" l="0" r="0" t="0"/>
          <a:stretch/>
        </p:blipFill>
        <p:spPr>
          <a:xfrm flipH="1">
            <a:off x="8831667" y="2392289"/>
            <a:ext cx="92772" cy="405447"/>
          </a:xfrm>
          <a:prstGeom prst="rect">
            <a:avLst/>
          </a:prstGeom>
          <a:noFill/>
          <a:ln>
            <a:noFill/>
          </a:ln>
        </p:spPr>
      </p:pic>
      <p:pic>
        <p:nvPicPr>
          <p:cNvPr descr="car_icon_small" id="6344" name="Google Shape;6344;p45"/>
          <p:cNvPicPr preferRelativeResize="0"/>
          <p:nvPr/>
        </p:nvPicPr>
        <p:blipFill rotWithShape="1">
          <a:blip r:embed="rId7">
            <a:alphaModFix/>
          </a:blip>
          <a:srcRect b="0" l="0" r="0" t="0"/>
          <a:stretch/>
        </p:blipFill>
        <p:spPr>
          <a:xfrm>
            <a:off x="8499539" y="2116958"/>
            <a:ext cx="849312" cy="168275"/>
          </a:xfrm>
          <a:prstGeom prst="rect">
            <a:avLst/>
          </a:prstGeom>
          <a:noFill/>
          <a:ln>
            <a:noFill/>
          </a:ln>
        </p:spPr>
      </p:pic>
      <p:pic>
        <p:nvPicPr>
          <p:cNvPr descr="laptop_keyboard" id="6345" name="Google Shape;6345;p45"/>
          <p:cNvPicPr preferRelativeResize="0"/>
          <p:nvPr/>
        </p:nvPicPr>
        <p:blipFill rotWithShape="1">
          <a:blip r:embed="rId8">
            <a:alphaModFix/>
          </a:blip>
          <a:srcRect b="0" l="0" r="0" t="0"/>
          <a:stretch/>
        </p:blipFill>
        <p:spPr>
          <a:xfrm flipH="1" rot="109064">
            <a:off x="7510375" y="3605209"/>
            <a:ext cx="286699" cy="119448"/>
          </a:xfrm>
          <a:prstGeom prst="rect">
            <a:avLst/>
          </a:prstGeom>
          <a:noFill/>
          <a:ln>
            <a:noFill/>
          </a:ln>
        </p:spPr>
      </p:pic>
      <p:sp>
        <p:nvSpPr>
          <p:cNvPr id="6346" name="Google Shape;6346;p45"/>
          <p:cNvSpPr/>
          <p:nvPr/>
        </p:nvSpPr>
        <p:spPr>
          <a:xfrm>
            <a:off x="7605388" y="348929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347" name="Google Shape;6347;p45"/>
          <p:cNvPicPr preferRelativeResize="0"/>
          <p:nvPr/>
        </p:nvPicPr>
        <p:blipFill rotWithShape="1">
          <a:blip r:embed="rId9">
            <a:alphaModFix/>
          </a:blip>
          <a:srcRect b="0" l="0" r="0" t="0"/>
          <a:stretch/>
        </p:blipFill>
        <p:spPr>
          <a:xfrm>
            <a:off x="7616754" y="3493308"/>
            <a:ext cx="209692" cy="141851"/>
          </a:xfrm>
          <a:prstGeom prst="rect">
            <a:avLst/>
          </a:prstGeom>
          <a:noFill/>
          <a:ln>
            <a:noFill/>
          </a:ln>
        </p:spPr>
      </p:pic>
      <p:sp>
        <p:nvSpPr>
          <p:cNvPr id="6348" name="Google Shape;6348;p45"/>
          <p:cNvSpPr/>
          <p:nvPr/>
        </p:nvSpPr>
        <p:spPr>
          <a:xfrm>
            <a:off x="7647403" y="348470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49" name="Google Shape;6349;p45"/>
          <p:cNvSpPr/>
          <p:nvPr/>
        </p:nvSpPr>
        <p:spPr>
          <a:xfrm>
            <a:off x="7603345" y="348446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50" name="Google Shape;6350;p45"/>
          <p:cNvSpPr/>
          <p:nvPr/>
        </p:nvSpPr>
        <p:spPr>
          <a:xfrm>
            <a:off x="7783026" y="350604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51" name="Google Shape;6351;p45"/>
          <p:cNvSpPr/>
          <p:nvPr/>
        </p:nvSpPr>
        <p:spPr>
          <a:xfrm>
            <a:off x="7602706" y="359907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52" name="Google Shape;6352;p45"/>
          <p:cNvSpPr/>
          <p:nvPr/>
        </p:nvSpPr>
        <p:spPr>
          <a:xfrm>
            <a:off x="7789539" y="350722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53" name="Google Shape;6353;p45"/>
          <p:cNvSpPr/>
          <p:nvPr/>
        </p:nvSpPr>
        <p:spPr>
          <a:xfrm>
            <a:off x="7602962" y="360532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354" name="Google Shape;6354;p45"/>
          <p:cNvGrpSpPr/>
          <p:nvPr/>
        </p:nvGrpSpPr>
        <p:grpSpPr>
          <a:xfrm>
            <a:off x="7599769" y="3654969"/>
            <a:ext cx="64747" cy="27592"/>
            <a:chOff x="1740" y="2642"/>
            <a:chExt cx="752" cy="327"/>
          </a:xfrm>
        </p:grpSpPr>
        <p:sp>
          <p:nvSpPr>
            <p:cNvPr id="6355" name="Google Shape;6355;p4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56" name="Google Shape;6356;p4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57" name="Google Shape;6357;p4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58" name="Google Shape;6358;p4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59" name="Google Shape;6359;p4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60" name="Google Shape;6360;p4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361" name="Google Shape;6361;p45"/>
          <p:cNvSpPr/>
          <p:nvPr/>
        </p:nvSpPr>
        <p:spPr>
          <a:xfrm>
            <a:off x="7710617" y="365909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62" name="Google Shape;6362;p45"/>
          <p:cNvSpPr/>
          <p:nvPr/>
        </p:nvSpPr>
        <p:spPr>
          <a:xfrm>
            <a:off x="7510503" y="366393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63" name="Google Shape;6363;p45"/>
          <p:cNvSpPr/>
          <p:nvPr/>
        </p:nvSpPr>
        <p:spPr>
          <a:xfrm>
            <a:off x="7510631" y="365379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64" name="Google Shape;6364;p45"/>
          <p:cNvSpPr/>
          <p:nvPr/>
        </p:nvSpPr>
        <p:spPr>
          <a:xfrm>
            <a:off x="7510758" y="360815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65" name="Google Shape;6365;p45"/>
          <p:cNvSpPr/>
          <p:nvPr/>
        </p:nvSpPr>
        <p:spPr>
          <a:xfrm>
            <a:off x="7517016" y="365614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66" name="Google Shape;6366;p45"/>
          <p:cNvSpPr/>
          <p:nvPr/>
        </p:nvSpPr>
        <p:spPr>
          <a:xfrm flipH="1" rot="10800000">
            <a:off x="7707042" y="365237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desktop_computer_stylized_medium" id="6367" name="Google Shape;6367;p45"/>
          <p:cNvPicPr preferRelativeResize="0"/>
          <p:nvPr/>
        </p:nvPicPr>
        <p:blipFill rotWithShape="1">
          <a:blip r:embed="rId10">
            <a:alphaModFix/>
          </a:blip>
          <a:srcRect b="0" l="0" r="0" t="0"/>
          <a:stretch/>
        </p:blipFill>
        <p:spPr>
          <a:xfrm flipH="1">
            <a:off x="7991996" y="3567143"/>
            <a:ext cx="359261" cy="342045"/>
          </a:xfrm>
          <a:prstGeom prst="rect">
            <a:avLst/>
          </a:prstGeom>
          <a:noFill/>
          <a:ln>
            <a:noFill/>
          </a:ln>
        </p:spPr>
      </p:pic>
      <p:sp>
        <p:nvSpPr>
          <p:cNvPr id="6368" name="Google Shape;6368;p45"/>
          <p:cNvSpPr/>
          <p:nvPr/>
        </p:nvSpPr>
        <p:spPr>
          <a:xfrm flipH="1">
            <a:off x="8145217" y="3599942"/>
            <a:ext cx="169400" cy="15675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fridge2.png" id="6369" name="Google Shape;6369;p45"/>
          <p:cNvPicPr preferRelativeResize="0"/>
          <p:nvPr/>
        </p:nvPicPr>
        <p:blipFill rotWithShape="1">
          <a:blip r:embed="rId11">
            <a:alphaModFix/>
          </a:blip>
          <a:srcRect b="0" l="0" r="0" t="0"/>
          <a:stretch/>
        </p:blipFill>
        <p:spPr>
          <a:xfrm>
            <a:off x="7903199" y="3385017"/>
            <a:ext cx="189578" cy="337027"/>
          </a:xfrm>
          <a:prstGeom prst="rect">
            <a:avLst/>
          </a:prstGeom>
          <a:noFill/>
          <a:ln>
            <a:noFill/>
          </a:ln>
        </p:spPr>
      </p:pic>
      <p:grpSp>
        <p:nvGrpSpPr>
          <p:cNvPr id="6370" name="Google Shape;6370;p45"/>
          <p:cNvGrpSpPr/>
          <p:nvPr/>
        </p:nvGrpSpPr>
        <p:grpSpPr>
          <a:xfrm>
            <a:off x="10288915" y="5273951"/>
            <a:ext cx="177192" cy="330833"/>
            <a:chOff x="4140" y="429"/>
            <a:chExt cx="1425" cy="2396"/>
          </a:xfrm>
        </p:grpSpPr>
        <p:sp>
          <p:nvSpPr>
            <p:cNvPr id="6371" name="Google Shape;6371;p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72" name="Google Shape;6372;p4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73" name="Google Shape;6373;p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74" name="Google Shape;6374;p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75" name="Google Shape;6375;p4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76" name="Google Shape;6376;p45"/>
            <p:cNvGrpSpPr/>
            <p:nvPr/>
          </p:nvGrpSpPr>
          <p:grpSpPr>
            <a:xfrm>
              <a:off x="4748" y="666"/>
              <a:ext cx="578" cy="150"/>
              <a:chOff x="613" y="2566"/>
              <a:chExt cx="721" cy="144"/>
            </a:xfrm>
          </p:grpSpPr>
          <p:sp>
            <p:nvSpPr>
              <p:cNvPr id="6377" name="Google Shape;6377;p4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78" name="Google Shape;6378;p4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79" name="Google Shape;6379;p4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80" name="Google Shape;6380;p45"/>
            <p:cNvGrpSpPr/>
            <p:nvPr/>
          </p:nvGrpSpPr>
          <p:grpSpPr>
            <a:xfrm>
              <a:off x="4748" y="990"/>
              <a:ext cx="578" cy="134"/>
              <a:chOff x="615" y="2564"/>
              <a:chExt cx="721" cy="139"/>
            </a:xfrm>
          </p:grpSpPr>
          <p:sp>
            <p:nvSpPr>
              <p:cNvPr id="6381" name="Google Shape;6381;p4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82" name="Google Shape;6382;p4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83" name="Google Shape;6383;p4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84" name="Google Shape;6384;p4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85" name="Google Shape;6385;p45"/>
            <p:cNvGrpSpPr/>
            <p:nvPr/>
          </p:nvGrpSpPr>
          <p:grpSpPr>
            <a:xfrm>
              <a:off x="4738" y="1647"/>
              <a:ext cx="578" cy="135"/>
              <a:chOff x="618" y="2586"/>
              <a:chExt cx="720" cy="124"/>
            </a:xfrm>
          </p:grpSpPr>
          <p:sp>
            <p:nvSpPr>
              <p:cNvPr id="6386" name="Google Shape;6386;p4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87" name="Google Shape;6387;p4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88" name="Google Shape;6388;p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389" name="Google Shape;6389;p45"/>
            <p:cNvGrpSpPr/>
            <p:nvPr/>
          </p:nvGrpSpPr>
          <p:grpSpPr>
            <a:xfrm>
              <a:off x="4738" y="1330"/>
              <a:ext cx="588" cy="134"/>
              <a:chOff x="613" y="2571"/>
              <a:chExt cx="732" cy="134"/>
            </a:xfrm>
          </p:grpSpPr>
          <p:sp>
            <p:nvSpPr>
              <p:cNvPr id="6390" name="Google Shape;6390;p4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91" name="Google Shape;6391;p4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92" name="Google Shape;6392;p4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93" name="Google Shape;6393;p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94" name="Google Shape;6394;p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95" name="Google Shape;6395;p4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96" name="Google Shape;6396;p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97" name="Google Shape;6397;p4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98" name="Google Shape;6398;p4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99" name="Google Shape;6399;p4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00" name="Google Shape;6400;p4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401" name="Google Shape;6401;p4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02" name="Google Shape;6402;p4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403" name="Google Shape;6403;p45"/>
          <p:cNvGrpSpPr/>
          <p:nvPr/>
        </p:nvGrpSpPr>
        <p:grpSpPr>
          <a:xfrm flipH="1">
            <a:off x="7980855" y="4900161"/>
            <a:ext cx="345630" cy="320302"/>
            <a:chOff x="2839" y="3501"/>
            <a:chExt cx="755" cy="803"/>
          </a:xfrm>
        </p:grpSpPr>
        <p:pic>
          <p:nvPicPr>
            <p:cNvPr descr="desktop_computer_stylized_medium" id="6404" name="Google Shape;6404;p45"/>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6405" name="Google Shape;6405;p4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laptop_keyboard" id="6406" name="Google Shape;6406;p45"/>
          <p:cNvPicPr preferRelativeResize="0"/>
          <p:nvPr/>
        </p:nvPicPr>
        <p:blipFill rotWithShape="1">
          <a:blip r:embed="rId13">
            <a:alphaModFix/>
          </a:blip>
          <a:srcRect b="0" l="0" r="0" t="0"/>
          <a:stretch/>
        </p:blipFill>
        <p:spPr>
          <a:xfrm flipH="1" rot="109064">
            <a:off x="9216586" y="6040274"/>
            <a:ext cx="253501" cy="120343"/>
          </a:xfrm>
          <a:prstGeom prst="rect">
            <a:avLst/>
          </a:prstGeom>
          <a:noFill/>
          <a:ln>
            <a:noFill/>
          </a:ln>
        </p:spPr>
      </p:pic>
      <p:sp>
        <p:nvSpPr>
          <p:cNvPr id="6407" name="Google Shape;6407;p45"/>
          <p:cNvSpPr/>
          <p:nvPr/>
        </p:nvSpPr>
        <p:spPr>
          <a:xfrm>
            <a:off x="9300597" y="5923494"/>
            <a:ext cx="204043" cy="15705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408" name="Google Shape;6408;p45"/>
          <p:cNvPicPr preferRelativeResize="0"/>
          <p:nvPr/>
        </p:nvPicPr>
        <p:blipFill rotWithShape="1">
          <a:blip r:embed="rId14">
            <a:alphaModFix/>
          </a:blip>
          <a:srcRect b="0" l="0" r="0" t="0"/>
          <a:stretch/>
        </p:blipFill>
        <p:spPr>
          <a:xfrm>
            <a:off x="9310647" y="5927534"/>
            <a:ext cx="185412" cy="142915"/>
          </a:xfrm>
          <a:prstGeom prst="rect">
            <a:avLst/>
          </a:prstGeom>
          <a:noFill/>
          <a:ln>
            <a:noFill/>
          </a:ln>
        </p:spPr>
      </p:pic>
      <p:sp>
        <p:nvSpPr>
          <p:cNvPr id="6409" name="Google Shape;6409;p45"/>
          <p:cNvSpPr/>
          <p:nvPr/>
        </p:nvSpPr>
        <p:spPr>
          <a:xfrm>
            <a:off x="9337747" y="5918861"/>
            <a:ext cx="172878" cy="292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10" name="Google Shape;6410;p45"/>
          <p:cNvSpPr/>
          <p:nvPr/>
        </p:nvSpPr>
        <p:spPr>
          <a:xfrm>
            <a:off x="9298791" y="5918624"/>
            <a:ext cx="47990" cy="12165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11" name="Google Shape;6411;p45"/>
          <p:cNvSpPr/>
          <p:nvPr/>
        </p:nvSpPr>
        <p:spPr>
          <a:xfrm>
            <a:off x="9457666" y="5940364"/>
            <a:ext cx="51716" cy="14042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12" name="Google Shape;6412;p45"/>
          <p:cNvSpPr/>
          <p:nvPr/>
        </p:nvSpPr>
        <p:spPr>
          <a:xfrm>
            <a:off x="9298226" y="6034096"/>
            <a:ext cx="189702" cy="47401"/>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13" name="Google Shape;6413;p45"/>
          <p:cNvSpPr/>
          <p:nvPr/>
        </p:nvSpPr>
        <p:spPr>
          <a:xfrm>
            <a:off x="9463425" y="5941552"/>
            <a:ext cx="48442" cy="141014"/>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14" name="Google Shape;6414;p45"/>
          <p:cNvSpPr/>
          <p:nvPr/>
        </p:nvSpPr>
        <p:spPr>
          <a:xfrm>
            <a:off x="9298452" y="6040392"/>
            <a:ext cx="168700" cy="46807"/>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415" name="Google Shape;6415;p45"/>
          <p:cNvGrpSpPr/>
          <p:nvPr/>
        </p:nvGrpSpPr>
        <p:grpSpPr>
          <a:xfrm>
            <a:off x="9295629" y="6090407"/>
            <a:ext cx="57249" cy="27799"/>
            <a:chOff x="1740" y="2642"/>
            <a:chExt cx="752" cy="327"/>
          </a:xfrm>
        </p:grpSpPr>
        <p:sp>
          <p:nvSpPr>
            <p:cNvPr id="6416" name="Google Shape;6416;p4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17" name="Google Shape;6417;p4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18" name="Google Shape;6418;p4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19" name="Google Shape;6419;p4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20" name="Google Shape;6420;p4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21" name="Google Shape;6421;p4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422" name="Google Shape;6422;p45"/>
          <p:cNvSpPr/>
          <p:nvPr/>
        </p:nvSpPr>
        <p:spPr>
          <a:xfrm>
            <a:off x="9393642" y="6094565"/>
            <a:ext cx="69332" cy="61063"/>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23" name="Google Shape;6423;p45"/>
          <p:cNvSpPr/>
          <p:nvPr/>
        </p:nvSpPr>
        <p:spPr>
          <a:xfrm>
            <a:off x="9216699" y="6099436"/>
            <a:ext cx="177394" cy="5571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24" name="Google Shape;6424;p45"/>
          <p:cNvSpPr/>
          <p:nvPr/>
        </p:nvSpPr>
        <p:spPr>
          <a:xfrm>
            <a:off x="9216812" y="6089219"/>
            <a:ext cx="1920" cy="11286"/>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25" name="Google Shape;6425;p45"/>
          <p:cNvSpPr/>
          <p:nvPr/>
        </p:nvSpPr>
        <p:spPr>
          <a:xfrm>
            <a:off x="9216925" y="6043244"/>
            <a:ext cx="82430" cy="466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26" name="Google Shape;6426;p45"/>
          <p:cNvSpPr/>
          <p:nvPr/>
        </p:nvSpPr>
        <p:spPr>
          <a:xfrm>
            <a:off x="9222458" y="6091595"/>
            <a:ext cx="168248" cy="5357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27" name="Google Shape;6427;p45"/>
          <p:cNvSpPr/>
          <p:nvPr/>
        </p:nvSpPr>
        <p:spPr>
          <a:xfrm flipH="1" rot="10800000">
            <a:off x="9390480" y="6087793"/>
            <a:ext cx="68654" cy="5547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428" name="Google Shape;6428;p45"/>
          <p:cNvGrpSpPr/>
          <p:nvPr/>
        </p:nvGrpSpPr>
        <p:grpSpPr>
          <a:xfrm flipH="1">
            <a:off x="8153909" y="5504657"/>
            <a:ext cx="345630" cy="320302"/>
            <a:chOff x="2839" y="3501"/>
            <a:chExt cx="755" cy="803"/>
          </a:xfrm>
        </p:grpSpPr>
        <p:pic>
          <p:nvPicPr>
            <p:cNvPr descr="desktop_computer_stylized_medium" id="6429" name="Google Shape;6429;p45"/>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6430" name="Google Shape;6430;p4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431" name="Google Shape;6431;p45"/>
          <p:cNvGrpSpPr/>
          <p:nvPr/>
        </p:nvGrpSpPr>
        <p:grpSpPr>
          <a:xfrm flipH="1">
            <a:off x="8552134" y="5526130"/>
            <a:ext cx="345630" cy="320302"/>
            <a:chOff x="2839" y="3501"/>
            <a:chExt cx="755" cy="803"/>
          </a:xfrm>
        </p:grpSpPr>
        <p:pic>
          <p:nvPicPr>
            <p:cNvPr descr="desktop_computer_stylized_medium" id="6432" name="Google Shape;6432;p45"/>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6433" name="Google Shape;6433;p4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laptop_keyboard" id="6434" name="Google Shape;6434;p45"/>
          <p:cNvPicPr preferRelativeResize="0"/>
          <p:nvPr/>
        </p:nvPicPr>
        <p:blipFill rotWithShape="1">
          <a:blip r:embed="rId13">
            <a:alphaModFix/>
          </a:blip>
          <a:srcRect b="0" l="0" r="0" t="0"/>
          <a:stretch/>
        </p:blipFill>
        <p:spPr>
          <a:xfrm flipH="1" rot="109064">
            <a:off x="9550087" y="5949454"/>
            <a:ext cx="260920" cy="99063"/>
          </a:xfrm>
          <a:prstGeom prst="rect">
            <a:avLst/>
          </a:prstGeom>
          <a:noFill/>
          <a:ln>
            <a:noFill/>
          </a:ln>
        </p:spPr>
      </p:pic>
      <p:sp>
        <p:nvSpPr>
          <p:cNvPr id="6435" name="Google Shape;6435;p45"/>
          <p:cNvSpPr/>
          <p:nvPr/>
        </p:nvSpPr>
        <p:spPr>
          <a:xfrm>
            <a:off x="9636557" y="5853324"/>
            <a:ext cx="210015" cy="129281"/>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436" name="Google Shape;6436;p45"/>
          <p:cNvPicPr preferRelativeResize="0"/>
          <p:nvPr/>
        </p:nvPicPr>
        <p:blipFill rotWithShape="1">
          <a:blip r:embed="rId14">
            <a:alphaModFix/>
          </a:blip>
          <a:srcRect b="0" l="0" r="0" t="0"/>
          <a:stretch/>
        </p:blipFill>
        <p:spPr>
          <a:xfrm>
            <a:off x="9646901" y="5856649"/>
            <a:ext cx="190838" cy="117644"/>
          </a:xfrm>
          <a:prstGeom prst="rect">
            <a:avLst/>
          </a:prstGeom>
          <a:noFill/>
          <a:ln>
            <a:noFill/>
          </a:ln>
        </p:spPr>
      </p:pic>
      <p:sp>
        <p:nvSpPr>
          <p:cNvPr id="6437" name="Google Shape;6437;p45"/>
          <p:cNvSpPr/>
          <p:nvPr/>
        </p:nvSpPr>
        <p:spPr>
          <a:xfrm>
            <a:off x="9674794" y="5849510"/>
            <a:ext cx="177937" cy="2405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38" name="Google Shape;6438;p45"/>
          <p:cNvSpPr/>
          <p:nvPr/>
        </p:nvSpPr>
        <p:spPr>
          <a:xfrm>
            <a:off x="9634698" y="5849315"/>
            <a:ext cx="49395" cy="100139"/>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39" name="Google Shape;6439;p45"/>
          <p:cNvSpPr/>
          <p:nvPr/>
        </p:nvSpPr>
        <p:spPr>
          <a:xfrm>
            <a:off x="9798223" y="5867211"/>
            <a:ext cx="53230" cy="11559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40" name="Google Shape;6440;p45"/>
          <p:cNvSpPr/>
          <p:nvPr/>
        </p:nvSpPr>
        <p:spPr>
          <a:xfrm>
            <a:off x="9634116" y="5944369"/>
            <a:ext cx="195254" cy="3901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41" name="Google Shape;6441;p45"/>
          <p:cNvSpPr/>
          <p:nvPr/>
        </p:nvSpPr>
        <p:spPr>
          <a:xfrm>
            <a:off x="9804150" y="5868189"/>
            <a:ext cx="49860" cy="11607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42" name="Google Shape;6442;p45"/>
          <p:cNvSpPr/>
          <p:nvPr/>
        </p:nvSpPr>
        <p:spPr>
          <a:xfrm>
            <a:off x="9634349" y="5949552"/>
            <a:ext cx="173637" cy="38530"/>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443" name="Google Shape;6443;p45"/>
          <p:cNvGrpSpPr/>
          <p:nvPr/>
        </p:nvGrpSpPr>
        <p:grpSpPr>
          <a:xfrm>
            <a:off x="9631443" y="5990722"/>
            <a:ext cx="58925" cy="22883"/>
            <a:chOff x="1740" y="2642"/>
            <a:chExt cx="752" cy="327"/>
          </a:xfrm>
        </p:grpSpPr>
        <p:sp>
          <p:nvSpPr>
            <p:cNvPr id="6444" name="Google Shape;6444;p4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45" name="Google Shape;6445;p4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46" name="Google Shape;6446;p4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47" name="Google Shape;6447;p4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48" name="Google Shape;6448;p4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49" name="Google Shape;6449;p4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450" name="Google Shape;6450;p45"/>
          <p:cNvSpPr/>
          <p:nvPr/>
        </p:nvSpPr>
        <p:spPr>
          <a:xfrm>
            <a:off x="9732325" y="5994145"/>
            <a:ext cx="71361" cy="5026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51" name="Google Shape;6451;p45"/>
          <p:cNvSpPr/>
          <p:nvPr/>
        </p:nvSpPr>
        <p:spPr>
          <a:xfrm>
            <a:off x="9550204" y="5998154"/>
            <a:ext cx="182586" cy="4586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52" name="Google Shape;6452;p45"/>
          <p:cNvSpPr/>
          <p:nvPr/>
        </p:nvSpPr>
        <p:spPr>
          <a:xfrm>
            <a:off x="9550320" y="5989744"/>
            <a:ext cx="1976" cy="929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53" name="Google Shape;6453;p45"/>
          <p:cNvSpPr/>
          <p:nvPr/>
        </p:nvSpPr>
        <p:spPr>
          <a:xfrm>
            <a:off x="9550436" y="5951899"/>
            <a:ext cx="84843" cy="38432"/>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54" name="Google Shape;6454;p45"/>
          <p:cNvSpPr/>
          <p:nvPr/>
        </p:nvSpPr>
        <p:spPr>
          <a:xfrm>
            <a:off x="9556131" y="5991700"/>
            <a:ext cx="173172" cy="4410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55" name="Google Shape;6455;p45"/>
          <p:cNvSpPr/>
          <p:nvPr/>
        </p:nvSpPr>
        <p:spPr>
          <a:xfrm flipH="1" rot="10800000">
            <a:off x="9729071" y="5988571"/>
            <a:ext cx="70663" cy="456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456" name="Google Shape;6456;p45"/>
          <p:cNvGrpSpPr/>
          <p:nvPr/>
        </p:nvGrpSpPr>
        <p:grpSpPr>
          <a:xfrm>
            <a:off x="10017877" y="5636388"/>
            <a:ext cx="171450" cy="348944"/>
            <a:chOff x="4140" y="429"/>
            <a:chExt cx="1425" cy="2396"/>
          </a:xfrm>
        </p:grpSpPr>
        <p:sp>
          <p:nvSpPr>
            <p:cNvPr id="6457" name="Google Shape;6457;p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58" name="Google Shape;6458;p4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59" name="Google Shape;6459;p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60" name="Google Shape;6460;p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61" name="Google Shape;6461;p4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462" name="Google Shape;6462;p45"/>
            <p:cNvGrpSpPr/>
            <p:nvPr/>
          </p:nvGrpSpPr>
          <p:grpSpPr>
            <a:xfrm>
              <a:off x="4748" y="666"/>
              <a:ext cx="578" cy="150"/>
              <a:chOff x="613" y="2566"/>
              <a:chExt cx="721" cy="144"/>
            </a:xfrm>
          </p:grpSpPr>
          <p:sp>
            <p:nvSpPr>
              <p:cNvPr id="6463" name="Google Shape;6463;p4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64" name="Google Shape;6464;p4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465" name="Google Shape;6465;p4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466" name="Google Shape;6466;p45"/>
            <p:cNvGrpSpPr/>
            <p:nvPr/>
          </p:nvGrpSpPr>
          <p:grpSpPr>
            <a:xfrm>
              <a:off x="4748" y="990"/>
              <a:ext cx="578" cy="134"/>
              <a:chOff x="615" y="2564"/>
              <a:chExt cx="721" cy="139"/>
            </a:xfrm>
          </p:grpSpPr>
          <p:sp>
            <p:nvSpPr>
              <p:cNvPr id="6467" name="Google Shape;6467;p4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68" name="Google Shape;6468;p4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469" name="Google Shape;6469;p4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70" name="Google Shape;6470;p4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471" name="Google Shape;6471;p45"/>
            <p:cNvGrpSpPr/>
            <p:nvPr/>
          </p:nvGrpSpPr>
          <p:grpSpPr>
            <a:xfrm>
              <a:off x="4738" y="1647"/>
              <a:ext cx="578" cy="135"/>
              <a:chOff x="618" y="2586"/>
              <a:chExt cx="720" cy="124"/>
            </a:xfrm>
          </p:grpSpPr>
          <p:sp>
            <p:nvSpPr>
              <p:cNvPr id="6472" name="Google Shape;6472;p4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73" name="Google Shape;6473;p4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474" name="Google Shape;6474;p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475" name="Google Shape;6475;p45"/>
            <p:cNvGrpSpPr/>
            <p:nvPr/>
          </p:nvGrpSpPr>
          <p:grpSpPr>
            <a:xfrm>
              <a:off x="4738" y="1330"/>
              <a:ext cx="588" cy="134"/>
              <a:chOff x="613" y="2571"/>
              <a:chExt cx="732" cy="134"/>
            </a:xfrm>
          </p:grpSpPr>
          <p:sp>
            <p:nvSpPr>
              <p:cNvPr id="6476" name="Google Shape;6476;p4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77" name="Google Shape;6477;p4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478" name="Google Shape;6478;p4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79" name="Google Shape;6479;p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80" name="Google Shape;6480;p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81" name="Google Shape;6481;p4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82" name="Google Shape;6482;p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83" name="Google Shape;6483;p4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84" name="Google Shape;6484;p4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85" name="Google Shape;6485;p4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86" name="Google Shape;6486;p4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487" name="Google Shape;6487;p4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488" name="Google Shape;6488;p4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489" name="Google Shape;6489;p45"/>
          <p:cNvGrpSpPr/>
          <p:nvPr/>
        </p:nvGrpSpPr>
        <p:grpSpPr>
          <a:xfrm flipH="1">
            <a:off x="7773981" y="5281060"/>
            <a:ext cx="345630" cy="320302"/>
            <a:chOff x="2839" y="3501"/>
            <a:chExt cx="755" cy="803"/>
          </a:xfrm>
        </p:grpSpPr>
        <p:pic>
          <p:nvPicPr>
            <p:cNvPr descr="desktop_computer_stylized_medium" id="6490" name="Google Shape;6490;p45"/>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6491" name="Google Shape;6491;p4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492" name="Google Shape;6492;p45"/>
          <p:cNvGrpSpPr/>
          <p:nvPr/>
        </p:nvGrpSpPr>
        <p:grpSpPr>
          <a:xfrm>
            <a:off x="7439074" y="1859725"/>
            <a:ext cx="4144321" cy="4127477"/>
            <a:chOff x="7439074" y="1859725"/>
            <a:chExt cx="4144321" cy="4127477"/>
          </a:xfrm>
        </p:grpSpPr>
        <p:grpSp>
          <p:nvGrpSpPr>
            <p:cNvPr id="6493" name="Google Shape;6493;p45"/>
            <p:cNvGrpSpPr/>
            <p:nvPr/>
          </p:nvGrpSpPr>
          <p:grpSpPr>
            <a:xfrm>
              <a:off x="7439074" y="1859725"/>
              <a:ext cx="1802647" cy="1120859"/>
              <a:chOff x="7439074" y="1859725"/>
              <a:chExt cx="1802647" cy="1120859"/>
            </a:xfrm>
          </p:grpSpPr>
          <p:pic>
            <p:nvPicPr>
              <p:cNvPr descr="cell_tower_radiation copy" id="6494" name="Google Shape;6494;p45"/>
              <p:cNvPicPr preferRelativeResize="0"/>
              <p:nvPr/>
            </p:nvPicPr>
            <p:blipFill rotWithShape="1">
              <a:blip r:embed="rId15">
                <a:alphaModFix/>
              </a:blip>
              <a:srcRect b="0" l="0" r="0" t="0"/>
              <a:stretch/>
            </p:blipFill>
            <p:spPr>
              <a:xfrm>
                <a:off x="7980866" y="2158167"/>
                <a:ext cx="457200" cy="332766"/>
              </a:xfrm>
              <a:prstGeom prst="rect">
                <a:avLst/>
              </a:prstGeom>
              <a:noFill/>
              <a:ln>
                <a:noFill/>
              </a:ln>
            </p:spPr>
          </p:pic>
          <p:cxnSp>
            <p:nvCxnSpPr>
              <p:cNvPr id="6495" name="Google Shape;6495;p45"/>
              <p:cNvCxnSpPr/>
              <p:nvPr/>
            </p:nvCxnSpPr>
            <p:spPr>
              <a:xfrm>
                <a:off x="8207860" y="2700359"/>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6496" name="Google Shape;6496;p45"/>
              <p:cNvGrpSpPr/>
              <p:nvPr/>
            </p:nvGrpSpPr>
            <p:grpSpPr>
              <a:xfrm>
                <a:off x="8050698" y="2309376"/>
                <a:ext cx="298450" cy="464008"/>
                <a:chOff x="3130" y="3288"/>
                <a:chExt cx="410" cy="742"/>
              </a:xfrm>
            </p:grpSpPr>
            <p:cxnSp>
              <p:nvCxnSpPr>
                <p:cNvPr id="6497" name="Google Shape;6497;p45"/>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6498" name="Google Shape;6498;p45"/>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6499" name="Google Shape;6499;p45"/>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6500" name="Google Shape;6500;p45"/>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6501" name="Google Shape;6501;p45"/>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6502" name="Google Shape;6502;p45"/>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6503" name="Google Shape;6503;p45"/>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6504" name="Google Shape;6504;p45"/>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6505" name="Google Shape;6505;p45"/>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6506" name="Google Shape;6506;p45"/>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6507" name="Google Shape;6507;p45"/>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6508" name="Google Shape;6508;p45"/>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6509" name="Google Shape;6509;p45"/>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6510" name="Google Shape;6510;p45"/>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6511" name="Google Shape;6511;p45"/>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grpSp>
            <p:nvGrpSpPr>
              <p:cNvPr id="6512" name="Google Shape;6512;p45"/>
              <p:cNvGrpSpPr/>
              <p:nvPr/>
            </p:nvGrpSpPr>
            <p:grpSpPr>
              <a:xfrm>
                <a:off x="8439827" y="2812309"/>
                <a:ext cx="353678" cy="168275"/>
                <a:chOff x="7493876" y="2774731"/>
                <a:chExt cx="1481958" cy="894622"/>
              </a:xfrm>
            </p:grpSpPr>
            <p:sp>
              <p:nvSpPr>
                <p:cNvPr id="6513" name="Google Shape;6513;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514" name="Google Shape;6514;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515" name="Google Shape;6515;p45"/>
                <p:cNvGrpSpPr/>
                <p:nvPr/>
              </p:nvGrpSpPr>
              <p:grpSpPr>
                <a:xfrm>
                  <a:off x="7713663" y="2848339"/>
                  <a:ext cx="1042107" cy="425543"/>
                  <a:chOff x="7786941" y="2884917"/>
                  <a:chExt cx="897649" cy="353919"/>
                </a:xfrm>
              </p:grpSpPr>
              <p:sp>
                <p:nvSpPr>
                  <p:cNvPr id="6516" name="Google Shape;6516;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17" name="Google Shape;6517;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18" name="Google Shape;6518;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19" name="Google Shape;6519;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radiation_stylized" id="6520" name="Google Shape;6520;p45"/>
              <p:cNvPicPr preferRelativeResize="0"/>
              <p:nvPr/>
            </p:nvPicPr>
            <p:blipFill rotWithShape="1">
              <a:blip r:embed="rId16">
                <a:alphaModFix/>
              </a:blip>
              <a:srcRect b="0" l="0" r="0" t="0"/>
              <a:stretch/>
            </p:blipFill>
            <p:spPr>
              <a:xfrm>
                <a:off x="7750224" y="1859725"/>
                <a:ext cx="415925" cy="88774"/>
              </a:xfrm>
              <a:prstGeom prst="rect">
                <a:avLst/>
              </a:prstGeom>
              <a:noFill/>
              <a:ln>
                <a:noFill/>
              </a:ln>
            </p:spPr>
          </p:pic>
          <p:pic>
            <p:nvPicPr>
              <p:cNvPr descr="antenna_stylized" id="6521" name="Google Shape;6521;p45"/>
              <p:cNvPicPr preferRelativeResize="0"/>
              <p:nvPr/>
            </p:nvPicPr>
            <p:blipFill rotWithShape="1">
              <a:blip r:embed="rId17">
                <a:alphaModFix/>
              </a:blip>
              <a:srcRect b="0" l="0" r="0" t="0"/>
              <a:stretch/>
            </p:blipFill>
            <p:spPr>
              <a:xfrm>
                <a:off x="7439074" y="2356613"/>
                <a:ext cx="530702" cy="223756"/>
              </a:xfrm>
              <a:prstGeom prst="rect">
                <a:avLst/>
              </a:prstGeom>
              <a:noFill/>
              <a:ln>
                <a:noFill/>
              </a:ln>
            </p:spPr>
          </p:pic>
          <p:pic>
            <p:nvPicPr>
              <p:cNvPr descr="antenna_stylized" id="6522" name="Google Shape;6522;p45"/>
              <p:cNvPicPr preferRelativeResize="0"/>
              <p:nvPr/>
            </p:nvPicPr>
            <p:blipFill rotWithShape="1">
              <a:blip r:embed="rId17">
                <a:alphaModFix/>
              </a:blip>
              <a:srcRect b="0" l="0" r="0" t="0"/>
              <a:stretch/>
            </p:blipFill>
            <p:spPr>
              <a:xfrm>
                <a:off x="8637781" y="2319727"/>
                <a:ext cx="530702" cy="223756"/>
              </a:xfrm>
              <a:prstGeom prst="rect">
                <a:avLst/>
              </a:prstGeom>
              <a:noFill/>
              <a:ln>
                <a:noFill/>
              </a:ln>
            </p:spPr>
          </p:pic>
          <p:pic>
            <p:nvPicPr>
              <p:cNvPr descr="antenna_stylized" id="6523" name="Google Shape;6523;p45"/>
              <p:cNvPicPr preferRelativeResize="0"/>
              <p:nvPr/>
            </p:nvPicPr>
            <p:blipFill rotWithShape="1">
              <a:blip r:embed="rId17">
                <a:alphaModFix/>
              </a:blip>
              <a:srcRect b="0" l="0" r="0" t="0"/>
              <a:stretch/>
            </p:blipFill>
            <p:spPr>
              <a:xfrm>
                <a:off x="8711019" y="2059124"/>
                <a:ext cx="530702" cy="223756"/>
              </a:xfrm>
              <a:prstGeom prst="rect">
                <a:avLst/>
              </a:prstGeom>
              <a:noFill/>
              <a:ln>
                <a:noFill/>
              </a:ln>
            </p:spPr>
          </p:pic>
        </p:grpSp>
        <p:grpSp>
          <p:nvGrpSpPr>
            <p:cNvPr id="6524" name="Google Shape;6524;p45"/>
            <p:cNvGrpSpPr/>
            <p:nvPr/>
          </p:nvGrpSpPr>
          <p:grpSpPr>
            <a:xfrm>
              <a:off x="7493518" y="3325424"/>
              <a:ext cx="911538" cy="843226"/>
              <a:chOff x="7493518" y="3325424"/>
              <a:chExt cx="911538" cy="843226"/>
            </a:xfrm>
          </p:grpSpPr>
          <p:pic>
            <p:nvPicPr>
              <p:cNvPr descr="access_point_stylized_small" id="6525" name="Google Shape;6525;p45"/>
              <p:cNvPicPr preferRelativeResize="0"/>
              <p:nvPr/>
            </p:nvPicPr>
            <p:blipFill rotWithShape="1">
              <a:blip r:embed="rId18">
                <a:alphaModFix/>
              </a:blip>
              <a:srcRect b="0" l="0" r="0" t="0"/>
              <a:stretch/>
            </p:blipFill>
            <p:spPr>
              <a:xfrm>
                <a:off x="7613882" y="3861899"/>
                <a:ext cx="370169" cy="306751"/>
              </a:xfrm>
              <a:prstGeom prst="rect">
                <a:avLst/>
              </a:prstGeom>
              <a:noFill/>
              <a:ln>
                <a:noFill/>
              </a:ln>
            </p:spPr>
          </p:pic>
          <p:grpSp>
            <p:nvGrpSpPr>
              <p:cNvPr id="6526" name="Google Shape;6526;p45"/>
              <p:cNvGrpSpPr/>
              <p:nvPr/>
            </p:nvGrpSpPr>
            <p:grpSpPr>
              <a:xfrm>
                <a:off x="7493518" y="3325424"/>
                <a:ext cx="911538" cy="816238"/>
                <a:chOff x="7493518" y="3325424"/>
                <a:chExt cx="911538" cy="816238"/>
              </a:xfrm>
            </p:grpSpPr>
            <p:cxnSp>
              <p:nvCxnSpPr>
                <p:cNvPr id="6527" name="Google Shape;6527;p45"/>
                <p:cNvCxnSpPr/>
                <p:nvPr/>
              </p:nvCxnSpPr>
              <p:spPr>
                <a:xfrm>
                  <a:off x="8247778" y="3829970"/>
                  <a:ext cx="0" cy="131762"/>
                </a:xfrm>
                <a:prstGeom prst="straightConnector1">
                  <a:avLst/>
                </a:prstGeom>
                <a:noFill/>
                <a:ln cap="flat" cmpd="sng" w="9525">
                  <a:solidFill>
                    <a:schemeClr val="dk1"/>
                  </a:solidFill>
                  <a:prstDash val="solid"/>
                  <a:round/>
                  <a:headEnd len="sm" w="sm" type="none"/>
                  <a:tailEnd len="sm" w="sm" type="none"/>
                </a:ln>
              </p:spPr>
            </p:cxnSp>
            <p:cxnSp>
              <p:nvCxnSpPr>
                <p:cNvPr id="6528" name="Google Shape;6528;p45"/>
                <p:cNvCxnSpPr/>
                <p:nvPr/>
              </p:nvCxnSpPr>
              <p:spPr>
                <a:xfrm flipH="1" rot="10800000">
                  <a:off x="7857253" y="4041107"/>
                  <a:ext cx="168275" cy="3175"/>
                </a:xfrm>
                <a:prstGeom prst="straightConnector1">
                  <a:avLst/>
                </a:prstGeom>
                <a:noFill/>
                <a:ln cap="flat" cmpd="sng" w="9525">
                  <a:solidFill>
                    <a:schemeClr val="dk1"/>
                  </a:solidFill>
                  <a:prstDash val="solid"/>
                  <a:round/>
                  <a:headEnd len="sm" w="sm" type="none"/>
                  <a:tailEnd len="sm" w="sm" type="none"/>
                </a:ln>
              </p:spPr>
            </p:cxnSp>
            <p:pic>
              <p:nvPicPr>
                <p:cNvPr descr="antenna_radiation_stylized" id="6529" name="Google Shape;6529;p45"/>
                <p:cNvPicPr preferRelativeResize="0"/>
                <p:nvPr/>
              </p:nvPicPr>
              <p:blipFill rotWithShape="1">
                <a:blip r:embed="rId19">
                  <a:alphaModFix/>
                </a:blip>
                <a:srcRect b="0" l="0" r="0" t="0"/>
                <a:stretch/>
              </p:blipFill>
              <p:spPr>
                <a:xfrm>
                  <a:off x="7562238" y="3813930"/>
                  <a:ext cx="506412" cy="106009"/>
                </a:xfrm>
                <a:prstGeom prst="rect">
                  <a:avLst/>
                </a:prstGeom>
                <a:noFill/>
                <a:ln>
                  <a:noFill/>
                </a:ln>
              </p:spPr>
            </p:pic>
            <p:grpSp>
              <p:nvGrpSpPr>
                <p:cNvPr id="6530" name="Google Shape;6530;p45"/>
                <p:cNvGrpSpPr/>
                <p:nvPr/>
              </p:nvGrpSpPr>
              <p:grpSpPr>
                <a:xfrm>
                  <a:off x="8050070" y="3965994"/>
                  <a:ext cx="354986" cy="175668"/>
                  <a:chOff x="7493876" y="2774731"/>
                  <a:chExt cx="1481958" cy="894622"/>
                </a:xfrm>
              </p:grpSpPr>
              <p:sp>
                <p:nvSpPr>
                  <p:cNvPr id="6531" name="Google Shape;6531;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532" name="Google Shape;6532;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533" name="Google Shape;6533;p45"/>
                  <p:cNvGrpSpPr/>
                  <p:nvPr/>
                </p:nvGrpSpPr>
                <p:grpSpPr>
                  <a:xfrm>
                    <a:off x="7713663" y="2848339"/>
                    <a:ext cx="1042107" cy="425543"/>
                    <a:chOff x="7786941" y="2884917"/>
                    <a:chExt cx="897649" cy="353919"/>
                  </a:xfrm>
                </p:grpSpPr>
                <p:sp>
                  <p:nvSpPr>
                    <p:cNvPr id="6534" name="Google Shape;6534;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35" name="Google Shape;6535;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36" name="Google Shape;6536;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37" name="Google Shape;6537;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stylized" id="6538" name="Google Shape;6538;p45"/>
                <p:cNvPicPr preferRelativeResize="0"/>
                <p:nvPr/>
              </p:nvPicPr>
              <p:blipFill rotWithShape="1">
                <a:blip r:embed="rId20">
                  <a:alphaModFix/>
                </a:blip>
                <a:srcRect b="0" l="0" r="0" t="0"/>
                <a:stretch/>
              </p:blipFill>
              <p:spPr>
                <a:xfrm>
                  <a:off x="7493518" y="3419140"/>
                  <a:ext cx="347997" cy="167557"/>
                </a:xfrm>
                <a:prstGeom prst="rect">
                  <a:avLst/>
                </a:prstGeom>
                <a:noFill/>
                <a:ln>
                  <a:noFill/>
                </a:ln>
              </p:spPr>
            </p:pic>
            <p:pic>
              <p:nvPicPr>
                <p:cNvPr descr="antenna_stylized" id="6539" name="Google Shape;6539;p45"/>
                <p:cNvPicPr preferRelativeResize="0"/>
                <p:nvPr/>
              </p:nvPicPr>
              <p:blipFill rotWithShape="1">
                <a:blip r:embed="rId20">
                  <a:alphaModFix/>
                </a:blip>
                <a:srcRect b="0" l="0" r="0" t="0"/>
                <a:stretch/>
              </p:blipFill>
              <p:spPr>
                <a:xfrm>
                  <a:off x="7803435" y="3325424"/>
                  <a:ext cx="347997" cy="167557"/>
                </a:xfrm>
                <a:prstGeom prst="rect">
                  <a:avLst/>
                </a:prstGeom>
                <a:noFill/>
                <a:ln>
                  <a:noFill/>
                </a:ln>
              </p:spPr>
            </p:pic>
          </p:grpSp>
        </p:grpSp>
        <p:grpSp>
          <p:nvGrpSpPr>
            <p:cNvPr id="6540" name="Google Shape;6540;p45"/>
            <p:cNvGrpSpPr/>
            <p:nvPr/>
          </p:nvGrpSpPr>
          <p:grpSpPr>
            <a:xfrm>
              <a:off x="10884085" y="3428485"/>
              <a:ext cx="604586" cy="405973"/>
              <a:chOff x="10884085" y="3428485"/>
              <a:chExt cx="604586" cy="405973"/>
            </a:xfrm>
          </p:grpSpPr>
          <p:grpSp>
            <p:nvGrpSpPr>
              <p:cNvPr id="6541" name="Google Shape;6541;p45"/>
              <p:cNvGrpSpPr/>
              <p:nvPr/>
            </p:nvGrpSpPr>
            <p:grpSpPr>
              <a:xfrm>
                <a:off x="10884085" y="3601365"/>
                <a:ext cx="170989" cy="97052"/>
                <a:chOff x="7493876" y="2774731"/>
                <a:chExt cx="1481958" cy="894622"/>
              </a:xfrm>
            </p:grpSpPr>
            <p:sp>
              <p:nvSpPr>
                <p:cNvPr id="6542" name="Google Shape;6542;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543" name="Google Shape;6543;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544" name="Google Shape;6544;p45"/>
                <p:cNvGrpSpPr/>
                <p:nvPr/>
              </p:nvGrpSpPr>
              <p:grpSpPr>
                <a:xfrm>
                  <a:off x="7713663" y="2848339"/>
                  <a:ext cx="1042107" cy="425543"/>
                  <a:chOff x="7786941" y="2884917"/>
                  <a:chExt cx="897649" cy="353919"/>
                </a:xfrm>
              </p:grpSpPr>
              <p:sp>
                <p:nvSpPr>
                  <p:cNvPr id="6545" name="Google Shape;6545;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46" name="Google Shape;6546;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47" name="Google Shape;6547;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48" name="Google Shape;6548;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549" name="Google Shape;6549;p45"/>
              <p:cNvGrpSpPr/>
              <p:nvPr/>
            </p:nvGrpSpPr>
            <p:grpSpPr>
              <a:xfrm>
                <a:off x="11064947" y="3428485"/>
                <a:ext cx="423724" cy="405973"/>
                <a:chOff x="5103720" y="2693365"/>
                <a:chExt cx="611650" cy="414788"/>
              </a:xfrm>
            </p:grpSpPr>
            <p:cxnSp>
              <p:nvCxnSpPr>
                <p:cNvPr id="6550" name="Google Shape;6550;p45"/>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6551" name="Google Shape;6551;p45"/>
                <p:cNvGrpSpPr/>
                <p:nvPr/>
              </p:nvGrpSpPr>
              <p:grpSpPr>
                <a:xfrm>
                  <a:off x="5275406" y="2693365"/>
                  <a:ext cx="439964" cy="414788"/>
                  <a:chOff x="5275406" y="2711455"/>
                  <a:chExt cx="452949" cy="405518"/>
                </a:xfrm>
              </p:grpSpPr>
              <p:pic>
                <p:nvPicPr>
                  <p:cNvPr descr="server_rack.png" id="6552" name="Google Shape;6552;p45"/>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6553" name="Google Shape;6553;p45"/>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6554" name="Google Shape;6554;p45"/>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grpSp>
          <p:nvGrpSpPr>
            <p:cNvPr id="6555" name="Google Shape;6555;p45"/>
            <p:cNvGrpSpPr/>
            <p:nvPr/>
          </p:nvGrpSpPr>
          <p:grpSpPr>
            <a:xfrm>
              <a:off x="7975881" y="4741266"/>
              <a:ext cx="2318709" cy="1245936"/>
              <a:chOff x="7948367" y="4775686"/>
              <a:chExt cx="2318709" cy="1245936"/>
            </a:xfrm>
          </p:grpSpPr>
          <p:cxnSp>
            <p:nvCxnSpPr>
              <p:cNvPr id="6556" name="Google Shape;6556;p45"/>
              <p:cNvCxnSpPr/>
              <p:nvPr/>
            </p:nvCxnSpPr>
            <p:spPr>
              <a:xfrm flipH="1" rot="5400000">
                <a:off x="9789609" y="5251739"/>
                <a:ext cx="388062" cy="7560"/>
              </a:xfrm>
              <a:prstGeom prst="straightConnector1">
                <a:avLst/>
              </a:prstGeom>
              <a:noFill/>
              <a:ln cap="flat" cmpd="sng" w="12700">
                <a:solidFill>
                  <a:schemeClr val="dk1"/>
                </a:solidFill>
                <a:prstDash val="solid"/>
                <a:round/>
                <a:headEnd len="sm" w="sm" type="none"/>
                <a:tailEnd len="sm" w="sm" type="none"/>
              </a:ln>
            </p:spPr>
          </p:cxnSp>
          <p:cxnSp>
            <p:nvCxnSpPr>
              <p:cNvPr id="6557" name="Google Shape;6557;p45"/>
              <p:cNvCxnSpPr/>
              <p:nvPr/>
            </p:nvCxnSpPr>
            <p:spPr>
              <a:xfrm>
                <a:off x="8210207" y="5117334"/>
                <a:ext cx="226800" cy="127000"/>
              </a:xfrm>
              <a:prstGeom prst="straightConnector1">
                <a:avLst/>
              </a:prstGeom>
              <a:noFill/>
              <a:ln cap="flat" cmpd="sng" w="9525">
                <a:solidFill>
                  <a:schemeClr val="dk1"/>
                </a:solidFill>
                <a:prstDash val="solid"/>
                <a:round/>
                <a:headEnd len="sm" w="sm" type="none"/>
                <a:tailEnd len="sm" w="sm" type="none"/>
              </a:ln>
            </p:spPr>
          </p:cxnSp>
          <p:cxnSp>
            <p:nvCxnSpPr>
              <p:cNvPr id="6558" name="Google Shape;6558;p45"/>
              <p:cNvCxnSpPr/>
              <p:nvPr/>
            </p:nvCxnSpPr>
            <p:spPr>
              <a:xfrm flipH="1" rot="10800000">
                <a:off x="8459425" y="5036562"/>
                <a:ext cx="404236" cy="207771"/>
              </a:xfrm>
              <a:prstGeom prst="straightConnector1">
                <a:avLst/>
              </a:prstGeom>
              <a:noFill/>
              <a:ln cap="flat" cmpd="sng" w="9525">
                <a:solidFill>
                  <a:schemeClr val="dk1"/>
                </a:solidFill>
                <a:prstDash val="solid"/>
                <a:round/>
                <a:headEnd len="sm" w="sm" type="none"/>
                <a:tailEnd len="sm" w="sm" type="none"/>
              </a:ln>
            </p:spPr>
          </p:cxnSp>
          <p:grpSp>
            <p:nvGrpSpPr>
              <p:cNvPr id="6559" name="Google Shape;6559;p45"/>
              <p:cNvGrpSpPr/>
              <p:nvPr/>
            </p:nvGrpSpPr>
            <p:grpSpPr>
              <a:xfrm>
                <a:off x="7948367" y="4775686"/>
                <a:ext cx="2318709" cy="1245936"/>
                <a:chOff x="7948367" y="4775686"/>
                <a:chExt cx="2318709" cy="1245936"/>
              </a:xfrm>
            </p:grpSpPr>
            <p:cxnSp>
              <p:nvCxnSpPr>
                <p:cNvPr id="6560" name="Google Shape;6560;p45"/>
                <p:cNvCxnSpPr/>
                <p:nvPr/>
              </p:nvCxnSpPr>
              <p:spPr>
                <a:xfrm rot="10800000">
                  <a:off x="10209926" y="5405286"/>
                  <a:ext cx="0" cy="114300"/>
                </a:xfrm>
                <a:prstGeom prst="straightConnector1">
                  <a:avLst/>
                </a:prstGeom>
                <a:noFill/>
                <a:ln cap="flat" cmpd="sng" w="12700">
                  <a:solidFill>
                    <a:schemeClr val="dk1"/>
                  </a:solidFill>
                  <a:prstDash val="solid"/>
                  <a:round/>
                  <a:headEnd len="sm" w="sm" type="none"/>
                  <a:tailEnd len="sm" w="sm" type="none"/>
                </a:ln>
              </p:spPr>
            </p:cxnSp>
            <p:cxnSp>
              <p:nvCxnSpPr>
                <p:cNvPr id="6561" name="Google Shape;6561;p45"/>
                <p:cNvCxnSpPr/>
                <p:nvPr/>
              </p:nvCxnSpPr>
              <p:spPr>
                <a:xfrm>
                  <a:off x="9432959" y="4838517"/>
                  <a:ext cx="524483" cy="261537"/>
                </a:xfrm>
                <a:prstGeom prst="straightConnector1">
                  <a:avLst/>
                </a:prstGeom>
                <a:noFill/>
                <a:ln cap="flat" cmpd="sng" w="9525">
                  <a:solidFill>
                    <a:schemeClr val="dk1"/>
                  </a:solidFill>
                  <a:prstDash val="solid"/>
                  <a:round/>
                  <a:headEnd len="sm" w="sm" type="none"/>
                  <a:tailEnd len="sm" w="sm" type="none"/>
                </a:ln>
              </p:spPr>
            </p:cxnSp>
            <p:cxnSp>
              <p:nvCxnSpPr>
                <p:cNvPr id="6562" name="Google Shape;6562;p45"/>
                <p:cNvCxnSpPr/>
                <p:nvPr/>
              </p:nvCxnSpPr>
              <p:spPr>
                <a:xfrm flipH="1" rot="10800000">
                  <a:off x="8850066" y="4838517"/>
                  <a:ext cx="569255" cy="246266"/>
                </a:xfrm>
                <a:prstGeom prst="straightConnector1">
                  <a:avLst/>
                </a:prstGeom>
                <a:noFill/>
                <a:ln cap="flat" cmpd="sng" w="9525">
                  <a:solidFill>
                    <a:schemeClr val="dk1"/>
                  </a:solidFill>
                  <a:prstDash val="solid"/>
                  <a:round/>
                  <a:headEnd len="sm" w="sm" type="none"/>
                  <a:tailEnd len="sm" w="sm" type="none"/>
                </a:ln>
              </p:spPr>
            </p:cxnSp>
            <p:cxnSp>
              <p:nvCxnSpPr>
                <p:cNvPr id="6563" name="Google Shape;6563;p45"/>
                <p:cNvCxnSpPr/>
                <p:nvPr/>
              </p:nvCxnSpPr>
              <p:spPr>
                <a:xfrm>
                  <a:off x="8821744" y="5108876"/>
                  <a:ext cx="1030502" cy="0"/>
                </a:xfrm>
                <a:prstGeom prst="straightConnector1">
                  <a:avLst/>
                </a:prstGeom>
                <a:noFill/>
                <a:ln cap="flat" cmpd="sng" w="9525">
                  <a:solidFill>
                    <a:schemeClr val="dk1"/>
                  </a:solidFill>
                  <a:prstDash val="solid"/>
                  <a:round/>
                  <a:headEnd len="sm" w="sm" type="none"/>
                  <a:tailEnd len="sm" w="sm" type="none"/>
                </a:ln>
              </p:spPr>
            </p:cxnSp>
            <p:cxnSp>
              <p:nvCxnSpPr>
                <p:cNvPr id="6564" name="Google Shape;6564;p45"/>
                <p:cNvCxnSpPr/>
                <p:nvPr/>
              </p:nvCxnSpPr>
              <p:spPr>
                <a:xfrm flipH="1" rot="10800000">
                  <a:off x="7948367" y="5290470"/>
                  <a:ext cx="412750" cy="127000"/>
                </a:xfrm>
                <a:prstGeom prst="straightConnector1">
                  <a:avLst/>
                </a:prstGeom>
                <a:noFill/>
                <a:ln cap="flat" cmpd="sng" w="9525">
                  <a:solidFill>
                    <a:schemeClr val="dk1"/>
                  </a:solidFill>
                  <a:prstDash val="solid"/>
                  <a:round/>
                  <a:headEnd len="sm" w="sm" type="none"/>
                  <a:tailEnd len="sm" w="sm" type="none"/>
                </a:ln>
              </p:spPr>
            </p:cxnSp>
            <p:cxnSp>
              <p:nvCxnSpPr>
                <p:cNvPr id="6565" name="Google Shape;6565;p45"/>
                <p:cNvCxnSpPr/>
                <p:nvPr/>
              </p:nvCxnSpPr>
              <p:spPr>
                <a:xfrm flipH="1">
                  <a:off x="8373817" y="5282252"/>
                  <a:ext cx="68080" cy="293968"/>
                </a:xfrm>
                <a:prstGeom prst="straightConnector1">
                  <a:avLst/>
                </a:prstGeom>
                <a:noFill/>
                <a:ln cap="flat" cmpd="sng" w="9525">
                  <a:solidFill>
                    <a:schemeClr val="dk1"/>
                  </a:solidFill>
                  <a:prstDash val="solid"/>
                  <a:round/>
                  <a:headEnd len="sm" w="sm" type="none"/>
                  <a:tailEnd len="sm" w="sm" type="none"/>
                </a:ln>
              </p:spPr>
            </p:cxnSp>
            <p:cxnSp>
              <p:nvCxnSpPr>
                <p:cNvPr id="6566" name="Google Shape;6566;p45"/>
                <p:cNvCxnSpPr/>
                <p:nvPr/>
              </p:nvCxnSpPr>
              <p:spPr>
                <a:xfrm rot="10800000">
                  <a:off x="8488731" y="5307931"/>
                  <a:ext cx="280374" cy="269876"/>
                </a:xfrm>
                <a:prstGeom prst="straightConnector1">
                  <a:avLst/>
                </a:prstGeom>
                <a:noFill/>
                <a:ln cap="flat" cmpd="sng" w="9525">
                  <a:solidFill>
                    <a:schemeClr val="dk1"/>
                  </a:solidFill>
                  <a:prstDash val="solid"/>
                  <a:round/>
                  <a:headEnd len="sm" w="sm" type="none"/>
                  <a:tailEnd len="sm" w="sm" type="none"/>
                </a:ln>
              </p:spPr>
            </p:cxnSp>
            <p:cxnSp>
              <p:nvCxnSpPr>
                <p:cNvPr id="6567" name="Google Shape;6567;p45"/>
                <p:cNvCxnSpPr/>
                <p:nvPr/>
              </p:nvCxnSpPr>
              <p:spPr>
                <a:xfrm>
                  <a:off x="8488731" y="5258048"/>
                  <a:ext cx="914184" cy="468622"/>
                </a:xfrm>
                <a:prstGeom prst="straightConnector1">
                  <a:avLst/>
                </a:prstGeom>
                <a:noFill/>
                <a:ln cap="flat" cmpd="sng" w="9525">
                  <a:solidFill>
                    <a:schemeClr val="dk1"/>
                  </a:solidFill>
                  <a:prstDash val="solid"/>
                  <a:round/>
                  <a:headEnd len="sm" w="sm" type="none"/>
                  <a:tailEnd len="sm" w="sm" type="none"/>
                </a:ln>
              </p:spPr>
            </p:cxnSp>
            <p:cxnSp>
              <p:nvCxnSpPr>
                <p:cNvPr id="6568" name="Google Shape;6568;p45"/>
                <p:cNvCxnSpPr/>
                <p:nvPr/>
              </p:nvCxnSpPr>
              <p:spPr>
                <a:xfrm flipH="1" rot="5400000">
                  <a:off x="9885545" y="5583471"/>
                  <a:ext cx="366793" cy="1482"/>
                </a:xfrm>
                <a:prstGeom prst="straightConnector1">
                  <a:avLst/>
                </a:prstGeom>
                <a:noFill/>
                <a:ln cap="flat" cmpd="sng" w="12700">
                  <a:solidFill>
                    <a:schemeClr val="dk1"/>
                  </a:solidFill>
                  <a:prstDash val="solid"/>
                  <a:round/>
                  <a:headEnd len="sm" w="sm" type="none"/>
                  <a:tailEnd len="sm" w="sm" type="none"/>
                </a:ln>
              </p:spPr>
            </p:cxnSp>
            <p:pic>
              <p:nvPicPr>
                <p:cNvPr descr="antenna_radiation_stylized" id="6569" name="Google Shape;6569;p45"/>
                <p:cNvPicPr preferRelativeResize="0"/>
                <p:nvPr/>
              </p:nvPicPr>
              <p:blipFill rotWithShape="1">
                <a:blip r:embed="rId22">
                  <a:alphaModFix/>
                </a:blip>
                <a:srcRect b="0" l="0" r="0" t="0"/>
                <a:stretch/>
              </p:blipFill>
              <p:spPr>
                <a:xfrm>
                  <a:off x="9242073" y="5480938"/>
                  <a:ext cx="452014" cy="95159"/>
                </a:xfrm>
                <a:prstGeom prst="rect">
                  <a:avLst/>
                </a:prstGeom>
                <a:noFill/>
                <a:ln>
                  <a:noFill/>
                </a:ln>
              </p:spPr>
            </p:pic>
            <p:pic>
              <p:nvPicPr>
                <p:cNvPr descr="access_point_stylized_small" id="6570" name="Google Shape;6570;p45"/>
                <p:cNvPicPr preferRelativeResize="0"/>
                <p:nvPr/>
              </p:nvPicPr>
              <p:blipFill rotWithShape="1">
                <a:blip r:embed="rId18">
                  <a:alphaModFix/>
                </a:blip>
                <a:srcRect b="0" l="0" r="0" t="0"/>
                <a:stretch/>
              </p:blipFill>
              <p:spPr>
                <a:xfrm>
                  <a:off x="9290610" y="5524232"/>
                  <a:ext cx="380935" cy="317464"/>
                </a:xfrm>
                <a:prstGeom prst="rect">
                  <a:avLst/>
                </a:prstGeom>
                <a:noFill/>
                <a:ln>
                  <a:noFill/>
                </a:ln>
              </p:spPr>
            </p:pic>
            <p:grpSp>
              <p:nvGrpSpPr>
                <p:cNvPr id="6571" name="Google Shape;6571;p45"/>
                <p:cNvGrpSpPr/>
                <p:nvPr/>
              </p:nvGrpSpPr>
              <p:grpSpPr>
                <a:xfrm>
                  <a:off x="9783558" y="4989983"/>
                  <a:ext cx="393760" cy="218578"/>
                  <a:chOff x="7493876" y="2774731"/>
                  <a:chExt cx="1481958" cy="894622"/>
                </a:xfrm>
              </p:grpSpPr>
              <p:sp>
                <p:nvSpPr>
                  <p:cNvPr id="6572" name="Google Shape;6572;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573" name="Google Shape;6573;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574" name="Google Shape;6574;p45"/>
                  <p:cNvGrpSpPr/>
                  <p:nvPr/>
                </p:nvGrpSpPr>
                <p:grpSpPr>
                  <a:xfrm>
                    <a:off x="7713663" y="2848339"/>
                    <a:ext cx="1042107" cy="425543"/>
                    <a:chOff x="7786941" y="2884917"/>
                    <a:chExt cx="897649" cy="353919"/>
                  </a:xfrm>
                </p:grpSpPr>
                <p:sp>
                  <p:nvSpPr>
                    <p:cNvPr id="6575" name="Google Shape;6575;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76" name="Google Shape;6576;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77" name="Google Shape;6577;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78" name="Google Shape;6578;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579" name="Google Shape;6579;p45"/>
                <p:cNvGrpSpPr/>
                <p:nvPr/>
              </p:nvGrpSpPr>
              <p:grpSpPr>
                <a:xfrm>
                  <a:off x="9849365" y="5339037"/>
                  <a:ext cx="309740" cy="190838"/>
                  <a:chOff x="3668110" y="2448910"/>
                  <a:chExt cx="3794234" cy="2165130"/>
                </a:xfrm>
              </p:grpSpPr>
              <p:sp>
                <p:nvSpPr>
                  <p:cNvPr id="6580" name="Google Shape;6580;p4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1" name="Google Shape;6581;p4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582" name="Google Shape;6582;p45"/>
                  <p:cNvGrpSpPr/>
                  <p:nvPr/>
                </p:nvGrpSpPr>
                <p:grpSpPr>
                  <a:xfrm>
                    <a:off x="3941378" y="2603243"/>
                    <a:ext cx="3202061" cy="1066110"/>
                    <a:chOff x="7939341" y="3037317"/>
                    <a:chExt cx="897649" cy="353919"/>
                  </a:xfrm>
                </p:grpSpPr>
                <p:sp>
                  <p:nvSpPr>
                    <p:cNvPr id="6583" name="Google Shape;6583;p4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4" name="Google Shape;6584;p4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5" name="Google Shape;6585;p4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6" name="Google Shape;6586;p4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587" name="Google Shape;6587;p45"/>
                <p:cNvGrpSpPr/>
                <p:nvPr/>
              </p:nvGrpSpPr>
              <p:grpSpPr>
                <a:xfrm>
                  <a:off x="8676619" y="4967420"/>
                  <a:ext cx="393760" cy="218578"/>
                  <a:chOff x="7493876" y="2774731"/>
                  <a:chExt cx="1481958" cy="894622"/>
                </a:xfrm>
              </p:grpSpPr>
              <p:sp>
                <p:nvSpPr>
                  <p:cNvPr id="6588" name="Google Shape;6588;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589" name="Google Shape;6589;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590" name="Google Shape;6590;p45"/>
                  <p:cNvGrpSpPr/>
                  <p:nvPr/>
                </p:nvGrpSpPr>
                <p:grpSpPr>
                  <a:xfrm>
                    <a:off x="7713663" y="2848339"/>
                    <a:ext cx="1042107" cy="425543"/>
                    <a:chOff x="7786941" y="2884917"/>
                    <a:chExt cx="897649" cy="353919"/>
                  </a:xfrm>
                </p:grpSpPr>
                <p:sp>
                  <p:nvSpPr>
                    <p:cNvPr id="6591" name="Google Shape;6591;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92" name="Google Shape;6592;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93" name="Google Shape;6593;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94" name="Google Shape;6594;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595" name="Google Shape;6595;p45"/>
                <p:cNvGrpSpPr/>
                <p:nvPr/>
              </p:nvGrpSpPr>
              <p:grpSpPr>
                <a:xfrm>
                  <a:off x="8311520" y="5194433"/>
                  <a:ext cx="309740" cy="190838"/>
                  <a:chOff x="3668110" y="2448910"/>
                  <a:chExt cx="3794234" cy="2165130"/>
                </a:xfrm>
              </p:grpSpPr>
              <p:sp>
                <p:nvSpPr>
                  <p:cNvPr id="6596" name="Google Shape;6596;p4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97" name="Google Shape;6597;p4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598" name="Google Shape;6598;p45"/>
                  <p:cNvGrpSpPr/>
                  <p:nvPr/>
                </p:nvGrpSpPr>
                <p:grpSpPr>
                  <a:xfrm>
                    <a:off x="3941378" y="2603243"/>
                    <a:ext cx="3202061" cy="1066110"/>
                    <a:chOff x="7939341" y="3037317"/>
                    <a:chExt cx="897649" cy="353919"/>
                  </a:xfrm>
                </p:grpSpPr>
                <p:sp>
                  <p:nvSpPr>
                    <p:cNvPr id="6599" name="Google Shape;6599;p4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00" name="Google Shape;6600;p4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01" name="Google Shape;6601;p4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02" name="Google Shape;6602;p4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03" name="Google Shape;6603;p45"/>
                <p:cNvGrpSpPr/>
                <p:nvPr/>
              </p:nvGrpSpPr>
              <p:grpSpPr>
                <a:xfrm>
                  <a:off x="9247893" y="4775686"/>
                  <a:ext cx="393760" cy="218578"/>
                  <a:chOff x="7493876" y="2774731"/>
                  <a:chExt cx="1481958" cy="894622"/>
                </a:xfrm>
              </p:grpSpPr>
              <p:sp>
                <p:nvSpPr>
                  <p:cNvPr id="6604" name="Google Shape;6604;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605" name="Google Shape;6605;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606" name="Google Shape;6606;p45"/>
                  <p:cNvGrpSpPr/>
                  <p:nvPr/>
                </p:nvGrpSpPr>
                <p:grpSpPr>
                  <a:xfrm>
                    <a:off x="7713663" y="2848339"/>
                    <a:ext cx="1042107" cy="425543"/>
                    <a:chOff x="7786941" y="2884917"/>
                    <a:chExt cx="897649" cy="353919"/>
                  </a:xfrm>
                </p:grpSpPr>
                <p:sp>
                  <p:nvSpPr>
                    <p:cNvPr id="6607" name="Google Shape;6607;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08" name="Google Shape;6608;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09" name="Google Shape;6609;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10" name="Google Shape;6610;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stylized" id="6611" name="Google Shape;6611;p45"/>
                <p:cNvPicPr preferRelativeResize="0"/>
                <p:nvPr/>
              </p:nvPicPr>
              <p:blipFill rotWithShape="1">
                <a:blip r:embed="rId23">
                  <a:alphaModFix/>
                </a:blip>
                <a:srcRect b="0" l="0" r="0" t="0"/>
                <a:stretch/>
              </p:blipFill>
              <p:spPr>
                <a:xfrm>
                  <a:off x="9201681" y="5852809"/>
                  <a:ext cx="307702" cy="168813"/>
                </a:xfrm>
                <a:prstGeom prst="rect">
                  <a:avLst/>
                </a:prstGeom>
                <a:noFill/>
                <a:ln>
                  <a:noFill/>
                </a:ln>
              </p:spPr>
            </p:pic>
            <p:pic>
              <p:nvPicPr>
                <p:cNvPr descr="antenna_stylized" id="6612" name="Google Shape;6612;p45"/>
                <p:cNvPicPr preferRelativeResize="0"/>
                <p:nvPr/>
              </p:nvPicPr>
              <p:blipFill rotWithShape="1">
                <a:blip r:embed="rId23">
                  <a:alphaModFix/>
                </a:blip>
                <a:srcRect b="0" l="0" r="0" t="0"/>
                <a:stretch/>
              </p:blipFill>
              <p:spPr>
                <a:xfrm>
                  <a:off x="9534746" y="5795138"/>
                  <a:ext cx="316707" cy="138962"/>
                </a:xfrm>
                <a:prstGeom prst="rect">
                  <a:avLst/>
                </a:prstGeom>
                <a:noFill/>
                <a:ln>
                  <a:noFill/>
                </a:ln>
              </p:spPr>
            </p:pic>
          </p:grpSp>
        </p:grpSp>
        <p:grpSp>
          <p:nvGrpSpPr>
            <p:cNvPr id="6613" name="Google Shape;6613;p45"/>
            <p:cNvGrpSpPr/>
            <p:nvPr/>
          </p:nvGrpSpPr>
          <p:grpSpPr>
            <a:xfrm>
              <a:off x="10925982" y="4188911"/>
              <a:ext cx="657413" cy="451816"/>
              <a:chOff x="10925982" y="4188911"/>
              <a:chExt cx="657413" cy="451816"/>
            </a:xfrm>
          </p:grpSpPr>
          <p:grpSp>
            <p:nvGrpSpPr>
              <p:cNvPr id="6614" name="Google Shape;6614;p45"/>
              <p:cNvGrpSpPr/>
              <p:nvPr/>
            </p:nvGrpSpPr>
            <p:grpSpPr>
              <a:xfrm>
                <a:off x="11093556" y="4188911"/>
                <a:ext cx="489839" cy="451816"/>
                <a:chOff x="5103720" y="2693365"/>
                <a:chExt cx="611650" cy="414788"/>
              </a:xfrm>
            </p:grpSpPr>
            <p:cxnSp>
              <p:nvCxnSpPr>
                <p:cNvPr id="6615" name="Google Shape;6615;p45"/>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6616" name="Google Shape;6616;p45"/>
                <p:cNvGrpSpPr/>
                <p:nvPr/>
              </p:nvGrpSpPr>
              <p:grpSpPr>
                <a:xfrm>
                  <a:off x="5275406" y="2693365"/>
                  <a:ext cx="439964" cy="414788"/>
                  <a:chOff x="5275406" y="2711455"/>
                  <a:chExt cx="452949" cy="405518"/>
                </a:xfrm>
              </p:grpSpPr>
              <p:pic>
                <p:nvPicPr>
                  <p:cNvPr descr="server_rack.png" id="6617" name="Google Shape;6617;p45"/>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6618" name="Google Shape;6618;p45"/>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6619" name="Google Shape;6619;p45"/>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nvGrpSpPr>
              <p:cNvPr id="6620" name="Google Shape;6620;p45"/>
              <p:cNvGrpSpPr/>
              <p:nvPr/>
            </p:nvGrpSpPr>
            <p:grpSpPr>
              <a:xfrm>
                <a:off x="10925982" y="4369125"/>
                <a:ext cx="228295" cy="120400"/>
                <a:chOff x="7493876" y="2774731"/>
                <a:chExt cx="1481958" cy="894622"/>
              </a:xfrm>
            </p:grpSpPr>
            <p:sp>
              <p:nvSpPr>
                <p:cNvPr id="6621" name="Google Shape;6621;p4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622" name="Google Shape;6622;p4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623" name="Google Shape;6623;p45"/>
                <p:cNvGrpSpPr/>
                <p:nvPr/>
              </p:nvGrpSpPr>
              <p:grpSpPr>
                <a:xfrm>
                  <a:off x="7713663" y="2848339"/>
                  <a:ext cx="1042107" cy="425543"/>
                  <a:chOff x="7786941" y="2884917"/>
                  <a:chExt cx="897649" cy="353919"/>
                </a:xfrm>
              </p:grpSpPr>
              <p:sp>
                <p:nvSpPr>
                  <p:cNvPr id="6624" name="Google Shape;6624;p4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25" name="Google Shape;6625;p4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26" name="Google Shape;6626;p4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27" name="Google Shape;6627;p4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grpSp>
        <p:nvGrpSpPr>
          <p:cNvPr id="6628" name="Google Shape;6628;p45"/>
          <p:cNvGrpSpPr/>
          <p:nvPr/>
        </p:nvGrpSpPr>
        <p:grpSpPr>
          <a:xfrm>
            <a:off x="8694912" y="1702617"/>
            <a:ext cx="2658888" cy="2831440"/>
            <a:chOff x="17449127" y="2067553"/>
            <a:chExt cx="2658888" cy="2831440"/>
          </a:xfrm>
        </p:grpSpPr>
        <p:sp>
          <p:nvSpPr>
            <p:cNvPr id="6629" name="Google Shape;6629;p45"/>
            <p:cNvSpPr/>
            <p:nvPr/>
          </p:nvSpPr>
          <p:spPr>
            <a:xfrm>
              <a:off x="18054808" y="2067553"/>
              <a:ext cx="2053207" cy="1399514"/>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30" name="Google Shape;6630;p45"/>
            <p:cNvSpPr/>
            <p:nvPr/>
          </p:nvSpPr>
          <p:spPr>
            <a:xfrm>
              <a:off x="17449127" y="3391110"/>
              <a:ext cx="2173774" cy="1507883"/>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6631" name="Google Shape;6631;p45"/>
          <p:cNvSpPr/>
          <p:nvPr/>
        </p:nvSpPr>
        <p:spPr>
          <a:xfrm>
            <a:off x="807652" y="1884278"/>
            <a:ext cx="5787853" cy="2921876"/>
          </a:xfrm>
          <a:prstGeom prst="rect">
            <a:avLst/>
          </a:prstGeom>
          <a:solidFill>
            <a:schemeClr val="lt1">
              <a:alpha val="7294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32" name="Google Shape;6632;p45"/>
          <p:cNvSpPr/>
          <p:nvPr/>
        </p:nvSpPr>
        <p:spPr>
          <a:xfrm>
            <a:off x="7157545" y="1523999"/>
            <a:ext cx="4550979" cy="4897821"/>
          </a:xfrm>
          <a:custGeom>
            <a:rect b="b" l="l" r="r" t="t"/>
            <a:pathLst>
              <a:path extrusionOk="0" h="4897821" w="4550979">
                <a:moveTo>
                  <a:pt x="21020" y="178677"/>
                </a:moveTo>
                <a:cubicBezTo>
                  <a:pt x="1030013" y="42043"/>
                  <a:pt x="1453930" y="54304"/>
                  <a:pt x="2270234" y="0"/>
                </a:cubicBezTo>
                <a:cubicBezTo>
                  <a:pt x="2291255" y="476469"/>
                  <a:pt x="1902372" y="963447"/>
                  <a:pt x="2333296" y="1429406"/>
                </a:cubicBezTo>
                <a:lnTo>
                  <a:pt x="1587062" y="1881352"/>
                </a:lnTo>
                <a:lnTo>
                  <a:pt x="1450427" y="2427889"/>
                </a:lnTo>
                <a:cubicBezTo>
                  <a:pt x="1681655" y="2998951"/>
                  <a:pt x="2312276" y="3139089"/>
                  <a:pt x="3026979" y="3048000"/>
                </a:cubicBezTo>
                <a:lnTo>
                  <a:pt x="3499945" y="2827283"/>
                </a:lnTo>
                <a:lnTo>
                  <a:pt x="3699641" y="2554013"/>
                </a:lnTo>
                <a:lnTo>
                  <a:pt x="3720662" y="2217683"/>
                </a:lnTo>
                <a:lnTo>
                  <a:pt x="3678621" y="2017986"/>
                </a:lnTo>
                <a:lnTo>
                  <a:pt x="3584027" y="1839310"/>
                </a:lnTo>
                <a:lnTo>
                  <a:pt x="3342289" y="1681655"/>
                </a:lnTo>
                <a:lnTo>
                  <a:pt x="4393324" y="1545021"/>
                </a:lnTo>
                <a:lnTo>
                  <a:pt x="4550979" y="2879834"/>
                </a:lnTo>
                <a:lnTo>
                  <a:pt x="4403834" y="4519448"/>
                </a:lnTo>
                <a:lnTo>
                  <a:pt x="3394841" y="4897821"/>
                </a:lnTo>
                <a:lnTo>
                  <a:pt x="0" y="4855779"/>
                </a:lnTo>
                <a:cubicBezTo>
                  <a:pt x="7007" y="3296745"/>
                  <a:pt x="14013" y="1737711"/>
                  <a:pt x="21020" y="178677"/>
                </a:cubicBezTo>
                <a:close/>
              </a:path>
            </a:pathLst>
          </a:custGeom>
          <a:solidFill>
            <a:schemeClr val="lt1">
              <a:alpha val="7098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7" name="Shape 6637"/>
        <p:cNvGrpSpPr/>
        <p:nvPr/>
      </p:nvGrpSpPr>
      <p:grpSpPr>
        <a:xfrm>
          <a:off x="0" y="0"/>
          <a:ext cx="0" cy="0"/>
          <a:chOff x="0" y="0"/>
          <a:chExt cx="0" cy="0"/>
        </a:xfrm>
      </p:grpSpPr>
      <p:sp>
        <p:nvSpPr>
          <p:cNvPr id="6638" name="Google Shape;6638;p46"/>
          <p:cNvSpPr/>
          <p:nvPr/>
        </p:nvSpPr>
        <p:spPr>
          <a:xfrm>
            <a:off x="7439074" y="3553079"/>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639" name="Google Shape;6639;p46"/>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b="0" lang="en-US" sz="4800"/>
              <a:t>Access networks and physical media</a:t>
            </a:r>
            <a:endParaRPr b="0" sz="4800"/>
          </a:p>
        </p:txBody>
      </p:sp>
      <p:sp>
        <p:nvSpPr>
          <p:cNvPr id="6640" name="Google Shape;6640;p46"/>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41" name="Google Shape;6641;p46"/>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42" name="Google Shape;6642;p46"/>
          <p:cNvSpPr/>
          <p:nvPr/>
        </p:nvSpPr>
        <p:spPr>
          <a:xfrm>
            <a:off x="7205350" y="3289251"/>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sp>
        <p:nvSpPr>
          <p:cNvPr id="6643" name="Google Shape;6643;p46"/>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44" name="Google Shape;6644;p46"/>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b="0" i="0" sz="1400" u="none" cap="none" strike="noStrike">
              <a:solidFill>
                <a:srgbClr val="000000"/>
              </a:solidFill>
              <a:latin typeface="Calibri"/>
              <a:ea typeface="Calibri"/>
              <a:cs typeface="Calibri"/>
              <a:sym typeface="Calibri"/>
            </a:endParaRPr>
          </a:p>
        </p:txBody>
      </p:sp>
      <p:sp>
        <p:nvSpPr>
          <p:cNvPr id="6645" name="Google Shape;6645;p46"/>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b="0" i="0" sz="1400" u="none" cap="none" strike="noStrike">
              <a:solidFill>
                <a:srgbClr val="000000"/>
              </a:solidFill>
              <a:latin typeface="Calibri"/>
              <a:ea typeface="Calibri"/>
              <a:cs typeface="Calibri"/>
              <a:sym typeface="Calibri"/>
            </a:endParaRPr>
          </a:p>
        </p:txBody>
      </p:sp>
      <p:sp>
        <p:nvSpPr>
          <p:cNvPr id="6646" name="Google Shape;6646;p46"/>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b="0" i="0" sz="1400" u="none" cap="none" strike="noStrike">
              <a:solidFill>
                <a:srgbClr val="000000"/>
              </a:solidFill>
              <a:latin typeface="Calibri"/>
              <a:ea typeface="Calibri"/>
              <a:cs typeface="Calibri"/>
              <a:sym typeface="Calibri"/>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b="0" i="0" sz="1400" u="none" cap="none" strike="noStrike">
              <a:solidFill>
                <a:srgbClr val="000000"/>
              </a:solidFill>
              <a:latin typeface="Calibri"/>
              <a:ea typeface="Calibri"/>
              <a:cs typeface="Calibri"/>
              <a:sym typeface="Calibri"/>
            </a:endParaRPr>
          </a:p>
        </p:txBody>
      </p:sp>
      <p:sp>
        <p:nvSpPr>
          <p:cNvPr id="6647" name="Google Shape;6647;p46"/>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648" name="Google Shape;6648;p46"/>
          <p:cNvGrpSpPr/>
          <p:nvPr/>
        </p:nvGrpSpPr>
        <p:grpSpPr>
          <a:xfrm>
            <a:off x="10837700" y="3928050"/>
            <a:ext cx="687393" cy="721548"/>
            <a:chOff x="5203089" y="1751190"/>
            <a:chExt cx="858331" cy="662414"/>
          </a:xfrm>
        </p:grpSpPr>
        <p:sp>
          <p:nvSpPr>
            <p:cNvPr id="6649" name="Google Shape;6649;p46"/>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50" name="Google Shape;6650;p46"/>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651" name="Google Shape;6651;p46"/>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6652" name="Google Shape;6652;p46"/>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6653" name="Google Shape;6653;p46"/>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6654" name="Google Shape;6654;p46"/>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6655" name="Google Shape;6655;p46"/>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6656" name="Google Shape;6656;p46"/>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6657" name="Google Shape;6657;p46"/>
          <p:cNvGrpSpPr/>
          <p:nvPr/>
        </p:nvGrpSpPr>
        <p:grpSpPr>
          <a:xfrm>
            <a:off x="10771171" y="3194171"/>
            <a:ext cx="594613" cy="648336"/>
            <a:chOff x="5203089" y="1751190"/>
            <a:chExt cx="858331" cy="662414"/>
          </a:xfrm>
        </p:grpSpPr>
        <p:sp>
          <p:nvSpPr>
            <p:cNvPr id="6658" name="Google Shape;6658;p46"/>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59" name="Google Shape;6659;p46"/>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660" name="Google Shape;6660;p46"/>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6661" name="Google Shape;6661;p46"/>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6662" name="Google Shape;6662;p46"/>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6663" name="Google Shape;6663;p46"/>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6664" name="Google Shape;6664;p46"/>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6665" name="Google Shape;6665;p46"/>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6666" name="Google Shape;6666;p46"/>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7" name="Google Shape;6667;p46"/>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b="0" i="0" sz="1400" u="none" cap="none" strike="noStrike">
              <a:solidFill>
                <a:srgbClr val="000000"/>
              </a:solidFill>
              <a:latin typeface="Calibri"/>
              <a:ea typeface="Calibri"/>
              <a:cs typeface="Calibri"/>
              <a:sym typeface="Calibri"/>
            </a:endParaRPr>
          </a:p>
        </p:txBody>
      </p:sp>
      <p:sp>
        <p:nvSpPr>
          <p:cNvPr id="6668" name="Google Shape;6668;p46"/>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9" name="Google Shape;6669;p46"/>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b="0" i="0" sz="1400" u="none" cap="none" strike="noStrike">
              <a:solidFill>
                <a:srgbClr val="000000"/>
              </a:solidFill>
              <a:latin typeface="Calibri"/>
              <a:ea typeface="Calibri"/>
              <a:cs typeface="Calibri"/>
              <a:sym typeface="Calibri"/>
            </a:endParaRPr>
          </a:p>
        </p:txBody>
      </p:sp>
      <p:sp>
        <p:nvSpPr>
          <p:cNvPr id="6670" name="Google Shape;6670;p46"/>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b="0" i="0" sz="105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b="0" i="0" sz="1050" u="none" cap="none" strike="noStrike">
              <a:solidFill>
                <a:srgbClr val="000000"/>
              </a:solidFill>
              <a:latin typeface="Calibri"/>
              <a:ea typeface="Calibri"/>
              <a:cs typeface="Calibri"/>
              <a:sym typeface="Calibri"/>
            </a:endParaRPr>
          </a:p>
        </p:txBody>
      </p:sp>
      <p:sp>
        <p:nvSpPr>
          <p:cNvPr id="6671" name="Google Shape;6671;p46"/>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b="0" i="0" sz="14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b="0" i="0" sz="14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6672" name="Google Shape;6672;p46"/>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6673" name="Google Shape;6673;p46"/>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6674" name="Google Shape;6674;p46"/>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6675" name="Google Shape;6675;p46"/>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6676" name="Google Shape;6676;p46"/>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6677" name="Google Shape;6677;p46"/>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6678" name="Google Shape;6678;p46"/>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6679" name="Google Shape;6679;p46"/>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6680" name="Google Shape;6680;p46"/>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6681" name="Google Shape;6681;p46"/>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6682" name="Google Shape;6682;p46"/>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cxnSp>
        <p:nvCxnSpPr>
          <p:cNvPr id="6683" name="Google Shape;6683;p46"/>
          <p:cNvCxnSpPr/>
          <p:nvPr/>
        </p:nvCxnSpPr>
        <p:spPr>
          <a:xfrm flipH="1">
            <a:off x="10100635" y="2169432"/>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6684" name="Google Shape;6684;p46"/>
          <p:cNvCxnSpPr/>
          <p:nvPr/>
        </p:nvCxnSpPr>
        <p:spPr>
          <a:xfrm flipH="1">
            <a:off x="10100635" y="2268313"/>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6685" name="Google Shape;6685;p46"/>
          <p:cNvCxnSpPr/>
          <p:nvPr/>
        </p:nvCxnSpPr>
        <p:spPr>
          <a:xfrm flipH="1">
            <a:off x="10672135" y="2200506"/>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6686" name="Google Shape;6686;p46"/>
          <p:cNvCxnSpPr/>
          <p:nvPr/>
        </p:nvCxnSpPr>
        <p:spPr>
          <a:xfrm flipH="1">
            <a:off x="10142166" y="2718967"/>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6687" name="Google Shape;6687;p46"/>
          <p:cNvCxnSpPr/>
          <p:nvPr/>
        </p:nvCxnSpPr>
        <p:spPr>
          <a:xfrm flipH="1">
            <a:off x="10069542" y="2169432"/>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6688" name="Google Shape;6688;p46"/>
          <p:cNvCxnSpPr/>
          <p:nvPr/>
        </p:nvCxnSpPr>
        <p:spPr>
          <a:xfrm flipH="1">
            <a:off x="10862103" y="2127325"/>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6689" name="Google Shape;6689;p46"/>
          <p:cNvCxnSpPr/>
          <p:nvPr/>
        </p:nvCxnSpPr>
        <p:spPr>
          <a:xfrm rot="10800000">
            <a:off x="10681994" y="2718967"/>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6690" name="Google Shape;6690;p46"/>
          <p:cNvCxnSpPr/>
          <p:nvPr/>
        </p:nvCxnSpPr>
        <p:spPr>
          <a:xfrm flipH="1">
            <a:off x="8769223" y="2268313"/>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6691" name="Google Shape;6691;p46"/>
          <p:cNvCxnSpPr/>
          <p:nvPr/>
        </p:nvCxnSpPr>
        <p:spPr>
          <a:xfrm flipH="1" rot="10800000">
            <a:off x="9378705" y="4113379"/>
            <a:ext cx="429324" cy="705603"/>
          </a:xfrm>
          <a:prstGeom prst="straightConnector1">
            <a:avLst/>
          </a:prstGeom>
          <a:noFill/>
          <a:ln cap="flat" cmpd="sng" w="9525">
            <a:solidFill>
              <a:schemeClr val="dk1"/>
            </a:solidFill>
            <a:prstDash val="solid"/>
            <a:round/>
            <a:headEnd len="sm" w="sm" type="none"/>
            <a:tailEnd len="sm" w="sm" type="none"/>
          </a:ln>
        </p:spPr>
      </p:cxnSp>
      <p:cxnSp>
        <p:nvCxnSpPr>
          <p:cNvPr id="6692" name="Google Shape;6692;p46"/>
          <p:cNvCxnSpPr/>
          <p:nvPr/>
        </p:nvCxnSpPr>
        <p:spPr>
          <a:xfrm flipH="1" rot="10800000">
            <a:off x="8244554" y="4047456"/>
            <a:ext cx="969051" cy="3175"/>
          </a:xfrm>
          <a:prstGeom prst="straightConnector1">
            <a:avLst/>
          </a:prstGeom>
          <a:noFill/>
          <a:ln cap="flat" cmpd="sng" w="9525">
            <a:solidFill>
              <a:schemeClr val="dk1"/>
            </a:solidFill>
            <a:prstDash val="solid"/>
            <a:round/>
            <a:headEnd len="sm" w="sm" type="none"/>
            <a:tailEnd len="sm" w="sm" type="none"/>
          </a:ln>
        </p:spPr>
      </p:cxnSp>
      <p:sp>
        <p:nvSpPr>
          <p:cNvPr id="6693" name="Google Shape;6693;p46"/>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694" name="Google Shape;6694;p46"/>
          <p:cNvGrpSpPr/>
          <p:nvPr/>
        </p:nvGrpSpPr>
        <p:grpSpPr>
          <a:xfrm>
            <a:off x="10410609" y="3496138"/>
            <a:ext cx="353678" cy="198344"/>
            <a:chOff x="7493876" y="2774731"/>
            <a:chExt cx="1481958" cy="894622"/>
          </a:xfrm>
        </p:grpSpPr>
        <p:sp>
          <p:nvSpPr>
            <p:cNvPr id="6695" name="Google Shape;6695;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696" name="Google Shape;6696;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697" name="Google Shape;6697;p46"/>
            <p:cNvGrpSpPr/>
            <p:nvPr/>
          </p:nvGrpSpPr>
          <p:grpSpPr>
            <a:xfrm>
              <a:off x="7713663" y="2848339"/>
              <a:ext cx="1042107" cy="425543"/>
              <a:chOff x="7786941" y="2884917"/>
              <a:chExt cx="897649" cy="353919"/>
            </a:xfrm>
          </p:grpSpPr>
          <p:sp>
            <p:nvSpPr>
              <p:cNvPr id="6698" name="Google Shape;6698;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99" name="Google Shape;6699;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00" name="Google Shape;6700;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01" name="Google Shape;6701;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02" name="Google Shape;6702;p46"/>
          <p:cNvGrpSpPr/>
          <p:nvPr/>
        </p:nvGrpSpPr>
        <p:grpSpPr>
          <a:xfrm>
            <a:off x="9948724" y="2202292"/>
            <a:ext cx="353678" cy="198344"/>
            <a:chOff x="7493876" y="2774731"/>
            <a:chExt cx="1481958" cy="894622"/>
          </a:xfrm>
        </p:grpSpPr>
        <p:sp>
          <p:nvSpPr>
            <p:cNvPr id="6703" name="Google Shape;6703;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704" name="Google Shape;6704;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705" name="Google Shape;6705;p46"/>
            <p:cNvGrpSpPr/>
            <p:nvPr/>
          </p:nvGrpSpPr>
          <p:grpSpPr>
            <a:xfrm>
              <a:off x="7713663" y="2848339"/>
              <a:ext cx="1042107" cy="425543"/>
              <a:chOff x="7786941" y="2884917"/>
              <a:chExt cx="897649" cy="353919"/>
            </a:xfrm>
          </p:grpSpPr>
          <p:sp>
            <p:nvSpPr>
              <p:cNvPr id="6706" name="Google Shape;6706;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07" name="Google Shape;6707;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08" name="Google Shape;6708;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09" name="Google Shape;6709;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10" name="Google Shape;6710;p46"/>
          <p:cNvGrpSpPr/>
          <p:nvPr/>
        </p:nvGrpSpPr>
        <p:grpSpPr>
          <a:xfrm>
            <a:off x="10527214" y="2613367"/>
            <a:ext cx="353678" cy="198344"/>
            <a:chOff x="7493876" y="2774731"/>
            <a:chExt cx="1481958" cy="894622"/>
          </a:xfrm>
        </p:grpSpPr>
        <p:sp>
          <p:nvSpPr>
            <p:cNvPr id="6711" name="Google Shape;6711;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712" name="Google Shape;6712;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713" name="Google Shape;6713;p46"/>
            <p:cNvGrpSpPr/>
            <p:nvPr/>
          </p:nvGrpSpPr>
          <p:grpSpPr>
            <a:xfrm>
              <a:off x="7713663" y="2848339"/>
              <a:ext cx="1042107" cy="425543"/>
              <a:chOff x="7786941" y="2884917"/>
              <a:chExt cx="897649" cy="353919"/>
            </a:xfrm>
          </p:grpSpPr>
          <p:sp>
            <p:nvSpPr>
              <p:cNvPr id="6714" name="Google Shape;6714;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15" name="Google Shape;6715;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16" name="Google Shape;6716;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17" name="Google Shape;6717;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18" name="Google Shape;6718;p46"/>
          <p:cNvGrpSpPr/>
          <p:nvPr/>
        </p:nvGrpSpPr>
        <p:grpSpPr>
          <a:xfrm>
            <a:off x="10643825" y="2107963"/>
            <a:ext cx="353678" cy="198344"/>
            <a:chOff x="7493876" y="2774731"/>
            <a:chExt cx="1481958" cy="894622"/>
          </a:xfrm>
        </p:grpSpPr>
        <p:sp>
          <p:nvSpPr>
            <p:cNvPr id="6719" name="Google Shape;6719;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720" name="Google Shape;6720;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721" name="Google Shape;6721;p46"/>
            <p:cNvGrpSpPr/>
            <p:nvPr/>
          </p:nvGrpSpPr>
          <p:grpSpPr>
            <a:xfrm>
              <a:off x="7713663" y="2848339"/>
              <a:ext cx="1042107" cy="425543"/>
              <a:chOff x="7786941" y="2884917"/>
              <a:chExt cx="897649" cy="353919"/>
            </a:xfrm>
          </p:grpSpPr>
          <p:sp>
            <p:nvSpPr>
              <p:cNvPr id="6722" name="Google Shape;6722;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23" name="Google Shape;6723;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24" name="Google Shape;6724;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25" name="Google Shape;6725;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26" name="Google Shape;6726;p46"/>
          <p:cNvGrpSpPr/>
          <p:nvPr/>
        </p:nvGrpSpPr>
        <p:grpSpPr>
          <a:xfrm>
            <a:off x="9098788" y="3956624"/>
            <a:ext cx="367224" cy="240304"/>
            <a:chOff x="7493876" y="2774731"/>
            <a:chExt cx="1481958" cy="894622"/>
          </a:xfrm>
        </p:grpSpPr>
        <p:sp>
          <p:nvSpPr>
            <p:cNvPr id="6727" name="Google Shape;6727;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728" name="Google Shape;6728;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729" name="Google Shape;6729;p46"/>
            <p:cNvGrpSpPr/>
            <p:nvPr/>
          </p:nvGrpSpPr>
          <p:grpSpPr>
            <a:xfrm>
              <a:off x="7713663" y="2848339"/>
              <a:ext cx="1042107" cy="425543"/>
              <a:chOff x="7786941" y="2884917"/>
              <a:chExt cx="897649" cy="353919"/>
            </a:xfrm>
          </p:grpSpPr>
          <p:sp>
            <p:nvSpPr>
              <p:cNvPr id="6730" name="Google Shape;6730;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31" name="Google Shape;6731;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32" name="Google Shape;6732;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33" name="Google Shape;6733;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34" name="Google Shape;6734;p46"/>
          <p:cNvGrpSpPr/>
          <p:nvPr/>
        </p:nvGrpSpPr>
        <p:grpSpPr>
          <a:xfrm>
            <a:off x="9980126" y="2661565"/>
            <a:ext cx="353678" cy="198344"/>
            <a:chOff x="7493876" y="2774731"/>
            <a:chExt cx="1481958" cy="894622"/>
          </a:xfrm>
        </p:grpSpPr>
        <p:sp>
          <p:nvSpPr>
            <p:cNvPr id="6735" name="Google Shape;6735;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736" name="Google Shape;6736;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737" name="Google Shape;6737;p46"/>
            <p:cNvGrpSpPr/>
            <p:nvPr/>
          </p:nvGrpSpPr>
          <p:grpSpPr>
            <a:xfrm>
              <a:off x="7713663" y="2848339"/>
              <a:ext cx="1042107" cy="425543"/>
              <a:chOff x="7786941" y="2884917"/>
              <a:chExt cx="897649" cy="353919"/>
            </a:xfrm>
          </p:grpSpPr>
          <p:sp>
            <p:nvSpPr>
              <p:cNvPr id="6738" name="Google Shape;6738;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39" name="Google Shape;6739;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40" name="Google Shape;6740;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41" name="Google Shape;6741;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42" name="Google Shape;6742;p46"/>
          <p:cNvGrpSpPr/>
          <p:nvPr/>
        </p:nvGrpSpPr>
        <p:grpSpPr>
          <a:xfrm>
            <a:off x="9497138" y="3394032"/>
            <a:ext cx="367224" cy="240304"/>
            <a:chOff x="7493876" y="2774731"/>
            <a:chExt cx="1481958" cy="894622"/>
          </a:xfrm>
        </p:grpSpPr>
        <p:sp>
          <p:nvSpPr>
            <p:cNvPr id="6743" name="Google Shape;6743;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744" name="Google Shape;6744;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745" name="Google Shape;6745;p46"/>
            <p:cNvGrpSpPr/>
            <p:nvPr/>
          </p:nvGrpSpPr>
          <p:grpSpPr>
            <a:xfrm>
              <a:off x="7713663" y="2848339"/>
              <a:ext cx="1042107" cy="425543"/>
              <a:chOff x="7786941" y="2884917"/>
              <a:chExt cx="897649" cy="353919"/>
            </a:xfrm>
          </p:grpSpPr>
          <p:sp>
            <p:nvSpPr>
              <p:cNvPr id="6746" name="Google Shape;6746;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47" name="Google Shape;6747;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48" name="Google Shape;6748;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49" name="Google Shape;6749;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50" name="Google Shape;6750;p46"/>
          <p:cNvGrpSpPr/>
          <p:nvPr/>
        </p:nvGrpSpPr>
        <p:grpSpPr>
          <a:xfrm>
            <a:off x="9601554" y="3999763"/>
            <a:ext cx="367224" cy="240304"/>
            <a:chOff x="7493876" y="2774731"/>
            <a:chExt cx="1481958" cy="894622"/>
          </a:xfrm>
        </p:grpSpPr>
        <p:sp>
          <p:nvSpPr>
            <p:cNvPr id="6751" name="Google Shape;6751;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752" name="Google Shape;6752;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753" name="Google Shape;6753;p46"/>
            <p:cNvGrpSpPr/>
            <p:nvPr/>
          </p:nvGrpSpPr>
          <p:grpSpPr>
            <a:xfrm>
              <a:off x="7713663" y="2848339"/>
              <a:ext cx="1042107" cy="425543"/>
              <a:chOff x="7786941" y="2884917"/>
              <a:chExt cx="897649" cy="353919"/>
            </a:xfrm>
          </p:grpSpPr>
          <p:sp>
            <p:nvSpPr>
              <p:cNvPr id="6754" name="Google Shape;6754;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55" name="Google Shape;6755;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56" name="Google Shape;6756;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57" name="Google Shape;6757;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58" name="Google Shape;6758;p46"/>
          <p:cNvGrpSpPr/>
          <p:nvPr/>
        </p:nvGrpSpPr>
        <p:grpSpPr>
          <a:xfrm>
            <a:off x="10375259" y="3992325"/>
            <a:ext cx="353678" cy="198344"/>
            <a:chOff x="7493876" y="2774731"/>
            <a:chExt cx="1481958" cy="894622"/>
          </a:xfrm>
        </p:grpSpPr>
        <p:sp>
          <p:nvSpPr>
            <p:cNvPr id="6759" name="Google Shape;6759;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760" name="Google Shape;6760;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761" name="Google Shape;6761;p46"/>
            <p:cNvGrpSpPr/>
            <p:nvPr/>
          </p:nvGrpSpPr>
          <p:grpSpPr>
            <a:xfrm>
              <a:off x="7713663" y="2848339"/>
              <a:ext cx="1042107" cy="425543"/>
              <a:chOff x="7786941" y="2884917"/>
              <a:chExt cx="897649" cy="353919"/>
            </a:xfrm>
          </p:grpSpPr>
          <p:sp>
            <p:nvSpPr>
              <p:cNvPr id="6762" name="Google Shape;6762;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3" name="Google Shape;6763;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4" name="Google Shape;6764;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5" name="Google Shape;6765;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iphone_stylized_small" id="6766" name="Google Shape;6766;p46"/>
          <p:cNvPicPr preferRelativeResize="0"/>
          <p:nvPr/>
        </p:nvPicPr>
        <p:blipFill rotWithShape="1">
          <a:blip r:embed="rId3">
            <a:alphaModFix/>
          </a:blip>
          <a:srcRect b="0" l="0" r="0" t="0"/>
          <a:stretch/>
        </p:blipFill>
        <p:spPr>
          <a:xfrm>
            <a:off x="7909572" y="1917025"/>
            <a:ext cx="136841" cy="328463"/>
          </a:xfrm>
          <a:prstGeom prst="rect">
            <a:avLst/>
          </a:prstGeom>
          <a:noFill/>
          <a:ln>
            <a:noFill/>
          </a:ln>
        </p:spPr>
      </p:pic>
      <p:pic>
        <p:nvPicPr>
          <p:cNvPr descr="laptop_keyboard" id="6767" name="Google Shape;6767;p46"/>
          <p:cNvPicPr preferRelativeResize="0"/>
          <p:nvPr/>
        </p:nvPicPr>
        <p:blipFill rotWithShape="1">
          <a:blip r:embed="rId4">
            <a:alphaModFix/>
          </a:blip>
          <a:srcRect b="0" l="0" r="0" t="0"/>
          <a:stretch/>
        </p:blipFill>
        <p:spPr>
          <a:xfrm flipH="1" rot="109064">
            <a:off x="7464781" y="2605090"/>
            <a:ext cx="437221" cy="159511"/>
          </a:xfrm>
          <a:prstGeom prst="rect">
            <a:avLst/>
          </a:prstGeom>
          <a:noFill/>
          <a:ln>
            <a:noFill/>
          </a:ln>
        </p:spPr>
      </p:pic>
      <p:sp>
        <p:nvSpPr>
          <p:cNvPr id="6768" name="Google Shape;6768;p46"/>
          <p:cNvSpPr/>
          <p:nvPr/>
        </p:nvSpPr>
        <p:spPr>
          <a:xfrm>
            <a:off x="7609678" y="245030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769" name="Google Shape;6769;p46"/>
          <p:cNvPicPr preferRelativeResize="0"/>
          <p:nvPr/>
        </p:nvPicPr>
        <p:blipFill rotWithShape="1">
          <a:blip r:embed="rId5">
            <a:alphaModFix/>
          </a:blip>
          <a:srcRect b="0" l="0" r="0" t="0"/>
          <a:stretch/>
        </p:blipFill>
        <p:spPr>
          <a:xfrm>
            <a:off x="7627011" y="2455658"/>
            <a:ext cx="319785" cy="189429"/>
          </a:xfrm>
          <a:prstGeom prst="rect">
            <a:avLst/>
          </a:prstGeom>
          <a:noFill/>
          <a:ln>
            <a:noFill/>
          </a:ln>
        </p:spPr>
      </p:pic>
      <p:sp>
        <p:nvSpPr>
          <p:cNvPr id="6770" name="Google Shape;6770;p46"/>
          <p:cNvSpPr/>
          <p:nvPr/>
        </p:nvSpPr>
        <p:spPr>
          <a:xfrm>
            <a:off x="7673752" y="244416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71" name="Google Shape;6771;p46"/>
          <p:cNvSpPr/>
          <p:nvPr/>
        </p:nvSpPr>
        <p:spPr>
          <a:xfrm>
            <a:off x="7606562" y="244384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72" name="Google Shape;6772;p46"/>
          <p:cNvSpPr/>
          <p:nvPr/>
        </p:nvSpPr>
        <p:spPr>
          <a:xfrm>
            <a:off x="7880579" y="247266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73" name="Google Shape;6773;p46"/>
          <p:cNvSpPr/>
          <p:nvPr/>
        </p:nvSpPr>
        <p:spPr>
          <a:xfrm>
            <a:off x="7605588" y="259690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74" name="Google Shape;6774;p46"/>
          <p:cNvSpPr/>
          <p:nvPr/>
        </p:nvSpPr>
        <p:spPr>
          <a:xfrm>
            <a:off x="7890512" y="247423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75" name="Google Shape;6775;p46"/>
          <p:cNvSpPr/>
          <p:nvPr/>
        </p:nvSpPr>
        <p:spPr>
          <a:xfrm>
            <a:off x="7605977" y="260524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776" name="Google Shape;6776;p46"/>
          <p:cNvGrpSpPr/>
          <p:nvPr/>
        </p:nvGrpSpPr>
        <p:grpSpPr>
          <a:xfrm>
            <a:off x="7601109" y="2671540"/>
            <a:ext cx="98740" cy="36846"/>
            <a:chOff x="1740" y="2642"/>
            <a:chExt cx="752" cy="327"/>
          </a:xfrm>
        </p:grpSpPr>
        <p:sp>
          <p:nvSpPr>
            <p:cNvPr id="6777" name="Google Shape;6777;p4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78" name="Google Shape;6778;p4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79" name="Google Shape;6779;p4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80" name="Google Shape;6780;p4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81" name="Google Shape;6781;p4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82" name="Google Shape;6782;p4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783" name="Google Shape;6783;p46"/>
          <p:cNvSpPr/>
          <p:nvPr/>
        </p:nvSpPr>
        <p:spPr>
          <a:xfrm>
            <a:off x="7770154" y="267705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84" name="Google Shape;6784;p46"/>
          <p:cNvSpPr/>
          <p:nvPr/>
        </p:nvSpPr>
        <p:spPr>
          <a:xfrm>
            <a:off x="7464976" y="268350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85" name="Google Shape;6785;p46"/>
          <p:cNvSpPr/>
          <p:nvPr/>
        </p:nvSpPr>
        <p:spPr>
          <a:xfrm>
            <a:off x="7465171" y="266996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86" name="Google Shape;6786;p46"/>
          <p:cNvSpPr/>
          <p:nvPr/>
        </p:nvSpPr>
        <p:spPr>
          <a:xfrm>
            <a:off x="7465366" y="260902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87" name="Google Shape;6787;p46"/>
          <p:cNvSpPr/>
          <p:nvPr/>
        </p:nvSpPr>
        <p:spPr>
          <a:xfrm>
            <a:off x="7474909" y="267311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88" name="Google Shape;6788;p46"/>
          <p:cNvSpPr/>
          <p:nvPr/>
        </p:nvSpPr>
        <p:spPr>
          <a:xfrm flipH="1" rot="10800000">
            <a:off x="7764701" y="266807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light2.png" id="6789" name="Google Shape;6789;p46"/>
          <p:cNvPicPr preferRelativeResize="0"/>
          <p:nvPr/>
        </p:nvPicPr>
        <p:blipFill rotWithShape="1">
          <a:blip r:embed="rId6">
            <a:alphaModFix/>
          </a:blip>
          <a:srcRect b="0" l="0" r="0" t="0"/>
          <a:stretch/>
        </p:blipFill>
        <p:spPr>
          <a:xfrm flipH="1">
            <a:off x="8831667" y="2392289"/>
            <a:ext cx="92772" cy="405447"/>
          </a:xfrm>
          <a:prstGeom prst="rect">
            <a:avLst/>
          </a:prstGeom>
          <a:noFill/>
          <a:ln>
            <a:noFill/>
          </a:ln>
        </p:spPr>
      </p:pic>
      <p:pic>
        <p:nvPicPr>
          <p:cNvPr descr="car_icon_small" id="6790" name="Google Shape;6790;p46"/>
          <p:cNvPicPr preferRelativeResize="0"/>
          <p:nvPr/>
        </p:nvPicPr>
        <p:blipFill rotWithShape="1">
          <a:blip r:embed="rId7">
            <a:alphaModFix/>
          </a:blip>
          <a:srcRect b="0" l="0" r="0" t="0"/>
          <a:stretch/>
        </p:blipFill>
        <p:spPr>
          <a:xfrm>
            <a:off x="8499539" y="2116958"/>
            <a:ext cx="849312" cy="168275"/>
          </a:xfrm>
          <a:prstGeom prst="rect">
            <a:avLst/>
          </a:prstGeom>
          <a:noFill/>
          <a:ln>
            <a:noFill/>
          </a:ln>
        </p:spPr>
      </p:pic>
      <p:pic>
        <p:nvPicPr>
          <p:cNvPr descr="laptop_keyboard" id="6791" name="Google Shape;6791;p46"/>
          <p:cNvPicPr preferRelativeResize="0"/>
          <p:nvPr/>
        </p:nvPicPr>
        <p:blipFill rotWithShape="1">
          <a:blip r:embed="rId8">
            <a:alphaModFix/>
          </a:blip>
          <a:srcRect b="0" l="0" r="0" t="0"/>
          <a:stretch/>
        </p:blipFill>
        <p:spPr>
          <a:xfrm flipH="1" rot="109064">
            <a:off x="7510375" y="3605209"/>
            <a:ext cx="286699" cy="119448"/>
          </a:xfrm>
          <a:prstGeom prst="rect">
            <a:avLst/>
          </a:prstGeom>
          <a:noFill/>
          <a:ln>
            <a:noFill/>
          </a:ln>
        </p:spPr>
      </p:pic>
      <p:sp>
        <p:nvSpPr>
          <p:cNvPr id="6792" name="Google Shape;6792;p46"/>
          <p:cNvSpPr/>
          <p:nvPr/>
        </p:nvSpPr>
        <p:spPr>
          <a:xfrm>
            <a:off x="7605388" y="348929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793" name="Google Shape;6793;p46"/>
          <p:cNvPicPr preferRelativeResize="0"/>
          <p:nvPr/>
        </p:nvPicPr>
        <p:blipFill rotWithShape="1">
          <a:blip r:embed="rId9">
            <a:alphaModFix/>
          </a:blip>
          <a:srcRect b="0" l="0" r="0" t="0"/>
          <a:stretch/>
        </p:blipFill>
        <p:spPr>
          <a:xfrm>
            <a:off x="7616754" y="3493308"/>
            <a:ext cx="209692" cy="141851"/>
          </a:xfrm>
          <a:prstGeom prst="rect">
            <a:avLst/>
          </a:prstGeom>
          <a:noFill/>
          <a:ln>
            <a:noFill/>
          </a:ln>
        </p:spPr>
      </p:pic>
      <p:sp>
        <p:nvSpPr>
          <p:cNvPr id="6794" name="Google Shape;6794;p46"/>
          <p:cNvSpPr/>
          <p:nvPr/>
        </p:nvSpPr>
        <p:spPr>
          <a:xfrm>
            <a:off x="7647403" y="348470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5" name="Google Shape;6795;p46"/>
          <p:cNvSpPr/>
          <p:nvPr/>
        </p:nvSpPr>
        <p:spPr>
          <a:xfrm>
            <a:off x="7603345" y="348446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6" name="Google Shape;6796;p46"/>
          <p:cNvSpPr/>
          <p:nvPr/>
        </p:nvSpPr>
        <p:spPr>
          <a:xfrm>
            <a:off x="7783026" y="350604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7" name="Google Shape;6797;p46"/>
          <p:cNvSpPr/>
          <p:nvPr/>
        </p:nvSpPr>
        <p:spPr>
          <a:xfrm>
            <a:off x="7602706" y="359907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8" name="Google Shape;6798;p46"/>
          <p:cNvSpPr/>
          <p:nvPr/>
        </p:nvSpPr>
        <p:spPr>
          <a:xfrm>
            <a:off x="7789539" y="350722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9" name="Google Shape;6799;p46"/>
          <p:cNvSpPr/>
          <p:nvPr/>
        </p:nvSpPr>
        <p:spPr>
          <a:xfrm>
            <a:off x="7602962" y="360532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00" name="Google Shape;6800;p46"/>
          <p:cNvGrpSpPr/>
          <p:nvPr/>
        </p:nvGrpSpPr>
        <p:grpSpPr>
          <a:xfrm>
            <a:off x="7599769" y="3654969"/>
            <a:ext cx="64747" cy="27592"/>
            <a:chOff x="1740" y="2642"/>
            <a:chExt cx="752" cy="327"/>
          </a:xfrm>
        </p:grpSpPr>
        <p:sp>
          <p:nvSpPr>
            <p:cNvPr id="6801" name="Google Shape;6801;p4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2" name="Google Shape;6802;p4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3" name="Google Shape;6803;p4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4" name="Google Shape;6804;p4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5" name="Google Shape;6805;p4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6" name="Google Shape;6806;p4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807" name="Google Shape;6807;p46"/>
          <p:cNvSpPr/>
          <p:nvPr/>
        </p:nvSpPr>
        <p:spPr>
          <a:xfrm>
            <a:off x="7710617" y="365909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8" name="Google Shape;6808;p46"/>
          <p:cNvSpPr/>
          <p:nvPr/>
        </p:nvSpPr>
        <p:spPr>
          <a:xfrm>
            <a:off x="7510503" y="366393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9" name="Google Shape;6809;p46"/>
          <p:cNvSpPr/>
          <p:nvPr/>
        </p:nvSpPr>
        <p:spPr>
          <a:xfrm>
            <a:off x="7510631" y="365379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0" name="Google Shape;6810;p46"/>
          <p:cNvSpPr/>
          <p:nvPr/>
        </p:nvSpPr>
        <p:spPr>
          <a:xfrm>
            <a:off x="7510758" y="360815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1" name="Google Shape;6811;p46"/>
          <p:cNvSpPr/>
          <p:nvPr/>
        </p:nvSpPr>
        <p:spPr>
          <a:xfrm>
            <a:off x="7517016" y="365614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2" name="Google Shape;6812;p46"/>
          <p:cNvSpPr/>
          <p:nvPr/>
        </p:nvSpPr>
        <p:spPr>
          <a:xfrm flipH="1" rot="10800000">
            <a:off x="7707042" y="365237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desktop_computer_stylized_medium" id="6813" name="Google Shape;6813;p46"/>
          <p:cNvPicPr preferRelativeResize="0"/>
          <p:nvPr/>
        </p:nvPicPr>
        <p:blipFill rotWithShape="1">
          <a:blip r:embed="rId10">
            <a:alphaModFix/>
          </a:blip>
          <a:srcRect b="0" l="0" r="0" t="0"/>
          <a:stretch/>
        </p:blipFill>
        <p:spPr>
          <a:xfrm flipH="1">
            <a:off x="7991996" y="3567143"/>
            <a:ext cx="359261" cy="342045"/>
          </a:xfrm>
          <a:prstGeom prst="rect">
            <a:avLst/>
          </a:prstGeom>
          <a:noFill/>
          <a:ln>
            <a:noFill/>
          </a:ln>
        </p:spPr>
      </p:pic>
      <p:sp>
        <p:nvSpPr>
          <p:cNvPr id="6814" name="Google Shape;6814;p46"/>
          <p:cNvSpPr/>
          <p:nvPr/>
        </p:nvSpPr>
        <p:spPr>
          <a:xfrm flipH="1">
            <a:off x="8145217" y="3599942"/>
            <a:ext cx="169400" cy="15675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fridge2.png" id="6815" name="Google Shape;6815;p46"/>
          <p:cNvPicPr preferRelativeResize="0"/>
          <p:nvPr/>
        </p:nvPicPr>
        <p:blipFill rotWithShape="1">
          <a:blip r:embed="rId11">
            <a:alphaModFix/>
          </a:blip>
          <a:srcRect b="0" l="0" r="0" t="0"/>
          <a:stretch/>
        </p:blipFill>
        <p:spPr>
          <a:xfrm>
            <a:off x="7903199" y="3385017"/>
            <a:ext cx="189578" cy="337027"/>
          </a:xfrm>
          <a:prstGeom prst="rect">
            <a:avLst/>
          </a:prstGeom>
          <a:noFill/>
          <a:ln>
            <a:noFill/>
          </a:ln>
        </p:spPr>
      </p:pic>
      <p:grpSp>
        <p:nvGrpSpPr>
          <p:cNvPr id="6816" name="Google Shape;6816;p46"/>
          <p:cNvGrpSpPr/>
          <p:nvPr/>
        </p:nvGrpSpPr>
        <p:grpSpPr>
          <a:xfrm>
            <a:off x="10288915" y="5273951"/>
            <a:ext cx="177192" cy="330833"/>
            <a:chOff x="4140" y="429"/>
            <a:chExt cx="1425" cy="2396"/>
          </a:xfrm>
        </p:grpSpPr>
        <p:sp>
          <p:nvSpPr>
            <p:cNvPr id="6817" name="Google Shape;6817;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8" name="Google Shape;6818;p46"/>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19" name="Google Shape;6819;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20" name="Google Shape;6820;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21" name="Google Shape;6821;p46"/>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822" name="Google Shape;6822;p46"/>
            <p:cNvGrpSpPr/>
            <p:nvPr/>
          </p:nvGrpSpPr>
          <p:grpSpPr>
            <a:xfrm>
              <a:off x="4748" y="666"/>
              <a:ext cx="578" cy="150"/>
              <a:chOff x="613" y="2566"/>
              <a:chExt cx="721" cy="144"/>
            </a:xfrm>
          </p:grpSpPr>
          <p:sp>
            <p:nvSpPr>
              <p:cNvPr id="6823" name="Google Shape;6823;p4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24" name="Google Shape;6824;p4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25" name="Google Shape;6825;p46"/>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826" name="Google Shape;6826;p46"/>
            <p:cNvGrpSpPr/>
            <p:nvPr/>
          </p:nvGrpSpPr>
          <p:grpSpPr>
            <a:xfrm>
              <a:off x="4748" y="990"/>
              <a:ext cx="578" cy="134"/>
              <a:chOff x="615" y="2564"/>
              <a:chExt cx="721" cy="139"/>
            </a:xfrm>
          </p:grpSpPr>
          <p:sp>
            <p:nvSpPr>
              <p:cNvPr id="6827" name="Google Shape;6827;p4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28" name="Google Shape;6828;p4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29" name="Google Shape;6829;p46"/>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30" name="Google Shape;6830;p46"/>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831" name="Google Shape;6831;p46"/>
            <p:cNvGrpSpPr/>
            <p:nvPr/>
          </p:nvGrpSpPr>
          <p:grpSpPr>
            <a:xfrm>
              <a:off x="4738" y="1647"/>
              <a:ext cx="578" cy="135"/>
              <a:chOff x="618" y="2586"/>
              <a:chExt cx="720" cy="124"/>
            </a:xfrm>
          </p:grpSpPr>
          <p:sp>
            <p:nvSpPr>
              <p:cNvPr id="6832" name="Google Shape;6832;p4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33" name="Google Shape;6833;p4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34" name="Google Shape;6834;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35" name="Google Shape;6835;p46"/>
            <p:cNvGrpSpPr/>
            <p:nvPr/>
          </p:nvGrpSpPr>
          <p:grpSpPr>
            <a:xfrm>
              <a:off x="4738" y="1330"/>
              <a:ext cx="588" cy="134"/>
              <a:chOff x="613" y="2571"/>
              <a:chExt cx="732" cy="134"/>
            </a:xfrm>
          </p:grpSpPr>
          <p:sp>
            <p:nvSpPr>
              <p:cNvPr id="6836" name="Google Shape;6836;p4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37" name="Google Shape;6837;p4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38" name="Google Shape;6838;p46"/>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39" name="Google Shape;6839;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40" name="Google Shape;6840;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41" name="Google Shape;6841;p46"/>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2" name="Google Shape;6842;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43" name="Google Shape;6843;p46"/>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4" name="Google Shape;6844;p46"/>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5" name="Google Shape;6845;p46"/>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6" name="Google Shape;6846;p46"/>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847" name="Google Shape;6847;p46"/>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8" name="Google Shape;6848;p46"/>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849" name="Google Shape;6849;p46"/>
          <p:cNvGrpSpPr/>
          <p:nvPr/>
        </p:nvGrpSpPr>
        <p:grpSpPr>
          <a:xfrm flipH="1">
            <a:off x="7980855" y="4900161"/>
            <a:ext cx="345630" cy="320302"/>
            <a:chOff x="2839" y="3501"/>
            <a:chExt cx="755" cy="803"/>
          </a:xfrm>
        </p:grpSpPr>
        <p:pic>
          <p:nvPicPr>
            <p:cNvPr descr="desktop_computer_stylized_medium" id="6850" name="Google Shape;6850;p46"/>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6851" name="Google Shape;6851;p4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laptop_keyboard" id="6852" name="Google Shape;6852;p46"/>
          <p:cNvPicPr preferRelativeResize="0"/>
          <p:nvPr/>
        </p:nvPicPr>
        <p:blipFill rotWithShape="1">
          <a:blip r:embed="rId13">
            <a:alphaModFix/>
          </a:blip>
          <a:srcRect b="0" l="0" r="0" t="0"/>
          <a:stretch/>
        </p:blipFill>
        <p:spPr>
          <a:xfrm flipH="1" rot="109064">
            <a:off x="9216586" y="6040274"/>
            <a:ext cx="253501" cy="120343"/>
          </a:xfrm>
          <a:prstGeom prst="rect">
            <a:avLst/>
          </a:prstGeom>
          <a:noFill/>
          <a:ln>
            <a:noFill/>
          </a:ln>
        </p:spPr>
      </p:pic>
      <p:sp>
        <p:nvSpPr>
          <p:cNvPr id="6853" name="Google Shape;6853;p46"/>
          <p:cNvSpPr/>
          <p:nvPr/>
        </p:nvSpPr>
        <p:spPr>
          <a:xfrm>
            <a:off x="9300597" y="5923494"/>
            <a:ext cx="204043" cy="15705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854" name="Google Shape;6854;p46"/>
          <p:cNvPicPr preferRelativeResize="0"/>
          <p:nvPr/>
        </p:nvPicPr>
        <p:blipFill rotWithShape="1">
          <a:blip r:embed="rId14">
            <a:alphaModFix/>
          </a:blip>
          <a:srcRect b="0" l="0" r="0" t="0"/>
          <a:stretch/>
        </p:blipFill>
        <p:spPr>
          <a:xfrm>
            <a:off x="9310647" y="5927534"/>
            <a:ext cx="185412" cy="142915"/>
          </a:xfrm>
          <a:prstGeom prst="rect">
            <a:avLst/>
          </a:prstGeom>
          <a:noFill/>
          <a:ln>
            <a:noFill/>
          </a:ln>
        </p:spPr>
      </p:pic>
      <p:sp>
        <p:nvSpPr>
          <p:cNvPr id="6855" name="Google Shape;6855;p46"/>
          <p:cNvSpPr/>
          <p:nvPr/>
        </p:nvSpPr>
        <p:spPr>
          <a:xfrm>
            <a:off x="9337747" y="5918861"/>
            <a:ext cx="172878" cy="292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6" name="Google Shape;6856;p46"/>
          <p:cNvSpPr/>
          <p:nvPr/>
        </p:nvSpPr>
        <p:spPr>
          <a:xfrm>
            <a:off x="9298791" y="5918624"/>
            <a:ext cx="47990" cy="12165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7" name="Google Shape;6857;p46"/>
          <p:cNvSpPr/>
          <p:nvPr/>
        </p:nvSpPr>
        <p:spPr>
          <a:xfrm>
            <a:off x="9457666" y="5940364"/>
            <a:ext cx="51716" cy="14042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8" name="Google Shape;6858;p46"/>
          <p:cNvSpPr/>
          <p:nvPr/>
        </p:nvSpPr>
        <p:spPr>
          <a:xfrm>
            <a:off x="9298226" y="6034096"/>
            <a:ext cx="189702" cy="47401"/>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9" name="Google Shape;6859;p46"/>
          <p:cNvSpPr/>
          <p:nvPr/>
        </p:nvSpPr>
        <p:spPr>
          <a:xfrm>
            <a:off x="9463425" y="5941552"/>
            <a:ext cx="48442" cy="141014"/>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0" name="Google Shape;6860;p46"/>
          <p:cNvSpPr/>
          <p:nvPr/>
        </p:nvSpPr>
        <p:spPr>
          <a:xfrm>
            <a:off x="9298452" y="6040392"/>
            <a:ext cx="168700" cy="46807"/>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61" name="Google Shape;6861;p46"/>
          <p:cNvGrpSpPr/>
          <p:nvPr/>
        </p:nvGrpSpPr>
        <p:grpSpPr>
          <a:xfrm>
            <a:off x="9295629" y="6090407"/>
            <a:ext cx="57249" cy="27799"/>
            <a:chOff x="1740" y="2642"/>
            <a:chExt cx="752" cy="327"/>
          </a:xfrm>
        </p:grpSpPr>
        <p:sp>
          <p:nvSpPr>
            <p:cNvPr id="6862" name="Google Shape;6862;p4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3" name="Google Shape;6863;p4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4" name="Google Shape;6864;p4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5" name="Google Shape;6865;p4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6" name="Google Shape;6866;p4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7" name="Google Shape;6867;p4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868" name="Google Shape;6868;p46"/>
          <p:cNvSpPr/>
          <p:nvPr/>
        </p:nvSpPr>
        <p:spPr>
          <a:xfrm>
            <a:off x="9393642" y="6094565"/>
            <a:ext cx="69332" cy="61063"/>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9" name="Google Shape;6869;p46"/>
          <p:cNvSpPr/>
          <p:nvPr/>
        </p:nvSpPr>
        <p:spPr>
          <a:xfrm>
            <a:off x="9216699" y="6099436"/>
            <a:ext cx="177394" cy="5571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70" name="Google Shape;6870;p46"/>
          <p:cNvSpPr/>
          <p:nvPr/>
        </p:nvSpPr>
        <p:spPr>
          <a:xfrm>
            <a:off x="9216812" y="6089219"/>
            <a:ext cx="1920" cy="11286"/>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71" name="Google Shape;6871;p46"/>
          <p:cNvSpPr/>
          <p:nvPr/>
        </p:nvSpPr>
        <p:spPr>
          <a:xfrm>
            <a:off x="9216925" y="6043244"/>
            <a:ext cx="82430" cy="466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72" name="Google Shape;6872;p46"/>
          <p:cNvSpPr/>
          <p:nvPr/>
        </p:nvSpPr>
        <p:spPr>
          <a:xfrm>
            <a:off x="9222458" y="6091595"/>
            <a:ext cx="168248" cy="5357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73" name="Google Shape;6873;p46"/>
          <p:cNvSpPr/>
          <p:nvPr/>
        </p:nvSpPr>
        <p:spPr>
          <a:xfrm flipH="1" rot="10800000">
            <a:off x="9390480" y="6087793"/>
            <a:ext cx="68654" cy="5547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74" name="Google Shape;6874;p46"/>
          <p:cNvGrpSpPr/>
          <p:nvPr/>
        </p:nvGrpSpPr>
        <p:grpSpPr>
          <a:xfrm flipH="1">
            <a:off x="8153909" y="5504657"/>
            <a:ext cx="345630" cy="320302"/>
            <a:chOff x="2839" y="3501"/>
            <a:chExt cx="755" cy="803"/>
          </a:xfrm>
        </p:grpSpPr>
        <p:pic>
          <p:nvPicPr>
            <p:cNvPr descr="desktop_computer_stylized_medium" id="6875" name="Google Shape;6875;p46"/>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6876" name="Google Shape;6876;p4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877" name="Google Shape;6877;p46"/>
          <p:cNvGrpSpPr/>
          <p:nvPr/>
        </p:nvGrpSpPr>
        <p:grpSpPr>
          <a:xfrm flipH="1">
            <a:off x="8552134" y="5526130"/>
            <a:ext cx="345630" cy="320302"/>
            <a:chOff x="2839" y="3501"/>
            <a:chExt cx="755" cy="803"/>
          </a:xfrm>
        </p:grpSpPr>
        <p:pic>
          <p:nvPicPr>
            <p:cNvPr descr="desktop_computer_stylized_medium" id="6878" name="Google Shape;6878;p46"/>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6879" name="Google Shape;6879;p4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laptop_keyboard" id="6880" name="Google Shape;6880;p46"/>
          <p:cNvPicPr preferRelativeResize="0"/>
          <p:nvPr/>
        </p:nvPicPr>
        <p:blipFill rotWithShape="1">
          <a:blip r:embed="rId13">
            <a:alphaModFix/>
          </a:blip>
          <a:srcRect b="0" l="0" r="0" t="0"/>
          <a:stretch/>
        </p:blipFill>
        <p:spPr>
          <a:xfrm flipH="1" rot="109064">
            <a:off x="9550087" y="5949454"/>
            <a:ext cx="260920" cy="99063"/>
          </a:xfrm>
          <a:prstGeom prst="rect">
            <a:avLst/>
          </a:prstGeom>
          <a:noFill/>
          <a:ln>
            <a:noFill/>
          </a:ln>
        </p:spPr>
      </p:pic>
      <p:sp>
        <p:nvSpPr>
          <p:cNvPr id="6881" name="Google Shape;6881;p46"/>
          <p:cNvSpPr/>
          <p:nvPr/>
        </p:nvSpPr>
        <p:spPr>
          <a:xfrm>
            <a:off x="9636557" y="5853324"/>
            <a:ext cx="210015" cy="129281"/>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882" name="Google Shape;6882;p46"/>
          <p:cNvPicPr preferRelativeResize="0"/>
          <p:nvPr/>
        </p:nvPicPr>
        <p:blipFill rotWithShape="1">
          <a:blip r:embed="rId14">
            <a:alphaModFix/>
          </a:blip>
          <a:srcRect b="0" l="0" r="0" t="0"/>
          <a:stretch/>
        </p:blipFill>
        <p:spPr>
          <a:xfrm>
            <a:off x="9646901" y="5856649"/>
            <a:ext cx="190838" cy="117644"/>
          </a:xfrm>
          <a:prstGeom prst="rect">
            <a:avLst/>
          </a:prstGeom>
          <a:noFill/>
          <a:ln>
            <a:noFill/>
          </a:ln>
        </p:spPr>
      </p:pic>
      <p:sp>
        <p:nvSpPr>
          <p:cNvPr id="6883" name="Google Shape;6883;p46"/>
          <p:cNvSpPr/>
          <p:nvPr/>
        </p:nvSpPr>
        <p:spPr>
          <a:xfrm>
            <a:off x="9674794" y="5849510"/>
            <a:ext cx="177937" cy="2405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84" name="Google Shape;6884;p46"/>
          <p:cNvSpPr/>
          <p:nvPr/>
        </p:nvSpPr>
        <p:spPr>
          <a:xfrm>
            <a:off x="9634698" y="5849315"/>
            <a:ext cx="49395" cy="100139"/>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85" name="Google Shape;6885;p46"/>
          <p:cNvSpPr/>
          <p:nvPr/>
        </p:nvSpPr>
        <p:spPr>
          <a:xfrm>
            <a:off x="9798223" y="5867211"/>
            <a:ext cx="53230" cy="11559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86" name="Google Shape;6886;p46"/>
          <p:cNvSpPr/>
          <p:nvPr/>
        </p:nvSpPr>
        <p:spPr>
          <a:xfrm>
            <a:off x="9634116" y="5944369"/>
            <a:ext cx="195254" cy="3901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87" name="Google Shape;6887;p46"/>
          <p:cNvSpPr/>
          <p:nvPr/>
        </p:nvSpPr>
        <p:spPr>
          <a:xfrm>
            <a:off x="9804150" y="5868189"/>
            <a:ext cx="49860" cy="11607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88" name="Google Shape;6888;p46"/>
          <p:cNvSpPr/>
          <p:nvPr/>
        </p:nvSpPr>
        <p:spPr>
          <a:xfrm>
            <a:off x="9634349" y="5949552"/>
            <a:ext cx="173637" cy="38530"/>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89" name="Google Shape;6889;p46"/>
          <p:cNvGrpSpPr/>
          <p:nvPr/>
        </p:nvGrpSpPr>
        <p:grpSpPr>
          <a:xfrm>
            <a:off x="9631443" y="5990722"/>
            <a:ext cx="58925" cy="22883"/>
            <a:chOff x="1740" y="2642"/>
            <a:chExt cx="752" cy="327"/>
          </a:xfrm>
        </p:grpSpPr>
        <p:sp>
          <p:nvSpPr>
            <p:cNvPr id="6890" name="Google Shape;6890;p4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91" name="Google Shape;6891;p4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92" name="Google Shape;6892;p4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93" name="Google Shape;6893;p4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94" name="Google Shape;6894;p4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95" name="Google Shape;6895;p4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896" name="Google Shape;6896;p46"/>
          <p:cNvSpPr/>
          <p:nvPr/>
        </p:nvSpPr>
        <p:spPr>
          <a:xfrm>
            <a:off x="9732325" y="5994145"/>
            <a:ext cx="71361" cy="5026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97" name="Google Shape;6897;p46"/>
          <p:cNvSpPr/>
          <p:nvPr/>
        </p:nvSpPr>
        <p:spPr>
          <a:xfrm>
            <a:off x="9550204" y="5998154"/>
            <a:ext cx="182586" cy="4586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98" name="Google Shape;6898;p46"/>
          <p:cNvSpPr/>
          <p:nvPr/>
        </p:nvSpPr>
        <p:spPr>
          <a:xfrm>
            <a:off x="9550320" y="5989744"/>
            <a:ext cx="1976" cy="929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99" name="Google Shape;6899;p46"/>
          <p:cNvSpPr/>
          <p:nvPr/>
        </p:nvSpPr>
        <p:spPr>
          <a:xfrm>
            <a:off x="9550436" y="5951899"/>
            <a:ext cx="84843" cy="38432"/>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00" name="Google Shape;6900;p46"/>
          <p:cNvSpPr/>
          <p:nvPr/>
        </p:nvSpPr>
        <p:spPr>
          <a:xfrm>
            <a:off x="9556131" y="5991700"/>
            <a:ext cx="173172" cy="4410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01" name="Google Shape;6901;p46"/>
          <p:cNvSpPr/>
          <p:nvPr/>
        </p:nvSpPr>
        <p:spPr>
          <a:xfrm flipH="1" rot="10800000">
            <a:off x="9729071" y="5988571"/>
            <a:ext cx="70663" cy="456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902" name="Google Shape;6902;p46"/>
          <p:cNvGrpSpPr/>
          <p:nvPr/>
        </p:nvGrpSpPr>
        <p:grpSpPr>
          <a:xfrm>
            <a:off x="10017877" y="5636388"/>
            <a:ext cx="171450" cy="348944"/>
            <a:chOff x="4140" y="429"/>
            <a:chExt cx="1425" cy="2396"/>
          </a:xfrm>
        </p:grpSpPr>
        <p:sp>
          <p:nvSpPr>
            <p:cNvPr id="6903" name="Google Shape;6903;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04" name="Google Shape;6904;p46"/>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05" name="Google Shape;6905;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06" name="Google Shape;6906;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07" name="Google Shape;6907;p46"/>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908" name="Google Shape;6908;p46"/>
            <p:cNvGrpSpPr/>
            <p:nvPr/>
          </p:nvGrpSpPr>
          <p:grpSpPr>
            <a:xfrm>
              <a:off x="4748" y="666"/>
              <a:ext cx="578" cy="150"/>
              <a:chOff x="613" y="2566"/>
              <a:chExt cx="721" cy="144"/>
            </a:xfrm>
          </p:grpSpPr>
          <p:sp>
            <p:nvSpPr>
              <p:cNvPr id="6909" name="Google Shape;6909;p4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10" name="Google Shape;6910;p4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911" name="Google Shape;6911;p46"/>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912" name="Google Shape;6912;p46"/>
            <p:cNvGrpSpPr/>
            <p:nvPr/>
          </p:nvGrpSpPr>
          <p:grpSpPr>
            <a:xfrm>
              <a:off x="4748" y="990"/>
              <a:ext cx="578" cy="134"/>
              <a:chOff x="615" y="2564"/>
              <a:chExt cx="721" cy="139"/>
            </a:xfrm>
          </p:grpSpPr>
          <p:sp>
            <p:nvSpPr>
              <p:cNvPr id="6913" name="Google Shape;6913;p4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14" name="Google Shape;6914;p4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915" name="Google Shape;6915;p46"/>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16" name="Google Shape;6916;p46"/>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917" name="Google Shape;6917;p46"/>
            <p:cNvGrpSpPr/>
            <p:nvPr/>
          </p:nvGrpSpPr>
          <p:grpSpPr>
            <a:xfrm>
              <a:off x="4738" y="1647"/>
              <a:ext cx="578" cy="135"/>
              <a:chOff x="618" y="2586"/>
              <a:chExt cx="720" cy="124"/>
            </a:xfrm>
          </p:grpSpPr>
          <p:sp>
            <p:nvSpPr>
              <p:cNvPr id="6918" name="Google Shape;6918;p4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19" name="Google Shape;6919;p4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920" name="Google Shape;6920;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921" name="Google Shape;6921;p46"/>
            <p:cNvGrpSpPr/>
            <p:nvPr/>
          </p:nvGrpSpPr>
          <p:grpSpPr>
            <a:xfrm>
              <a:off x="4738" y="1330"/>
              <a:ext cx="588" cy="134"/>
              <a:chOff x="613" y="2571"/>
              <a:chExt cx="732" cy="134"/>
            </a:xfrm>
          </p:grpSpPr>
          <p:sp>
            <p:nvSpPr>
              <p:cNvPr id="6922" name="Google Shape;6922;p4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23" name="Google Shape;6923;p4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924" name="Google Shape;6924;p46"/>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25" name="Google Shape;6925;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26" name="Google Shape;6926;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27" name="Google Shape;6927;p46"/>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28" name="Google Shape;6928;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29" name="Google Shape;6929;p46"/>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30" name="Google Shape;6930;p46"/>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31" name="Google Shape;6931;p46"/>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32" name="Google Shape;6932;p46"/>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933" name="Google Shape;6933;p46"/>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934" name="Google Shape;6934;p46"/>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935" name="Google Shape;6935;p46"/>
          <p:cNvGrpSpPr/>
          <p:nvPr/>
        </p:nvGrpSpPr>
        <p:grpSpPr>
          <a:xfrm flipH="1">
            <a:off x="7773981" y="5281060"/>
            <a:ext cx="345630" cy="320302"/>
            <a:chOff x="2839" y="3501"/>
            <a:chExt cx="755" cy="803"/>
          </a:xfrm>
        </p:grpSpPr>
        <p:pic>
          <p:nvPicPr>
            <p:cNvPr descr="desktop_computer_stylized_medium" id="6936" name="Google Shape;6936;p46"/>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6937" name="Google Shape;6937;p4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938" name="Google Shape;6938;p46"/>
          <p:cNvSpPr/>
          <p:nvPr/>
        </p:nvSpPr>
        <p:spPr>
          <a:xfrm>
            <a:off x="6471025" y="1451551"/>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939" name="Google Shape;6939;p46"/>
          <p:cNvGrpSpPr/>
          <p:nvPr/>
        </p:nvGrpSpPr>
        <p:grpSpPr>
          <a:xfrm>
            <a:off x="7439074" y="1859725"/>
            <a:ext cx="4144321" cy="4127477"/>
            <a:chOff x="7439074" y="1859725"/>
            <a:chExt cx="4144321" cy="4127477"/>
          </a:xfrm>
        </p:grpSpPr>
        <p:grpSp>
          <p:nvGrpSpPr>
            <p:cNvPr id="6940" name="Google Shape;6940;p46"/>
            <p:cNvGrpSpPr/>
            <p:nvPr/>
          </p:nvGrpSpPr>
          <p:grpSpPr>
            <a:xfrm>
              <a:off x="7439074" y="1859725"/>
              <a:ext cx="1802647" cy="1120859"/>
              <a:chOff x="7439074" y="1859725"/>
              <a:chExt cx="1802647" cy="1120859"/>
            </a:xfrm>
          </p:grpSpPr>
          <p:pic>
            <p:nvPicPr>
              <p:cNvPr descr="cell_tower_radiation copy" id="6941" name="Google Shape;6941;p46"/>
              <p:cNvPicPr preferRelativeResize="0"/>
              <p:nvPr/>
            </p:nvPicPr>
            <p:blipFill rotWithShape="1">
              <a:blip r:embed="rId15">
                <a:alphaModFix/>
              </a:blip>
              <a:srcRect b="0" l="0" r="0" t="0"/>
              <a:stretch/>
            </p:blipFill>
            <p:spPr>
              <a:xfrm>
                <a:off x="7980866" y="2158167"/>
                <a:ext cx="457200" cy="332766"/>
              </a:xfrm>
              <a:prstGeom prst="rect">
                <a:avLst/>
              </a:prstGeom>
              <a:noFill/>
              <a:ln>
                <a:noFill/>
              </a:ln>
            </p:spPr>
          </p:pic>
          <p:cxnSp>
            <p:nvCxnSpPr>
              <p:cNvPr id="6942" name="Google Shape;6942;p46"/>
              <p:cNvCxnSpPr/>
              <p:nvPr/>
            </p:nvCxnSpPr>
            <p:spPr>
              <a:xfrm>
                <a:off x="8207860" y="2700359"/>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6943" name="Google Shape;6943;p46"/>
              <p:cNvGrpSpPr/>
              <p:nvPr/>
            </p:nvGrpSpPr>
            <p:grpSpPr>
              <a:xfrm>
                <a:off x="8050698" y="2309376"/>
                <a:ext cx="298450" cy="464008"/>
                <a:chOff x="3130" y="3288"/>
                <a:chExt cx="410" cy="742"/>
              </a:xfrm>
            </p:grpSpPr>
            <p:cxnSp>
              <p:nvCxnSpPr>
                <p:cNvPr id="6944" name="Google Shape;6944;p46"/>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6945" name="Google Shape;6945;p46"/>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6946" name="Google Shape;6946;p46"/>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6947" name="Google Shape;6947;p46"/>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6948" name="Google Shape;6948;p46"/>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6949" name="Google Shape;6949;p46"/>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6950" name="Google Shape;6950;p46"/>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6951" name="Google Shape;6951;p46"/>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6952" name="Google Shape;6952;p46"/>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6953" name="Google Shape;6953;p46"/>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6954" name="Google Shape;6954;p46"/>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6955" name="Google Shape;6955;p46"/>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6956" name="Google Shape;6956;p46"/>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6957" name="Google Shape;6957;p46"/>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6958" name="Google Shape;6958;p46"/>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grpSp>
            <p:nvGrpSpPr>
              <p:cNvPr id="6959" name="Google Shape;6959;p46"/>
              <p:cNvGrpSpPr/>
              <p:nvPr/>
            </p:nvGrpSpPr>
            <p:grpSpPr>
              <a:xfrm>
                <a:off x="8439827" y="2812309"/>
                <a:ext cx="353678" cy="168275"/>
                <a:chOff x="7493876" y="2774731"/>
                <a:chExt cx="1481958" cy="894622"/>
              </a:xfrm>
            </p:grpSpPr>
            <p:sp>
              <p:nvSpPr>
                <p:cNvPr id="6960" name="Google Shape;6960;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961" name="Google Shape;6961;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962" name="Google Shape;6962;p46"/>
                <p:cNvGrpSpPr/>
                <p:nvPr/>
              </p:nvGrpSpPr>
              <p:grpSpPr>
                <a:xfrm>
                  <a:off x="7713663" y="2848339"/>
                  <a:ext cx="1042107" cy="425543"/>
                  <a:chOff x="7786941" y="2884917"/>
                  <a:chExt cx="897649" cy="353919"/>
                </a:xfrm>
              </p:grpSpPr>
              <p:sp>
                <p:nvSpPr>
                  <p:cNvPr id="6963" name="Google Shape;6963;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64" name="Google Shape;6964;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65" name="Google Shape;6965;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66" name="Google Shape;6966;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radiation_stylized" id="6967" name="Google Shape;6967;p46"/>
              <p:cNvPicPr preferRelativeResize="0"/>
              <p:nvPr/>
            </p:nvPicPr>
            <p:blipFill rotWithShape="1">
              <a:blip r:embed="rId16">
                <a:alphaModFix/>
              </a:blip>
              <a:srcRect b="0" l="0" r="0" t="0"/>
              <a:stretch/>
            </p:blipFill>
            <p:spPr>
              <a:xfrm>
                <a:off x="7750224" y="1859725"/>
                <a:ext cx="415925" cy="88774"/>
              </a:xfrm>
              <a:prstGeom prst="rect">
                <a:avLst/>
              </a:prstGeom>
              <a:noFill/>
              <a:ln>
                <a:noFill/>
              </a:ln>
            </p:spPr>
          </p:pic>
          <p:pic>
            <p:nvPicPr>
              <p:cNvPr descr="antenna_stylized" id="6968" name="Google Shape;6968;p46"/>
              <p:cNvPicPr preferRelativeResize="0"/>
              <p:nvPr/>
            </p:nvPicPr>
            <p:blipFill rotWithShape="1">
              <a:blip r:embed="rId17">
                <a:alphaModFix/>
              </a:blip>
              <a:srcRect b="0" l="0" r="0" t="0"/>
              <a:stretch/>
            </p:blipFill>
            <p:spPr>
              <a:xfrm>
                <a:off x="7439074" y="2356613"/>
                <a:ext cx="530702" cy="223756"/>
              </a:xfrm>
              <a:prstGeom prst="rect">
                <a:avLst/>
              </a:prstGeom>
              <a:noFill/>
              <a:ln>
                <a:noFill/>
              </a:ln>
            </p:spPr>
          </p:pic>
          <p:pic>
            <p:nvPicPr>
              <p:cNvPr descr="antenna_stylized" id="6969" name="Google Shape;6969;p46"/>
              <p:cNvPicPr preferRelativeResize="0"/>
              <p:nvPr/>
            </p:nvPicPr>
            <p:blipFill rotWithShape="1">
              <a:blip r:embed="rId17">
                <a:alphaModFix/>
              </a:blip>
              <a:srcRect b="0" l="0" r="0" t="0"/>
              <a:stretch/>
            </p:blipFill>
            <p:spPr>
              <a:xfrm>
                <a:off x="8637781" y="2319727"/>
                <a:ext cx="530702" cy="223756"/>
              </a:xfrm>
              <a:prstGeom prst="rect">
                <a:avLst/>
              </a:prstGeom>
              <a:noFill/>
              <a:ln>
                <a:noFill/>
              </a:ln>
            </p:spPr>
          </p:pic>
          <p:pic>
            <p:nvPicPr>
              <p:cNvPr descr="antenna_stylized" id="6970" name="Google Shape;6970;p46"/>
              <p:cNvPicPr preferRelativeResize="0"/>
              <p:nvPr/>
            </p:nvPicPr>
            <p:blipFill rotWithShape="1">
              <a:blip r:embed="rId17">
                <a:alphaModFix/>
              </a:blip>
              <a:srcRect b="0" l="0" r="0" t="0"/>
              <a:stretch/>
            </p:blipFill>
            <p:spPr>
              <a:xfrm>
                <a:off x="8711019" y="2059124"/>
                <a:ext cx="530702" cy="223756"/>
              </a:xfrm>
              <a:prstGeom prst="rect">
                <a:avLst/>
              </a:prstGeom>
              <a:noFill/>
              <a:ln>
                <a:noFill/>
              </a:ln>
            </p:spPr>
          </p:pic>
        </p:grpSp>
        <p:grpSp>
          <p:nvGrpSpPr>
            <p:cNvPr id="6971" name="Google Shape;6971;p46"/>
            <p:cNvGrpSpPr/>
            <p:nvPr/>
          </p:nvGrpSpPr>
          <p:grpSpPr>
            <a:xfrm>
              <a:off x="7493518" y="3325424"/>
              <a:ext cx="911538" cy="843226"/>
              <a:chOff x="7493518" y="3325424"/>
              <a:chExt cx="911538" cy="843226"/>
            </a:xfrm>
          </p:grpSpPr>
          <p:pic>
            <p:nvPicPr>
              <p:cNvPr descr="access_point_stylized_small" id="6972" name="Google Shape;6972;p46"/>
              <p:cNvPicPr preferRelativeResize="0"/>
              <p:nvPr/>
            </p:nvPicPr>
            <p:blipFill rotWithShape="1">
              <a:blip r:embed="rId18">
                <a:alphaModFix/>
              </a:blip>
              <a:srcRect b="0" l="0" r="0" t="0"/>
              <a:stretch/>
            </p:blipFill>
            <p:spPr>
              <a:xfrm>
                <a:off x="7613882" y="3861899"/>
                <a:ext cx="370169" cy="306751"/>
              </a:xfrm>
              <a:prstGeom prst="rect">
                <a:avLst/>
              </a:prstGeom>
              <a:noFill/>
              <a:ln>
                <a:noFill/>
              </a:ln>
            </p:spPr>
          </p:pic>
          <p:grpSp>
            <p:nvGrpSpPr>
              <p:cNvPr id="6973" name="Google Shape;6973;p46"/>
              <p:cNvGrpSpPr/>
              <p:nvPr/>
            </p:nvGrpSpPr>
            <p:grpSpPr>
              <a:xfrm>
                <a:off x="7493518" y="3325424"/>
                <a:ext cx="911538" cy="816238"/>
                <a:chOff x="7493518" y="3325424"/>
                <a:chExt cx="911538" cy="816238"/>
              </a:xfrm>
            </p:grpSpPr>
            <p:cxnSp>
              <p:nvCxnSpPr>
                <p:cNvPr id="6974" name="Google Shape;6974;p46"/>
                <p:cNvCxnSpPr/>
                <p:nvPr/>
              </p:nvCxnSpPr>
              <p:spPr>
                <a:xfrm>
                  <a:off x="8247778" y="3829970"/>
                  <a:ext cx="0" cy="131762"/>
                </a:xfrm>
                <a:prstGeom prst="straightConnector1">
                  <a:avLst/>
                </a:prstGeom>
                <a:noFill/>
                <a:ln cap="flat" cmpd="sng" w="9525">
                  <a:solidFill>
                    <a:schemeClr val="dk1"/>
                  </a:solidFill>
                  <a:prstDash val="solid"/>
                  <a:round/>
                  <a:headEnd len="sm" w="sm" type="none"/>
                  <a:tailEnd len="sm" w="sm" type="none"/>
                </a:ln>
              </p:spPr>
            </p:cxnSp>
            <p:cxnSp>
              <p:nvCxnSpPr>
                <p:cNvPr id="6975" name="Google Shape;6975;p46"/>
                <p:cNvCxnSpPr/>
                <p:nvPr/>
              </p:nvCxnSpPr>
              <p:spPr>
                <a:xfrm flipH="1" rot="10800000">
                  <a:off x="7857253" y="4041107"/>
                  <a:ext cx="168275" cy="3175"/>
                </a:xfrm>
                <a:prstGeom prst="straightConnector1">
                  <a:avLst/>
                </a:prstGeom>
                <a:noFill/>
                <a:ln cap="flat" cmpd="sng" w="9525">
                  <a:solidFill>
                    <a:schemeClr val="dk1"/>
                  </a:solidFill>
                  <a:prstDash val="solid"/>
                  <a:round/>
                  <a:headEnd len="sm" w="sm" type="none"/>
                  <a:tailEnd len="sm" w="sm" type="none"/>
                </a:ln>
              </p:spPr>
            </p:cxnSp>
            <p:pic>
              <p:nvPicPr>
                <p:cNvPr descr="antenna_radiation_stylized" id="6976" name="Google Shape;6976;p46"/>
                <p:cNvPicPr preferRelativeResize="0"/>
                <p:nvPr/>
              </p:nvPicPr>
              <p:blipFill rotWithShape="1">
                <a:blip r:embed="rId19">
                  <a:alphaModFix/>
                </a:blip>
                <a:srcRect b="0" l="0" r="0" t="0"/>
                <a:stretch/>
              </p:blipFill>
              <p:spPr>
                <a:xfrm>
                  <a:off x="7562238" y="3813930"/>
                  <a:ext cx="506412" cy="106009"/>
                </a:xfrm>
                <a:prstGeom prst="rect">
                  <a:avLst/>
                </a:prstGeom>
                <a:noFill/>
                <a:ln>
                  <a:noFill/>
                </a:ln>
              </p:spPr>
            </p:pic>
            <p:grpSp>
              <p:nvGrpSpPr>
                <p:cNvPr id="6977" name="Google Shape;6977;p46"/>
                <p:cNvGrpSpPr/>
                <p:nvPr/>
              </p:nvGrpSpPr>
              <p:grpSpPr>
                <a:xfrm>
                  <a:off x="8050070" y="3965994"/>
                  <a:ext cx="354986" cy="175668"/>
                  <a:chOff x="7493876" y="2774731"/>
                  <a:chExt cx="1481958" cy="894622"/>
                </a:xfrm>
              </p:grpSpPr>
              <p:sp>
                <p:nvSpPr>
                  <p:cNvPr id="6978" name="Google Shape;6978;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979" name="Google Shape;6979;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980" name="Google Shape;6980;p46"/>
                  <p:cNvGrpSpPr/>
                  <p:nvPr/>
                </p:nvGrpSpPr>
                <p:grpSpPr>
                  <a:xfrm>
                    <a:off x="7713663" y="2848339"/>
                    <a:ext cx="1042107" cy="425543"/>
                    <a:chOff x="7786941" y="2884917"/>
                    <a:chExt cx="897649" cy="353919"/>
                  </a:xfrm>
                </p:grpSpPr>
                <p:sp>
                  <p:nvSpPr>
                    <p:cNvPr id="6981" name="Google Shape;6981;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82" name="Google Shape;6982;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83" name="Google Shape;6983;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84" name="Google Shape;6984;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stylized" id="6985" name="Google Shape;6985;p46"/>
                <p:cNvPicPr preferRelativeResize="0"/>
                <p:nvPr/>
              </p:nvPicPr>
              <p:blipFill rotWithShape="1">
                <a:blip r:embed="rId20">
                  <a:alphaModFix/>
                </a:blip>
                <a:srcRect b="0" l="0" r="0" t="0"/>
                <a:stretch/>
              </p:blipFill>
              <p:spPr>
                <a:xfrm>
                  <a:off x="7493518" y="3419140"/>
                  <a:ext cx="347997" cy="167557"/>
                </a:xfrm>
                <a:prstGeom prst="rect">
                  <a:avLst/>
                </a:prstGeom>
                <a:noFill/>
                <a:ln>
                  <a:noFill/>
                </a:ln>
              </p:spPr>
            </p:pic>
            <p:pic>
              <p:nvPicPr>
                <p:cNvPr descr="antenna_stylized" id="6986" name="Google Shape;6986;p46"/>
                <p:cNvPicPr preferRelativeResize="0"/>
                <p:nvPr/>
              </p:nvPicPr>
              <p:blipFill rotWithShape="1">
                <a:blip r:embed="rId20">
                  <a:alphaModFix/>
                </a:blip>
                <a:srcRect b="0" l="0" r="0" t="0"/>
                <a:stretch/>
              </p:blipFill>
              <p:spPr>
                <a:xfrm>
                  <a:off x="7803435" y="3325424"/>
                  <a:ext cx="347997" cy="167557"/>
                </a:xfrm>
                <a:prstGeom prst="rect">
                  <a:avLst/>
                </a:prstGeom>
                <a:noFill/>
                <a:ln>
                  <a:noFill/>
                </a:ln>
              </p:spPr>
            </p:pic>
          </p:grpSp>
        </p:grpSp>
        <p:grpSp>
          <p:nvGrpSpPr>
            <p:cNvPr id="6987" name="Google Shape;6987;p46"/>
            <p:cNvGrpSpPr/>
            <p:nvPr/>
          </p:nvGrpSpPr>
          <p:grpSpPr>
            <a:xfrm>
              <a:off x="10884085" y="3428485"/>
              <a:ext cx="604586" cy="405973"/>
              <a:chOff x="10884085" y="3428485"/>
              <a:chExt cx="604586" cy="405973"/>
            </a:xfrm>
          </p:grpSpPr>
          <p:grpSp>
            <p:nvGrpSpPr>
              <p:cNvPr id="6988" name="Google Shape;6988;p46"/>
              <p:cNvGrpSpPr/>
              <p:nvPr/>
            </p:nvGrpSpPr>
            <p:grpSpPr>
              <a:xfrm>
                <a:off x="10884085" y="3601365"/>
                <a:ext cx="170989" cy="97052"/>
                <a:chOff x="7493876" y="2774731"/>
                <a:chExt cx="1481958" cy="894622"/>
              </a:xfrm>
            </p:grpSpPr>
            <p:sp>
              <p:nvSpPr>
                <p:cNvPr id="6989" name="Google Shape;6989;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6990" name="Google Shape;6990;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6991" name="Google Shape;6991;p46"/>
                <p:cNvGrpSpPr/>
                <p:nvPr/>
              </p:nvGrpSpPr>
              <p:grpSpPr>
                <a:xfrm>
                  <a:off x="7713663" y="2848339"/>
                  <a:ext cx="1042107" cy="425543"/>
                  <a:chOff x="7786941" y="2884917"/>
                  <a:chExt cx="897649" cy="353919"/>
                </a:xfrm>
              </p:grpSpPr>
              <p:sp>
                <p:nvSpPr>
                  <p:cNvPr id="6992" name="Google Shape;6992;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93" name="Google Shape;6993;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94" name="Google Shape;6994;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95" name="Google Shape;6995;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96" name="Google Shape;6996;p46"/>
              <p:cNvGrpSpPr/>
              <p:nvPr/>
            </p:nvGrpSpPr>
            <p:grpSpPr>
              <a:xfrm>
                <a:off x="11064947" y="3428485"/>
                <a:ext cx="423724" cy="405973"/>
                <a:chOff x="5103720" y="2693365"/>
                <a:chExt cx="611650" cy="414788"/>
              </a:xfrm>
            </p:grpSpPr>
            <p:cxnSp>
              <p:nvCxnSpPr>
                <p:cNvPr id="6997" name="Google Shape;6997;p46"/>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6998" name="Google Shape;6998;p46"/>
                <p:cNvGrpSpPr/>
                <p:nvPr/>
              </p:nvGrpSpPr>
              <p:grpSpPr>
                <a:xfrm>
                  <a:off x="5275406" y="2693365"/>
                  <a:ext cx="439964" cy="414788"/>
                  <a:chOff x="5275406" y="2711455"/>
                  <a:chExt cx="452949" cy="405518"/>
                </a:xfrm>
              </p:grpSpPr>
              <p:pic>
                <p:nvPicPr>
                  <p:cNvPr descr="server_rack.png" id="6999" name="Google Shape;6999;p46"/>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7000" name="Google Shape;7000;p46"/>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7001" name="Google Shape;7001;p46"/>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grpSp>
          <p:nvGrpSpPr>
            <p:cNvPr id="7002" name="Google Shape;7002;p46"/>
            <p:cNvGrpSpPr/>
            <p:nvPr/>
          </p:nvGrpSpPr>
          <p:grpSpPr>
            <a:xfrm>
              <a:off x="7975881" y="4741266"/>
              <a:ext cx="2318709" cy="1245936"/>
              <a:chOff x="7948367" y="4775686"/>
              <a:chExt cx="2318709" cy="1245936"/>
            </a:xfrm>
          </p:grpSpPr>
          <p:cxnSp>
            <p:nvCxnSpPr>
              <p:cNvPr id="7003" name="Google Shape;7003;p46"/>
              <p:cNvCxnSpPr/>
              <p:nvPr/>
            </p:nvCxnSpPr>
            <p:spPr>
              <a:xfrm flipH="1" rot="5400000">
                <a:off x="9789609" y="5251739"/>
                <a:ext cx="388062" cy="7560"/>
              </a:xfrm>
              <a:prstGeom prst="straightConnector1">
                <a:avLst/>
              </a:prstGeom>
              <a:noFill/>
              <a:ln cap="flat" cmpd="sng" w="12700">
                <a:solidFill>
                  <a:schemeClr val="dk1"/>
                </a:solidFill>
                <a:prstDash val="solid"/>
                <a:round/>
                <a:headEnd len="sm" w="sm" type="none"/>
                <a:tailEnd len="sm" w="sm" type="none"/>
              </a:ln>
            </p:spPr>
          </p:cxnSp>
          <p:cxnSp>
            <p:nvCxnSpPr>
              <p:cNvPr id="7004" name="Google Shape;7004;p46"/>
              <p:cNvCxnSpPr/>
              <p:nvPr/>
            </p:nvCxnSpPr>
            <p:spPr>
              <a:xfrm>
                <a:off x="8210207" y="5117334"/>
                <a:ext cx="226800" cy="127000"/>
              </a:xfrm>
              <a:prstGeom prst="straightConnector1">
                <a:avLst/>
              </a:prstGeom>
              <a:noFill/>
              <a:ln cap="flat" cmpd="sng" w="9525">
                <a:solidFill>
                  <a:schemeClr val="dk1"/>
                </a:solidFill>
                <a:prstDash val="solid"/>
                <a:round/>
                <a:headEnd len="sm" w="sm" type="none"/>
                <a:tailEnd len="sm" w="sm" type="none"/>
              </a:ln>
            </p:spPr>
          </p:cxnSp>
          <p:cxnSp>
            <p:nvCxnSpPr>
              <p:cNvPr id="7005" name="Google Shape;7005;p46"/>
              <p:cNvCxnSpPr/>
              <p:nvPr/>
            </p:nvCxnSpPr>
            <p:spPr>
              <a:xfrm flipH="1" rot="10800000">
                <a:off x="8459425" y="5036562"/>
                <a:ext cx="404236" cy="207771"/>
              </a:xfrm>
              <a:prstGeom prst="straightConnector1">
                <a:avLst/>
              </a:prstGeom>
              <a:noFill/>
              <a:ln cap="flat" cmpd="sng" w="9525">
                <a:solidFill>
                  <a:schemeClr val="dk1"/>
                </a:solidFill>
                <a:prstDash val="solid"/>
                <a:round/>
                <a:headEnd len="sm" w="sm" type="none"/>
                <a:tailEnd len="sm" w="sm" type="none"/>
              </a:ln>
            </p:spPr>
          </p:cxnSp>
          <p:grpSp>
            <p:nvGrpSpPr>
              <p:cNvPr id="7006" name="Google Shape;7006;p46"/>
              <p:cNvGrpSpPr/>
              <p:nvPr/>
            </p:nvGrpSpPr>
            <p:grpSpPr>
              <a:xfrm>
                <a:off x="7948367" y="4775686"/>
                <a:ext cx="2318709" cy="1245936"/>
                <a:chOff x="7948367" y="4775686"/>
                <a:chExt cx="2318709" cy="1245936"/>
              </a:xfrm>
            </p:grpSpPr>
            <p:cxnSp>
              <p:nvCxnSpPr>
                <p:cNvPr id="7007" name="Google Shape;7007;p46"/>
                <p:cNvCxnSpPr/>
                <p:nvPr/>
              </p:nvCxnSpPr>
              <p:spPr>
                <a:xfrm rot="10800000">
                  <a:off x="10209926" y="5405286"/>
                  <a:ext cx="0" cy="114300"/>
                </a:xfrm>
                <a:prstGeom prst="straightConnector1">
                  <a:avLst/>
                </a:prstGeom>
                <a:noFill/>
                <a:ln cap="flat" cmpd="sng" w="12700">
                  <a:solidFill>
                    <a:schemeClr val="dk1"/>
                  </a:solidFill>
                  <a:prstDash val="solid"/>
                  <a:round/>
                  <a:headEnd len="sm" w="sm" type="none"/>
                  <a:tailEnd len="sm" w="sm" type="none"/>
                </a:ln>
              </p:spPr>
            </p:cxnSp>
            <p:cxnSp>
              <p:nvCxnSpPr>
                <p:cNvPr id="7008" name="Google Shape;7008;p46"/>
                <p:cNvCxnSpPr/>
                <p:nvPr/>
              </p:nvCxnSpPr>
              <p:spPr>
                <a:xfrm>
                  <a:off x="9432959" y="4838517"/>
                  <a:ext cx="524483" cy="261537"/>
                </a:xfrm>
                <a:prstGeom prst="straightConnector1">
                  <a:avLst/>
                </a:prstGeom>
                <a:noFill/>
                <a:ln cap="flat" cmpd="sng" w="9525">
                  <a:solidFill>
                    <a:schemeClr val="dk1"/>
                  </a:solidFill>
                  <a:prstDash val="solid"/>
                  <a:round/>
                  <a:headEnd len="sm" w="sm" type="none"/>
                  <a:tailEnd len="sm" w="sm" type="none"/>
                </a:ln>
              </p:spPr>
            </p:cxnSp>
            <p:cxnSp>
              <p:nvCxnSpPr>
                <p:cNvPr id="7009" name="Google Shape;7009;p46"/>
                <p:cNvCxnSpPr/>
                <p:nvPr/>
              </p:nvCxnSpPr>
              <p:spPr>
                <a:xfrm flipH="1" rot="10800000">
                  <a:off x="8850066" y="4838517"/>
                  <a:ext cx="569255" cy="246266"/>
                </a:xfrm>
                <a:prstGeom prst="straightConnector1">
                  <a:avLst/>
                </a:prstGeom>
                <a:noFill/>
                <a:ln cap="flat" cmpd="sng" w="9525">
                  <a:solidFill>
                    <a:schemeClr val="dk1"/>
                  </a:solidFill>
                  <a:prstDash val="solid"/>
                  <a:round/>
                  <a:headEnd len="sm" w="sm" type="none"/>
                  <a:tailEnd len="sm" w="sm" type="none"/>
                </a:ln>
              </p:spPr>
            </p:cxnSp>
            <p:cxnSp>
              <p:nvCxnSpPr>
                <p:cNvPr id="7010" name="Google Shape;7010;p46"/>
                <p:cNvCxnSpPr/>
                <p:nvPr/>
              </p:nvCxnSpPr>
              <p:spPr>
                <a:xfrm>
                  <a:off x="8821744" y="5108876"/>
                  <a:ext cx="1030502" cy="0"/>
                </a:xfrm>
                <a:prstGeom prst="straightConnector1">
                  <a:avLst/>
                </a:prstGeom>
                <a:noFill/>
                <a:ln cap="flat" cmpd="sng" w="9525">
                  <a:solidFill>
                    <a:schemeClr val="dk1"/>
                  </a:solidFill>
                  <a:prstDash val="solid"/>
                  <a:round/>
                  <a:headEnd len="sm" w="sm" type="none"/>
                  <a:tailEnd len="sm" w="sm" type="none"/>
                </a:ln>
              </p:spPr>
            </p:cxnSp>
            <p:cxnSp>
              <p:nvCxnSpPr>
                <p:cNvPr id="7011" name="Google Shape;7011;p46"/>
                <p:cNvCxnSpPr/>
                <p:nvPr/>
              </p:nvCxnSpPr>
              <p:spPr>
                <a:xfrm flipH="1" rot="10800000">
                  <a:off x="7948367" y="5290470"/>
                  <a:ext cx="412750" cy="127000"/>
                </a:xfrm>
                <a:prstGeom prst="straightConnector1">
                  <a:avLst/>
                </a:prstGeom>
                <a:noFill/>
                <a:ln cap="flat" cmpd="sng" w="9525">
                  <a:solidFill>
                    <a:schemeClr val="dk1"/>
                  </a:solidFill>
                  <a:prstDash val="solid"/>
                  <a:round/>
                  <a:headEnd len="sm" w="sm" type="none"/>
                  <a:tailEnd len="sm" w="sm" type="none"/>
                </a:ln>
              </p:spPr>
            </p:cxnSp>
            <p:cxnSp>
              <p:nvCxnSpPr>
                <p:cNvPr id="7012" name="Google Shape;7012;p46"/>
                <p:cNvCxnSpPr/>
                <p:nvPr/>
              </p:nvCxnSpPr>
              <p:spPr>
                <a:xfrm flipH="1">
                  <a:off x="8373817" y="5282252"/>
                  <a:ext cx="68080" cy="293968"/>
                </a:xfrm>
                <a:prstGeom prst="straightConnector1">
                  <a:avLst/>
                </a:prstGeom>
                <a:noFill/>
                <a:ln cap="flat" cmpd="sng" w="9525">
                  <a:solidFill>
                    <a:schemeClr val="dk1"/>
                  </a:solidFill>
                  <a:prstDash val="solid"/>
                  <a:round/>
                  <a:headEnd len="sm" w="sm" type="none"/>
                  <a:tailEnd len="sm" w="sm" type="none"/>
                </a:ln>
              </p:spPr>
            </p:cxnSp>
            <p:cxnSp>
              <p:nvCxnSpPr>
                <p:cNvPr id="7013" name="Google Shape;7013;p46"/>
                <p:cNvCxnSpPr/>
                <p:nvPr/>
              </p:nvCxnSpPr>
              <p:spPr>
                <a:xfrm rot="10800000">
                  <a:off x="8488731" y="5307931"/>
                  <a:ext cx="280374" cy="269876"/>
                </a:xfrm>
                <a:prstGeom prst="straightConnector1">
                  <a:avLst/>
                </a:prstGeom>
                <a:noFill/>
                <a:ln cap="flat" cmpd="sng" w="9525">
                  <a:solidFill>
                    <a:schemeClr val="dk1"/>
                  </a:solidFill>
                  <a:prstDash val="solid"/>
                  <a:round/>
                  <a:headEnd len="sm" w="sm" type="none"/>
                  <a:tailEnd len="sm" w="sm" type="none"/>
                </a:ln>
              </p:spPr>
            </p:cxnSp>
            <p:cxnSp>
              <p:nvCxnSpPr>
                <p:cNvPr id="7014" name="Google Shape;7014;p46"/>
                <p:cNvCxnSpPr/>
                <p:nvPr/>
              </p:nvCxnSpPr>
              <p:spPr>
                <a:xfrm>
                  <a:off x="8488731" y="5258048"/>
                  <a:ext cx="914184" cy="468622"/>
                </a:xfrm>
                <a:prstGeom prst="straightConnector1">
                  <a:avLst/>
                </a:prstGeom>
                <a:noFill/>
                <a:ln cap="flat" cmpd="sng" w="9525">
                  <a:solidFill>
                    <a:schemeClr val="dk1"/>
                  </a:solidFill>
                  <a:prstDash val="solid"/>
                  <a:round/>
                  <a:headEnd len="sm" w="sm" type="none"/>
                  <a:tailEnd len="sm" w="sm" type="none"/>
                </a:ln>
              </p:spPr>
            </p:cxnSp>
            <p:cxnSp>
              <p:nvCxnSpPr>
                <p:cNvPr id="7015" name="Google Shape;7015;p46"/>
                <p:cNvCxnSpPr/>
                <p:nvPr/>
              </p:nvCxnSpPr>
              <p:spPr>
                <a:xfrm flipH="1" rot="5400000">
                  <a:off x="9885545" y="5583471"/>
                  <a:ext cx="366793" cy="1482"/>
                </a:xfrm>
                <a:prstGeom prst="straightConnector1">
                  <a:avLst/>
                </a:prstGeom>
                <a:noFill/>
                <a:ln cap="flat" cmpd="sng" w="12700">
                  <a:solidFill>
                    <a:schemeClr val="dk1"/>
                  </a:solidFill>
                  <a:prstDash val="solid"/>
                  <a:round/>
                  <a:headEnd len="sm" w="sm" type="none"/>
                  <a:tailEnd len="sm" w="sm" type="none"/>
                </a:ln>
              </p:spPr>
            </p:cxnSp>
            <p:pic>
              <p:nvPicPr>
                <p:cNvPr descr="antenna_radiation_stylized" id="7016" name="Google Shape;7016;p46"/>
                <p:cNvPicPr preferRelativeResize="0"/>
                <p:nvPr/>
              </p:nvPicPr>
              <p:blipFill rotWithShape="1">
                <a:blip r:embed="rId22">
                  <a:alphaModFix/>
                </a:blip>
                <a:srcRect b="0" l="0" r="0" t="0"/>
                <a:stretch/>
              </p:blipFill>
              <p:spPr>
                <a:xfrm>
                  <a:off x="9242073" y="5480938"/>
                  <a:ext cx="452014" cy="95159"/>
                </a:xfrm>
                <a:prstGeom prst="rect">
                  <a:avLst/>
                </a:prstGeom>
                <a:noFill/>
                <a:ln>
                  <a:noFill/>
                </a:ln>
              </p:spPr>
            </p:pic>
            <p:pic>
              <p:nvPicPr>
                <p:cNvPr descr="access_point_stylized_small" id="7017" name="Google Shape;7017;p46"/>
                <p:cNvPicPr preferRelativeResize="0"/>
                <p:nvPr/>
              </p:nvPicPr>
              <p:blipFill rotWithShape="1">
                <a:blip r:embed="rId18">
                  <a:alphaModFix/>
                </a:blip>
                <a:srcRect b="0" l="0" r="0" t="0"/>
                <a:stretch/>
              </p:blipFill>
              <p:spPr>
                <a:xfrm>
                  <a:off x="9290610" y="5524232"/>
                  <a:ext cx="380935" cy="317464"/>
                </a:xfrm>
                <a:prstGeom prst="rect">
                  <a:avLst/>
                </a:prstGeom>
                <a:noFill/>
                <a:ln>
                  <a:noFill/>
                </a:ln>
              </p:spPr>
            </p:pic>
            <p:grpSp>
              <p:nvGrpSpPr>
                <p:cNvPr id="7018" name="Google Shape;7018;p46"/>
                <p:cNvGrpSpPr/>
                <p:nvPr/>
              </p:nvGrpSpPr>
              <p:grpSpPr>
                <a:xfrm>
                  <a:off x="9783558" y="4989983"/>
                  <a:ext cx="393760" cy="218578"/>
                  <a:chOff x="7493876" y="2774731"/>
                  <a:chExt cx="1481958" cy="894622"/>
                </a:xfrm>
              </p:grpSpPr>
              <p:sp>
                <p:nvSpPr>
                  <p:cNvPr id="7019" name="Google Shape;7019;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020" name="Google Shape;7020;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021" name="Google Shape;7021;p46"/>
                  <p:cNvGrpSpPr/>
                  <p:nvPr/>
                </p:nvGrpSpPr>
                <p:grpSpPr>
                  <a:xfrm>
                    <a:off x="7713663" y="2848339"/>
                    <a:ext cx="1042107" cy="425543"/>
                    <a:chOff x="7786941" y="2884917"/>
                    <a:chExt cx="897649" cy="353919"/>
                  </a:xfrm>
                </p:grpSpPr>
                <p:sp>
                  <p:nvSpPr>
                    <p:cNvPr id="7022" name="Google Shape;7022;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23" name="Google Shape;7023;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24" name="Google Shape;7024;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25" name="Google Shape;7025;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26" name="Google Shape;7026;p46"/>
                <p:cNvGrpSpPr/>
                <p:nvPr/>
              </p:nvGrpSpPr>
              <p:grpSpPr>
                <a:xfrm>
                  <a:off x="9849365" y="5339037"/>
                  <a:ext cx="309740" cy="190838"/>
                  <a:chOff x="3668110" y="2448910"/>
                  <a:chExt cx="3794234" cy="2165130"/>
                </a:xfrm>
              </p:grpSpPr>
              <p:sp>
                <p:nvSpPr>
                  <p:cNvPr id="7027" name="Google Shape;7027;p4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28" name="Google Shape;7028;p4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029" name="Google Shape;7029;p46"/>
                  <p:cNvGrpSpPr/>
                  <p:nvPr/>
                </p:nvGrpSpPr>
                <p:grpSpPr>
                  <a:xfrm>
                    <a:off x="3941378" y="2603243"/>
                    <a:ext cx="3202061" cy="1066110"/>
                    <a:chOff x="7939341" y="3037317"/>
                    <a:chExt cx="897649" cy="353919"/>
                  </a:xfrm>
                </p:grpSpPr>
                <p:sp>
                  <p:nvSpPr>
                    <p:cNvPr id="7030" name="Google Shape;7030;p4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31" name="Google Shape;7031;p4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32" name="Google Shape;7032;p4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33" name="Google Shape;7033;p4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34" name="Google Shape;7034;p46"/>
                <p:cNvGrpSpPr/>
                <p:nvPr/>
              </p:nvGrpSpPr>
              <p:grpSpPr>
                <a:xfrm>
                  <a:off x="8676619" y="4967420"/>
                  <a:ext cx="393760" cy="218578"/>
                  <a:chOff x="7493876" y="2774731"/>
                  <a:chExt cx="1481958" cy="894622"/>
                </a:xfrm>
              </p:grpSpPr>
              <p:sp>
                <p:nvSpPr>
                  <p:cNvPr id="7035" name="Google Shape;7035;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036" name="Google Shape;7036;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037" name="Google Shape;7037;p46"/>
                  <p:cNvGrpSpPr/>
                  <p:nvPr/>
                </p:nvGrpSpPr>
                <p:grpSpPr>
                  <a:xfrm>
                    <a:off x="7713663" y="2848339"/>
                    <a:ext cx="1042107" cy="425543"/>
                    <a:chOff x="7786941" y="2884917"/>
                    <a:chExt cx="897649" cy="353919"/>
                  </a:xfrm>
                </p:grpSpPr>
                <p:sp>
                  <p:nvSpPr>
                    <p:cNvPr id="7038" name="Google Shape;7038;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39" name="Google Shape;7039;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40" name="Google Shape;7040;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41" name="Google Shape;7041;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42" name="Google Shape;7042;p46"/>
                <p:cNvGrpSpPr/>
                <p:nvPr/>
              </p:nvGrpSpPr>
              <p:grpSpPr>
                <a:xfrm>
                  <a:off x="8311520" y="5194433"/>
                  <a:ext cx="309740" cy="190838"/>
                  <a:chOff x="3668110" y="2448910"/>
                  <a:chExt cx="3794234" cy="2165130"/>
                </a:xfrm>
              </p:grpSpPr>
              <p:sp>
                <p:nvSpPr>
                  <p:cNvPr id="7043" name="Google Shape;7043;p4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44" name="Google Shape;7044;p4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045" name="Google Shape;7045;p46"/>
                  <p:cNvGrpSpPr/>
                  <p:nvPr/>
                </p:nvGrpSpPr>
                <p:grpSpPr>
                  <a:xfrm>
                    <a:off x="3941378" y="2603243"/>
                    <a:ext cx="3202061" cy="1066110"/>
                    <a:chOff x="7939341" y="3037317"/>
                    <a:chExt cx="897649" cy="353919"/>
                  </a:xfrm>
                </p:grpSpPr>
                <p:sp>
                  <p:nvSpPr>
                    <p:cNvPr id="7046" name="Google Shape;7046;p4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47" name="Google Shape;7047;p4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48" name="Google Shape;7048;p4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49" name="Google Shape;7049;p4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50" name="Google Shape;7050;p46"/>
                <p:cNvGrpSpPr/>
                <p:nvPr/>
              </p:nvGrpSpPr>
              <p:grpSpPr>
                <a:xfrm>
                  <a:off x="9247893" y="4775686"/>
                  <a:ext cx="393760" cy="218578"/>
                  <a:chOff x="7493876" y="2774731"/>
                  <a:chExt cx="1481958" cy="894622"/>
                </a:xfrm>
              </p:grpSpPr>
              <p:sp>
                <p:nvSpPr>
                  <p:cNvPr id="7051" name="Google Shape;7051;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052" name="Google Shape;7052;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053" name="Google Shape;7053;p46"/>
                  <p:cNvGrpSpPr/>
                  <p:nvPr/>
                </p:nvGrpSpPr>
                <p:grpSpPr>
                  <a:xfrm>
                    <a:off x="7713663" y="2848339"/>
                    <a:ext cx="1042107" cy="425543"/>
                    <a:chOff x="7786941" y="2884917"/>
                    <a:chExt cx="897649" cy="353919"/>
                  </a:xfrm>
                </p:grpSpPr>
                <p:sp>
                  <p:nvSpPr>
                    <p:cNvPr id="7054" name="Google Shape;7054;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55" name="Google Shape;7055;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56" name="Google Shape;7056;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57" name="Google Shape;7057;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stylized" id="7058" name="Google Shape;7058;p46"/>
                <p:cNvPicPr preferRelativeResize="0"/>
                <p:nvPr/>
              </p:nvPicPr>
              <p:blipFill rotWithShape="1">
                <a:blip r:embed="rId23">
                  <a:alphaModFix/>
                </a:blip>
                <a:srcRect b="0" l="0" r="0" t="0"/>
                <a:stretch/>
              </p:blipFill>
              <p:spPr>
                <a:xfrm>
                  <a:off x="9201681" y="5852809"/>
                  <a:ext cx="307702" cy="168813"/>
                </a:xfrm>
                <a:prstGeom prst="rect">
                  <a:avLst/>
                </a:prstGeom>
                <a:noFill/>
                <a:ln>
                  <a:noFill/>
                </a:ln>
              </p:spPr>
            </p:pic>
            <p:pic>
              <p:nvPicPr>
                <p:cNvPr descr="antenna_stylized" id="7059" name="Google Shape;7059;p46"/>
                <p:cNvPicPr preferRelativeResize="0"/>
                <p:nvPr/>
              </p:nvPicPr>
              <p:blipFill rotWithShape="1">
                <a:blip r:embed="rId23">
                  <a:alphaModFix/>
                </a:blip>
                <a:srcRect b="0" l="0" r="0" t="0"/>
                <a:stretch/>
              </p:blipFill>
              <p:spPr>
                <a:xfrm>
                  <a:off x="9534746" y="5795138"/>
                  <a:ext cx="316707" cy="138962"/>
                </a:xfrm>
                <a:prstGeom prst="rect">
                  <a:avLst/>
                </a:prstGeom>
                <a:noFill/>
                <a:ln>
                  <a:noFill/>
                </a:ln>
              </p:spPr>
            </p:pic>
          </p:grpSp>
        </p:grpSp>
        <p:grpSp>
          <p:nvGrpSpPr>
            <p:cNvPr id="7060" name="Google Shape;7060;p46"/>
            <p:cNvGrpSpPr/>
            <p:nvPr/>
          </p:nvGrpSpPr>
          <p:grpSpPr>
            <a:xfrm>
              <a:off x="10925982" y="4188911"/>
              <a:ext cx="657413" cy="451816"/>
              <a:chOff x="10925982" y="4188911"/>
              <a:chExt cx="657413" cy="451816"/>
            </a:xfrm>
          </p:grpSpPr>
          <p:grpSp>
            <p:nvGrpSpPr>
              <p:cNvPr id="7061" name="Google Shape;7061;p46"/>
              <p:cNvGrpSpPr/>
              <p:nvPr/>
            </p:nvGrpSpPr>
            <p:grpSpPr>
              <a:xfrm>
                <a:off x="11093556" y="4188911"/>
                <a:ext cx="489839" cy="451816"/>
                <a:chOff x="5103720" y="2693365"/>
                <a:chExt cx="611650" cy="414788"/>
              </a:xfrm>
            </p:grpSpPr>
            <p:cxnSp>
              <p:nvCxnSpPr>
                <p:cNvPr id="7062" name="Google Shape;7062;p46"/>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7063" name="Google Shape;7063;p46"/>
                <p:cNvGrpSpPr/>
                <p:nvPr/>
              </p:nvGrpSpPr>
              <p:grpSpPr>
                <a:xfrm>
                  <a:off x="5275406" y="2693365"/>
                  <a:ext cx="439964" cy="414788"/>
                  <a:chOff x="5275406" y="2711455"/>
                  <a:chExt cx="452949" cy="405518"/>
                </a:xfrm>
              </p:grpSpPr>
              <p:pic>
                <p:nvPicPr>
                  <p:cNvPr descr="server_rack.png" id="7064" name="Google Shape;7064;p46"/>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7065" name="Google Shape;7065;p46"/>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7066" name="Google Shape;7066;p46"/>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nvGrpSpPr>
              <p:cNvPr id="7067" name="Google Shape;7067;p46"/>
              <p:cNvGrpSpPr/>
              <p:nvPr/>
            </p:nvGrpSpPr>
            <p:grpSpPr>
              <a:xfrm>
                <a:off x="10925982" y="4369125"/>
                <a:ext cx="228295" cy="120400"/>
                <a:chOff x="7493876" y="2774731"/>
                <a:chExt cx="1481958" cy="894622"/>
              </a:xfrm>
            </p:grpSpPr>
            <p:sp>
              <p:nvSpPr>
                <p:cNvPr id="7068" name="Google Shape;7068;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069" name="Google Shape;7069;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070" name="Google Shape;7070;p46"/>
                <p:cNvGrpSpPr/>
                <p:nvPr/>
              </p:nvGrpSpPr>
              <p:grpSpPr>
                <a:xfrm>
                  <a:off x="7713663" y="2848339"/>
                  <a:ext cx="1042107" cy="425543"/>
                  <a:chOff x="7786941" y="2884917"/>
                  <a:chExt cx="897649" cy="353919"/>
                </a:xfrm>
              </p:grpSpPr>
              <p:sp>
                <p:nvSpPr>
                  <p:cNvPr id="7071" name="Google Shape;7071;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2" name="Google Shape;7072;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3" name="Google Shape;7073;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4" name="Google Shape;7074;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grpSp>
        <p:nvGrpSpPr>
          <p:cNvPr id="7075" name="Google Shape;7075;p46"/>
          <p:cNvGrpSpPr/>
          <p:nvPr/>
        </p:nvGrpSpPr>
        <p:grpSpPr>
          <a:xfrm>
            <a:off x="7380480" y="1798646"/>
            <a:ext cx="4322981" cy="3949460"/>
            <a:chOff x="11448552" y="1676017"/>
            <a:chExt cx="4322981" cy="3949460"/>
          </a:xfrm>
        </p:grpSpPr>
        <p:sp>
          <p:nvSpPr>
            <p:cNvPr id="7076" name="Google Shape;7076;p46"/>
            <p:cNvSpPr/>
            <p:nvPr/>
          </p:nvSpPr>
          <p:spPr>
            <a:xfrm>
              <a:off x="11548524" y="3627656"/>
              <a:ext cx="1007401" cy="44821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7" name="Google Shape;7077;p46"/>
            <p:cNvSpPr/>
            <p:nvPr/>
          </p:nvSpPr>
          <p:spPr>
            <a:xfrm rot="1622536">
              <a:off x="12634901" y="5270789"/>
              <a:ext cx="887739" cy="161724"/>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8" name="Google Shape;7078;p46"/>
            <p:cNvSpPr/>
            <p:nvPr/>
          </p:nvSpPr>
          <p:spPr>
            <a:xfrm>
              <a:off x="12775958" y="1847944"/>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9" name="Google Shape;7079;p46"/>
            <p:cNvSpPr/>
            <p:nvPr/>
          </p:nvSpPr>
          <p:spPr>
            <a:xfrm>
              <a:off x="12669374" y="4563454"/>
              <a:ext cx="1698836"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0" name="Google Shape;7080;p46"/>
            <p:cNvSpPr/>
            <p:nvPr/>
          </p:nvSpPr>
          <p:spPr>
            <a:xfrm>
              <a:off x="12239699" y="4881027"/>
              <a:ext cx="660040" cy="553827"/>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1" name="Google Shape;7081;p46"/>
            <p:cNvSpPr/>
            <p:nvPr/>
          </p:nvSpPr>
          <p:spPr>
            <a:xfrm>
              <a:off x="12638017" y="2106713"/>
              <a:ext cx="503074" cy="24332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2" name="Google Shape;7082;p46"/>
            <p:cNvSpPr/>
            <p:nvPr/>
          </p:nvSpPr>
          <p:spPr>
            <a:xfrm>
              <a:off x="13837524" y="5040395"/>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3" name="Google Shape;7083;p46"/>
            <p:cNvSpPr/>
            <p:nvPr/>
          </p:nvSpPr>
          <p:spPr>
            <a:xfrm rot="2528345">
              <a:off x="12297976" y="2504847"/>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4" name="Google Shape;7084;p46"/>
            <p:cNvSpPr/>
            <p:nvPr/>
          </p:nvSpPr>
          <p:spPr>
            <a:xfrm>
              <a:off x="11972286" y="1972003"/>
              <a:ext cx="612303" cy="754264"/>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5" name="Google Shape;7085;p46"/>
            <p:cNvSpPr/>
            <p:nvPr/>
          </p:nvSpPr>
          <p:spPr>
            <a:xfrm>
              <a:off x="11792971" y="1676017"/>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6" name="Google Shape;7086;p46"/>
            <p:cNvSpPr/>
            <p:nvPr/>
          </p:nvSpPr>
          <p:spPr>
            <a:xfrm>
              <a:off x="11448552" y="2167072"/>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7" name="Google Shape;7087;p46"/>
            <p:cNvSpPr/>
            <p:nvPr/>
          </p:nvSpPr>
          <p:spPr>
            <a:xfrm>
              <a:off x="11807613" y="3089587"/>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8" name="Google Shape;7088;p46"/>
            <p:cNvSpPr/>
            <p:nvPr/>
          </p:nvSpPr>
          <p:spPr>
            <a:xfrm>
              <a:off x="11461856" y="3203435"/>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9" name="Google Shape;7089;p46"/>
            <p:cNvSpPr/>
            <p:nvPr/>
          </p:nvSpPr>
          <p:spPr>
            <a:xfrm>
              <a:off x="14880961" y="3246013"/>
              <a:ext cx="81304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90" name="Google Shape;7090;p46"/>
            <p:cNvSpPr/>
            <p:nvPr/>
          </p:nvSpPr>
          <p:spPr>
            <a:xfrm>
              <a:off x="14958490" y="4026029"/>
              <a:ext cx="81304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7091" name="Google Shape;7091;p46"/>
          <p:cNvSpPr txBox="1"/>
          <p:nvPr>
            <p:ph idx="1" type="body"/>
          </p:nvPr>
        </p:nvSpPr>
        <p:spPr>
          <a:xfrm>
            <a:off x="839285" y="1424002"/>
            <a:ext cx="5823897" cy="263521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Q: How to connect end systems to edge router?</a:t>
            </a:r>
            <a:endParaRPr i="1" sz="3200">
              <a:solidFill>
                <a:srgbClr val="CC0000"/>
              </a:solidFill>
            </a:endParaRPr>
          </a:p>
          <a:p>
            <a:pPr indent="-222250" lvl="0" marL="352425" rtl="0" algn="l">
              <a:lnSpc>
                <a:spcPct val="90000"/>
              </a:lnSpc>
              <a:spcBef>
                <a:spcPts val="600"/>
              </a:spcBef>
              <a:spcAft>
                <a:spcPts val="0"/>
              </a:spcAft>
              <a:buSzPts val="1800"/>
              <a:buChar char="▪"/>
            </a:pPr>
            <a:r>
              <a:rPr lang="en-US" sz="2400"/>
              <a:t>residential access nets</a:t>
            </a:r>
            <a:endParaRPr sz="2400"/>
          </a:p>
          <a:p>
            <a:pPr indent="-222250" lvl="0" marL="352425" rtl="0" algn="l">
              <a:lnSpc>
                <a:spcPct val="90000"/>
              </a:lnSpc>
              <a:spcBef>
                <a:spcPts val="600"/>
              </a:spcBef>
              <a:spcAft>
                <a:spcPts val="0"/>
              </a:spcAft>
              <a:buSzPts val="1800"/>
              <a:buChar char="▪"/>
            </a:pPr>
            <a:r>
              <a:rPr lang="en-US" sz="2400"/>
              <a:t>institutional access networks (school, company)</a:t>
            </a:r>
            <a:endParaRPr sz="2400"/>
          </a:p>
          <a:p>
            <a:pPr indent="-222250" lvl="0" marL="352425" rtl="0" algn="l">
              <a:lnSpc>
                <a:spcPct val="90000"/>
              </a:lnSpc>
              <a:spcBef>
                <a:spcPts val="600"/>
              </a:spcBef>
              <a:spcAft>
                <a:spcPts val="0"/>
              </a:spcAft>
              <a:buSzPts val="1800"/>
              <a:buChar char="▪"/>
            </a:pPr>
            <a:r>
              <a:rPr lang="en-US" sz="2400"/>
              <a:t>mobile access networks (WiFi, 4G/5G)</a:t>
            </a:r>
            <a:endParaRPr sz="2400">
              <a:solidFill>
                <a:srgbClr val="FF0000"/>
              </a:solidFill>
            </a:endParaRPr>
          </a:p>
          <a:p>
            <a:pPr indent="0" lvl="0" marL="174625" rtl="0" algn="l">
              <a:lnSpc>
                <a:spcPct val="90000"/>
              </a:lnSpc>
              <a:spcBef>
                <a:spcPts val="1720"/>
              </a:spcBef>
              <a:spcAft>
                <a:spcPts val="0"/>
              </a:spcAft>
              <a:buSzPts val="2100"/>
              <a:buNone/>
            </a:pPr>
            <a:r>
              <a:t/>
            </a:r>
            <a:endParaRPr/>
          </a:p>
          <a:p>
            <a:pPr indent="-44450" lvl="0" marL="352425" rtl="0" algn="l">
              <a:lnSpc>
                <a:spcPct val="90000"/>
              </a:lnSpc>
              <a:spcBef>
                <a:spcPts val="1000"/>
              </a:spcBef>
              <a:spcAft>
                <a:spcPts val="0"/>
              </a:spcAft>
              <a:buSzPts val="28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96" name="Shape 7096"/>
        <p:cNvGrpSpPr/>
        <p:nvPr/>
      </p:nvGrpSpPr>
      <p:grpSpPr>
        <a:xfrm>
          <a:off x="0" y="0"/>
          <a:ext cx="0" cy="0"/>
          <a:chOff x="0" y="0"/>
          <a:chExt cx="0" cy="0"/>
        </a:xfrm>
      </p:grpSpPr>
      <p:sp>
        <p:nvSpPr>
          <p:cNvPr id="7097" name="Google Shape;7097;p47"/>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b="0" lang="en-US" sz="4800"/>
              <a:t>Access networks: cable-based access</a:t>
            </a:r>
            <a:endParaRPr b="0" sz="4800"/>
          </a:p>
        </p:txBody>
      </p:sp>
      <p:sp>
        <p:nvSpPr>
          <p:cNvPr id="7098" name="Google Shape;7098;p47"/>
          <p:cNvSpPr/>
          <p:nvPr/>
        </p:nvSpPr>
        <p:spPr>
          <a:xfrm>
            <a:off x="2097142" y="1686498"/>
            <a:ext cx="1793875" cy="92551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7099" name="Google Shape;7099;p47"/>
          <p:cNvCxnSpPr/>
          <p:nvPr/>
        </p:nvCxnSpPr>
        <p:spPr>
          <a:xfrm flipH="1" rot="10800000">
            <a:off x="2398767" y="2237361"/>
            <a:ext cx="365125" cy="1587"/>
          </a:xfrm>
          <a:prstGeom prst="straightConnector1">
            <a:avLst/>
          </a:prstGeom>
          <a:noFill/>
          <a:ln cap="flat" cmpd="sng" w="9525">
            <a:solidFill>
              <a:schemeClr val="dk1"/>
            </a:solidFill>
            <a:prstDash val="solid"/>
            <a:round/>
            <a:headEnd len="sm" w="sm" type="none"/>
            <a:tailEnd len="sm" w="sm" type="none"/>
          </a:ln>
        </p:spPr>
      </p:cxnSp>
      <p:sp>
        <p:nvSpPr>
          <p:cNvPr id="7100" name="Google Shape;7100;p47"/>
          <p:cNvSpPr txBox="1"/>
          <p:nvPr/>
        </p:nvSpPr>
        <p:spPr>
          <a:xfrm>
            <a:off x="2560692" y="2388173"/>
            <a:ext cx="774700" cy="43180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cable</a:t>
            </a:r>
            <a:endParaRPr b="0" i="0" sz="140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modem</a:t>
            </a:r>
            <a:endParaRPr b="0" i="0" sz="1400" u="none" cap="none" strike="noStrike">
              <a:solidFill>
                <a:srgbClr val="000000"/>
              </a:solidFill>
              <a:latin typeface="Arial"/>
              <a:ea typeface="Arial"/>
              <a:cs typeface="Arial"/>
              <a:sym typeface="Arial"/>
            </a:endParaRPr>
          </a:p>
        </p:txBody>
      </p:sp>
      <p:sp>
        <p:nvSpPr>
          <p:cNvPr id="7101" name="Google Shape;7101;p47"/>
          <p:cNvSpPr txBox="1"/>
          <p:nvPr/>
        </p:nvSpPr>
        <p:spPr>
          <a:xfrm>
            <a:off x="3227442" y="2389761"/>
            <a:ext cx="706438" cy="261937"/>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splitter</a:t>
            </a:r>
            <a:endParaRPr b="0" i="0" sz="1400" u="none" cap="none" strike="noStrike">
              <a:solidFill>
                <a:srgbClr val="000000"/>
              </a:solidFill>
              <a:latin typeface="Arial"/>
              <a:ea typeface="Arial"/>
              <a:cs typeface="Arial"/>
              <a:sym typeface="Arial"/>
            </a:endParaRPr>
          </a:p>
        </p:txBody>
      </p:sp>
      <p:grpSp>
        <p:nvGrpSpPr>
          <p:cNvPr id="7102" name="Google Shape;7102;p47"/>
          <p:cNvGrpSpPr/>
          <p:nvPr/>
        </p:nvGrpSpPr>
        <p:grpSpPr>
          <a:xfrm>
            <a:off x="2744842" y="2113536"/>
            <a:ext cx="614363" cy="220662"/>
            <a:chOff x="322" y="890"/>
            <a:chExt cx="872" cy="339"/>
          </a:xfrm>
        </p:grpSpPr>
        <p:sp>
          <p:nvSpPr>
            <p:cNvPr id="7103" name="Google Shape;7103;p47"/>
            <p:cNvSpPr/>
            <p:nvPr/>
          </p:nvSpPr>
          <p:spPr>
            <a:xfrm>
              <a:off x="322" y="1005"/>
              <a:ext cx="872" cy="224"/>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04" name="Google Shape;7104;p47"/>
            <p:cNvSpPr/>
            <p:nvPr/>
          </p:nvSpPr>
          <p:spPr>
            <a:xfrm>
              <a:off x="394" y="1073"/>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05" name="Google Shape;7105;p47"/>
            <p:cNvSpPr/>
            <p:nvPr/>
          </p:nvSpPr>
          <p:spPr>
            <a:xfrm>
              <a:off x="466" y="1073"/>
              <a:ext cx="56"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06" name="Google Shape;7106;p47"/>
            <p:cNvSpPr/>
            <p:nvPr/>
          </p:nvSpPr>
          <p:spPr>
            <a:xfrm>
              <a:off x="541" y="1070"/>
              <a:ext cx="56"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07" name="Google Shape;7107;p47"/>
            <p:cNvSpPr/>
            <p:nvPr/>
          </p:nvSpPr>
          <p:spPr>
            <a:xfrm>
              <a:off x="615" y="1070"/>
              <a:ext cx="56"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08" name="Google Shape;7108;p47"/>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109" name="Google Shape;7109;p47"/>
          <p:cNvSpPr/>
          <p:nvPr/>
        </p:nvSpPr>
        <p:spPr>
          <a:xfrm>
            <a:off x="1859017" y="1275336"/>
            <a:ext cx="2268538" cy="468312"/>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10" name="Google Shape;7110;p47"/>
          <p:cNvSpPr/>
          <p:nvPr/>
        </p:nvSpPr>
        <p:spPr>
          <a:xfrm>
            <a:off x="3475092" y="2175448"/>
            <a:ext cx="166688" cy="144463"/>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11" name="Google Shape;7111;p47"/>
          <p:cNvSpPr/>
          <p:nvPr/>
        </p:nvSpPr>
        <p:spPr>
          <a:xfrm>
            <a:off x="3084567" y="1730948"/>
            <a:ext cx="479425" cy="434975"/>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112" name="Google Shape;7112;p47"/>
          <p:cNvCxnSpPr/>
          <p:nvPr/>
        </p:nvCxnSpPr>
        <p:spPr>
          <a:xfrm rot="10800000">
            <a:off x="3383017" y="2237361"/>
            <a:ext cx="239713" cy="0"/>
          </a:xfrm>
          <a:prstGeom prst="straightConnector1">
            <a:avLst/>
          </a:prstGeom>
          <a:noFill/>
          <a:ln cap="flat" cmpd="sng" w="9525">
            <a:solidFill>
              <a:schemeClr val="dk1"/>
            </a:solidFill>
            <a:prstDash val="solid"/>
            <a:round/>
            <a:headEnd len="sm" w="sm" type="none"/>
            <a:tailEnd len="sm" w="sm" type="none"/>
          </a:ln>
        </p:spPr>
      </p:cxnSp>
      <p:pic>
        <p:nvPicPr>
          <p:cNvPr descr="tv" id="7113" name="Google Shape;7113;p47"/>
          <p:cNvPicPr preferRelativeResize="0"/>
          <p:nvPr/>
        </p:nvPicPr>
        <p:blipFill rotWithShape="1">
          <a:blip r:embed="rId3">
            <a:alphaModFix/>
          </a:blip>
          <a:srcRect b="0" l="0" r="0" t="0"/>
          <a:stretch/>
        </p:blipFill>
        <p:spPr>
          <a:xfrm>
            <a:off x="2640067" y="1391223"/>
            <a:ext cx="755650" cy="674688"/>
          </a:xfrm>
          <a:prstGeom prst="rect">
            <a:avLst/>
          </a:prstGeom>
          <a:noFill/>
          <a:ln>
            <a:noFill/>
          </a:ln>
        </p:spPr>
      </p:pic>
      <p:grpSp>
        <p:nvGrpSpPr>
          <p:cNvPr id="7114" name="Google Shape;7114;p47"/>
          <p:cNvGrpSpPr/>
          <p:nvPr/>
        </p:nvGrpSpPr>
        <p:grpSpPr>
          <a:xfrm>
            <a:off x="4116442" y="1505523"/>
            <a:ext cx="850900" cy="527050"/>
            <a:chOff x="-490" y="1664"/>
            <a:chExt cx="1429" cy="842"/>
          </a:xfrm>
        </p:grpSpPr>
        <p:sp>
          <p:nvSpPr>
            <p:cNvPr id="7115" name="Google Shape;7115;p47"/>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7116" name="Google Shape;7116;p47"/>
            <p:cNvGrpSpPr/>
            <p:nvPr/>
          </p:nvGrpSpPr>
          <p:grpSpPr>
            <a:xfrm>
              <a:off x="-427" y="1737"/>
              <a:ext cx="1217" cy="769"/>
              <a:chOff x="-427" y="1737"/>
              <a:chExt cx="1217" cy="769"/>
            </a:xfrm>
          </p:grpSpPr>
          <p:sp>
            <p:nvSpPr>
              <p:cNvPr id="7117" name="Google Shape;7117;p47"/>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7118" name="Google Shape;7118;p47"/>
              <p:cNvCxnSpPr/>
              <p:nvPr/>
            </p:nvCxnSpPr>
            <p:spPr>
              <a:xfrm flipH="1" rot="10800000">
                <a:off x="-150" y="2270"/>
                <a:ext cx="230" cy="1"/>
              </a:xfrm>
              <a:prstGeom prst="straightConnector1">
                <a:avLst/>
              </a:prstGeom>
              <a:noFill/>
              <a:ln cap="flat" cmpd="sng" w="9525">
                <a:solidFill>
                  <a:schemeClr val="dk1"/>
                </a:solidFill>
                <a:prstDash val="solid"/>
                <a:round/>
                <a:headEnd len="sm" w="sm" type="none"/>
                <a:tailEnd len="sm" w="sm" type="none"/>
              </a:ln>
            </p:spPr>
          </p:cxnSp>
          <p:grpSp>
            <p:nvGrpSpPr>
              <p:cNvPr id="7119" name="Google Shape;7119;p47"/>
              <p:cNvGrpSpPr/>
              <p:nvPr/>
            </p:nvGrpSpPr>
            <p:grpSpPr>
              <a:xfrm>
                <a:off x="67" y="2192"/>
                <a:ext cx="387" cy="139"/>
                <a:chOff x="320" y="890"/>
                <a:chExt cx="871" cy="339"/>
              </a:xfrm>
            </p:grpSpPr>
            <p:sp>
              <p:nvSpPr>
                <p:cNvPr id="7120" name="Google Shape;7120;p47"/>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21" name="Google Shape;7121;p47"/>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22" name="Google Shape;7122;p47"/>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23" name="Google Shape;7123;p47"/>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24" name="Google Shape;7124;p47"/>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25" name="Google Shape;7125;p47"/>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7126" name="Google Shape;7126;p47"/>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7127" name="Google Shape;7127;p47"/>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28" name="Google Shape;7128;p47"/>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129" name="Google Shape;7129;p47"/>
              <p:cNvCxnSpPr/>
              <p:nvPr/>
            </p:nvCxnSpPr>
            <p:spPr>
              <a:xfrm rot="10800000">
                <a:off x="470" y="2270"/>
                <a:ext cx="152" cy="0"/>
              </a:xfrm>
              <a:prstGeom prst="straightConnector1">
                <a:avLst/>
              </a:prstGeom>
              <a:noFill/>
              <a:ln cap="flat" cmpd="sng" w="9525">
                <a:solidFill>
                  <a:schemeClr val="dk1"/>
                </a:solidFill>
                <a:prstDash val="solid"/>
                <a:round/>
                <a:headEnd len="sm" w="sm" type="none"/>
                <a:tailEnd len="sm" w="sm" type="none"/>
              </a:ln>
            </p:spPr>
          </p:cxnSp>
          <p:pic>
            <p:nvPicPr>
              <p:cNvPr descr="tv" id="7130" name="Google Shape;7130;p47"/>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grpSp>
        <p:nvGrpSpPr>
          <p:cNvPr id="7131" name="Google Shape;7131;p47"/>
          <p:cNvGrpSpPr/>
          <p:nvPr/>
        </p:nvGrpSpPr>
        <p:grpSpPr>
          <a:xfrm>
            <a:off x="5018142" y="1499173"/>
            <a:ext cx="850900" cy="527050"/>
            <a:chOff x="-490" y="1664"/>
            <a:chExt cx="1429" cy="842"/>
          </a:xfrm>
        </p:grpSpPr>
        <p:sp>
          <p:nvSpPr>
            <p:cNvPr id="7132" name="Google Shape;7132;p47"/>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7133" name="Google Shape;7133;p47"/>
            <p:cNvGrpSpPr/>
            <p:nvPr/>
          </p:nvGrpSpPr>
          <p:grpSpPr>
            <a:xfrm>
              <a:off x="-427" y="1737"/>
              <a:ext cx="1217" cy="769"/>
              <a:chOff x="-427" y="1737"/>
              <a:chExt cx="1217" cy="769"/>
            </a:xfrm>
          </p:grpSpPr>
          <p:sp>
            <p:nvSpPr>
              <p:cNvPr id="7134" name="Google Shape;7134;p47"/>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7135" name="Google Shape;7135;p47"/>
              <p:cNvCxnSpPr/>
              <p:nvPr/>
            </p:nvCxnSpPr>
            <p:spPr>
              <a:xfrm flipH="1" rot="10800000">
                <a:off x="-150" y="2270"/>
                <a:ext cx="230" cy="1"/>
              </a:xfrm>
              <a:prstGeom prst="straightConnector1">
                <a:avLst/>
              </a:prstGeom>
              <a:noFill/>
              <a:ln cap="flat" cmpd="sng" w="9525">
                <a:solidFill>
                  <a:schemeClr val="dk1"/>
                </a:solidFill>
                <a:prstDash val="solid"/>
                <a:round/>
                <a:headEnd len="sm" w="sm" type="none"/>
                <a:tailEnd len="sm" w="sm" type="none"/>
              </a:ln>
            </p:spPr>
          </p:cxnSp>
          <p:grpSp>
            <p:nvGrpSpPr>
              <p:cNvPr id="7136" name="Google Shape;7136;p47"/>
              <p:cNvGrpSpPr/>
              <p:nvPr/>
            </p:nvGrpSpPr>
            <p:grpSpPr>
              <a:xfrm>
                <a:off x="67" y="2192"/>
                <a:ext cx="387" cy="139"/>
                <a:chOff x="320" y="890"/>
                <a:chExt cx="871" cy="339"/>
              </a:xfrm>
            </p:grpSpPr>
            <p:sp>
              <p:nvSpPr>
                <p:cNvPr id="7137" name="Google Shape;7137;p47"/>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38" name="Google Shape;7138;p47"/>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39" name="Google Shape;7139;p47"/>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40" name="Google Shape;7140;p47"/>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41" name="Google Shape;7141;p47"/>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42" name="Google Shape;7142;p47"/>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7143" name="Google Shape;7143;p47"/>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7144" name="Google Shape;7144;p47"/>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45" name="Google Shape;7145;p47"/>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146" name="Google Shape;7146;p47"/>
              <p:cNvCxnSpPr/>
              <p:nvPr/>
            </p:nvCxnSpPr>
            <p:spPr>
              <a:xfrm rot="10800000">
                <a:off x="470" y="2270"/>
                <a:ext cx="152" cy="0"/>
              </a:xfrm>
              <a:prstGeom prst="straightConnector1">
                <a:avLst/>
              </a:prstGeom>
              <a:noFill/>
              <a:ln cap="flat" cmpd="sng" w="9525">
                <a:solidFill>
                  <a:schemeClr val="dk1"/>
                </a:solidFill>
                <a:prstDash val="solid"/>
                <a:round/>
                <a:headEnd len="sm" w="sm" type="none"/>
                <a:tailEnd len="sm" w="sm" type="none"/>
              </a:ln>
            </p:spPr>
          </p:cxnSp>
          <p:pic>
            <p:nvPicPr>
              <p:cNvPr descr="tv" id="7147" name="Google Shape;7147;p47"/>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grpSp>
        <p:nvGrpSpPr>
          <p:cNvPr id="7148" name="Google Shape;7148;p47"/>
          <p:cNvGrpSpPr/>
          <p:nvPr/>
        </p:nvGrpSpPr>
        <p:grpSpPr>
          <a:xfrm>
            <a:off x="4203755" y="2345311"/>
            <a:ext cx="850900" cy="527050"/>
            <a:chOff x="-490" y="1664"/>
            <a:chExt cx="1429" cy="842"/>
          </a:xfrm>
        </p:grpSpPr>
        <p:sp>
          <p:nvSpPr>
            <p:cNvPr id="7149" name="Google Shape;7149;p47"/>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7150" name="Google Shape;7150;p47"/>
            <p:cNvGrpSpPr/>
            <p:nvPr/>
          </p:nvGrpSpPr>
          <p:grpSpPr>
            <a:xfrm>
              <a:off x="-427" y="1737"/>
              <a:ext cx="1217" cy="769"/>
              <a:chOff x="-427" y="1737"/>
              <a:chExt cx="1217" cy="769"/>
            </a:xfrm>
          </p:grpSpPr>
          <p:sp>
            <p:nvSpPr>
              <p:cNvPr id="7151" name="Google Shape;7151;p47"/>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7152" name="Google Shape;7152;p47"/>
              <p:cNvCxnSpPr/>
              <p:nvPr/>
            </p:nvCxnSpPr>
            <p:spPr>
              <a:xfrm flipH="1" rot="10800000">
                <a:off x="-150" y="2270"/>
                <a:ext cx="230" cy="1"/>
              </a:xfrm>
              <a:prstGeom prst="straightConnector1">
                <a:avLst/>
              </a:prstGeom>
              <a:noFill/>
              <a:ln cap="flat" cmpd="sng" w="9525">
                <a:solidFill>
                  <a:schemeClr val="dk1"/>
                </a:solidFill>
                <a:prstDash val="solid"/>
                <a:round/>
                <a:headEnd len="sm" w="sm" type="none"/>
                <a:tailEnd len="sm" w="sm" type="none"/>
              </a:ln>
            </p:spPr>
          </p:cxnSp>
          <p:grpSp>
            <p:nvGrpSpPr>
              <p:cNvPr id="7153" name="Google Shape;7153;p47"/>
              <p:cNvGrpSpPr/>
              <p:nvPr/>
            </p:nvGrpSpPr>
            <p:grpSpPr>
              <a:xfrm>
                <a:off x="67" y="2192"/>
                <a:ext cx="387" cy="139"/>
                <a:chOff x="320" y="890"/>
                <a:chExt cx="871" cy="339"/>
              </a:xfrm>
            </p:grpSpPr>
            <p:sp>
              <p:nvSpPr>
                <p:cNvPr id="7154" name="Google Shape;7154;p47"/>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55" name="Google Shape;7155;p47"/>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56" name="Google Shape;7156;p47"/>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57" name="Google Shape;7157;p47"/>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58" name="Google Shape;7158;p47"/>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59" name="Google Shape;7159;p47"/>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7160" name="Google Shape;7160;p47"/>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7161" name="Google Shape;7161;p47"/>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62" name="Google Shape;7162;p47"/>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163" name="Google Shape;7163;p47"/>
              <p:cNvCxnSpPr/>
              <p:nvPr/>
            </p:nvCxnSpPr>
            <p:spPr>
              <a:xfrm rot="10800000">
                <a:off x="470" y="2270"/>
                <a:ext cx="152" cy="0"/>
              </a:xfrm>
              <a:prstGeom prst="straightConnector1">
                <a:avLst/>
              </a:prstGeom>
              <a:noFill/>
              <a:ln cap="flat" cmpd="sng" w="9525">
                <a:solidFill>
                  <a:schemeClr val="dk1"/>
                </a:solidFill>
                <a:prstDash val="solid"/>
                <a:round/>
                <a:headEnd len="sm" w="sm" type="none"/>
                <a:tailEnd len="sm" w="sm" type="none"/>
              </a:ln>
            </p:spPr>
          </p:cxnSp>
          <p:pic>
            <p:nvPicPr>
              <p:cNvPr descr="tv" id="7164" name="Google Shape;7164;p47"/>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grpSp>
        <p:nvGrpSpPr>
          <p:cNvPr id="7165" name="Google Shape;7165;p47"/>
          <p:cNvGrpSpPr/>
          <p:nvPr/>
        </p:nvGrpSpPr>
        <p:grpSpPr>
          <a:xfrm>
            <a:off x="5070530" y="2354836"/>
            <a:ext cx="850900" cy="527050"/>
            <a:chOff x="-490" y="1664"/>
            <a:chExt cx="1429" cy="842"/>
          </a:xfrm>
        </p:grpSpPr>
        <p:sp>
          <p:nvSpPr>
            <p:cNvPr id="7166" name="Google Shape;7166;p47"/>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7167" name="Google Shape;7167;p47"/>
            <p:cNvGrpSpPr/>
            <p:nvPr/>
          </p:nvGrpSpPr>
          <p:grpSpPr>
            <a:xfrm>
              <a:off x="-427" y="1737"/>
              <a:ext cx="1217" cy="769"/>
              <a:chOff x="-427" y="1737"/>
              <a:chExt cx="1217" cy="769"/>
            </a:xfrm>
          </p:grpSpPr>
          <p:sp>
            <p:nvSpPr>
              <p:cNvPr id="7168" name="Google Shape;7168;p47"/>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7169" name="Google Shape;7169;p47"/>
              <p:cNvCxnSpPr/>
              <p:nvPr/>
            </p:nvCxnSpPr>
            <p:spPr>
              <a:xfrm flipH="1" rot="10800000">
                <a:off x="-150" y="2270"/>
                <a:ext cx="230" cy="1"/>
              </a:xfrm>
              <a:prstGeom prst="straightConnector1">
                <a:avLst/>
              </a:prstGeom>
              <a:noFill/>
              <a:ln cap="flat" cmpd="sng" w="9525">
                <a:solidFill>
                  <a:schemeClr val="dk1"/>
                </a:solidFill>
                <a:prstDash val="solid"/>
                <a:round/>
                <a:headEnd len="sm" w="sm" type="none"/>
                <a:tailEnd len="sm" w="sm" type="none"/>
              </a:ln>
            </p:spPr>
          </p:cxnSp>
          <p:grpSp>
            <p:nvGrpSpPr>
              <p:cNvPr id="7170" name="Google Shape;7170;p47"/>
              <p:cNvGrpSpPr/>
              <p:nvPr/>
            </p:nvGrpSpPr>
            <p:grpSpPr>
              <a:xfrm>
                <a:off x="67" y="2192"/>
                <a:ext cx="387" cy="139"/>
                <a:chOff x="320" y="890"/>
                <a:chExt cx="871" cy="339"/>
              </a:xfrm>
            </p:grpSpPr>
            <p:sp>
              <p:nvSpPr>
                <p:cNvPr id="7171" name="Google Shape;7171;p47"/>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72" name="Google Shape;7172;p47"/>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73" name="Google Shape;7173;p47"/>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74" name="Google Shape;7174;p47"/>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75" name="Google Shape;7175;p47"/>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76" name="Google Shape;7176;p47"/>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7177" name="Google Shape;7177;p47"/>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7178" name="Google Shape;7178;p47"/>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79" name="Google Shape;7179;p47"/>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180" name="Google Shape;7180;p47"/>
              <p:cNvCxnSpPr/>
              <p:nvPr/>
            </p:nvCxnSpPr>
            <p:spPr>
              <a:xfrm rot="10800000">
                <a:off x="470" y="2270"/>
                <a:ext cx="152" cy="0"/>
              </a:xfrm>
              <a:prstGeom prst="straightConnector1">
                <a:avLst/>
              </a:prstGeom>
              <a:noFill/>
              <a:ln cap="flat" cmpd="sng" w="9525">
                <a:solidFill>
                  <a:schemeClr val="dk1"/>
                </a:solidFill>
                <a:prstDash val="solid"/>
                <a:round/>
                <a:headEnd len="sm" w="sm" type="none"/>
                <a:tailEnd len="sm" w="sm" type="none"/>
              </a:ln>
            </p:spPr>
          </p:cxnSp>
          <p:pic>
            <p:nvPicPr>
              <p:cNvPr descr="tv" id="7181" name="Google Shape;7181;p47"/>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cxnSp>
        <p:nvCxnSpPr>
          <p:cNvPr id="7182" name="Google Shape;7182;p47"/>
          <p:cNvCxnSpPr/>
          <p:nvPr/>
        </p:nvCxnSpPr>
        <p:spPr>
          <a:xfrm>
            <a:off x="3657655" y="2248473"/>
            <a:ext cx="3690937" cy="0"/>
          </a:xfrm>
          <a:prstGeom prst="straightConnector1">
            <a:avLst/>
          </a:prstGeom>
          <a:noFill/>
          <a:ln cap="flat" cmpd="sng" w="19050">
            <a:solidFill>
              <a:schemeClr val="dk1"/>
            </a:solidFill>
            <a:prstDash val="solid"/>
            <a:round/>
            <a:headEnd len="sm" w="sm" type="none"/>
            <a:tailEnd len="sm" w="sm" type="none"/>
          </a:ln>
        </p:spPr>
      </p:cxnSp>
      <p:grpSp>
        <p:nvGrpSpPr>
          <p:cNvPr id="7183" name="Google Shape;7183;p47"/>
          <p:cNvGrpSpPr/>
          <p:nvPr/>
        </p:nvGrpSpPr>
        <p:grpSpPr>
          <a:xfrm>
            <a:off x="6159555" y="1507111"/>
            <a:ext cx="850900" cy="527050"/>
            <a:chOff x="-490" y="1664"/>
            <a:chExt cx="1429" cy="842"/>
          </a:xfrm>
        </p:grpSpPr>
        <p:sp>
          <p:nvSpPr>
            <p:cNvPr id="7184" name="Google Shape;7184;p47"/>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7185" name="Google Shape;7185;p47"/>
            <p:cNvGrpSpPr/>
            <p:nvPr/>
          </p:nvGrpSpPr>
          <p:grpSpPr>
            <a:xfrm>
              <a:off x="-427" y="1737"/>
              <a:ext cx="1217" cy="769"/>
              <a:chOff x="-427" y="1737"/>
              <a:chExt cx="1217" cy="769"/>
            </a:xfrm>
          </p:grpSpPr>
          <p:sp>
            <p:nvSpPr>
              <p:cNvPr id="7186" name="Google Shape;7186;p47"/>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7187" name="Google Shape;7187;p47"/>
              <p:cNvCxnSpPr/>
              <p:nvPr/>
            </p:nvCxnSpPr>
            <p:spPr>
              <a:xfrm flipH="1" rot="10800000">
                <a:off x="-150" y="2270"/>
                <a:ext cx="230" cy="1"/>
              </a:xfrm>
              <a:prstGeom prst="straightConnector1">
                <a:avLst/>
              </a:prstGeom>
              <a:noFill/>
              <a:ln cap="flat" cmpd="sng" w="9525">
                <a:solidFill>
                  <a:schemeClr val="dk1"/>
                </a:solidFill>
                <a:prstDash val="solid"/>
                <a:round/>
                <a:headEnd len="sm" w="sm" type="none"/>
                <a:tailEnd len="sm" w="sm" type="none"/>
              </a:ln>
            </p:spPr>
          </p:cxnSp>
          <p:grpSp>
            <p:nvGrpSpPr>
              <p:cNvPr id="7188" name="Google Shape;7188;p47"/>
              <p:cNvGrpSpPr/>
              <p:nvPr/>
            </p:nvGrpSpPr>
            <p:grpSpPr>
              <a:xfrm>
                <a:off x="67" y="2192"/>
                <a:ext cx="387" cy="139"/>
                <a:chOff x="320" y="890"/>
                <a:chExt cx="871" cy="339"/>
              </a:xfrm>
            </p:grpSpPr>
            <p:sp>
              <p:nvSpPr>
                <p:cNvPr id="7189" name="Google Shape;7189;p47"/>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90" name="Google Shape;7190;p47"/>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91" name="Google Shape;7191;p47"/>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92" name="Google Shape;7192;p47"/>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93" name="Google Shape;7193;p47"/>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94" name="Google Shape;7194;p47"/>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7195" name="Google Shape;7195;p47"/>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7196" name="Google Shape;7196;p47"/>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197" name="Google Shape;7197;p47"/>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198" name="Google Shape;7198;p47"/>
              <p:cNvCxnSpPr/>
              <p:nvPr/>
            </p:nvCxnSpPr>
            <p:spPr>
              <a:xfrm rot="10800000">
                <a:off x="470" y="2270"/>
                <a:ext cx="152" cy="0"/>
              </a:xfrm>
              <a:prstGeom prst="straightConnector1">
                <a:avLst/>
              </a:prstGeom>
              <a:noFill/>
              <a:ln cap="flat" cmpd="sng" w="9525">
                <a:solidFill>
                  <a:schemeClr val="dk1"/>
                </a:solidFill>
                <a:prstDash val="solid"/>
                <a:round/>
                <a:headEnd len="sm" w="sm" type="none"/>
                <a:tailEnd len="sm" w="sm" type="none"/>
              </a:ln>
            </p:spPr>
          </p:cxnSp>
          <p:pic>
            <p:nvPicPr>
              <p:cNvPr descr="tv" id="7199" name="Google Shape;7199;p47"/>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sp>
        <p:nvSpPr>
          <p:cNvPr id="7200" name="Google Shape;7200;p47"/>
          <p:cNvSpPr txBox="1"/>
          <p:nvPr/>
        </p:nvSpPr>
        <p:spPr>
          <a:xfrm>
            <a:off x="5770617" y="1576961"/>
            <a:ext cx="4889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69696"/>
              </a:buClr>
              <a:buSzPts val="2400"/>
              <a:buFont typeface="Times New Roman"/>
              <a:buNone/>
            </a:pPr>
            <a:r>
              <a:rPr b="0" i="0" lang="en-US" sz="2400" u="none" cap="none" strike="noStrike">
                <a:solidFill>
                  <a:srgbClr val="969696"/>
                </a:solidFill>
                <a:latin typeface="Times New Roman"/>
                <a:ea typeface="Times New Roman"/>
                <a:cs typeface="Times New Roman"/>
                <a:sym typeface="Times New Roman"/>
              </a:rPr>
              <a:t>…</a:t>
            </a:r>
            <a:endParaRPr b="0" i="0" sz="2400" u="none" cap="none" strike="noStrike">
              <a:solidFill>
                <a:srgbClr val="969696"/>
              </a:solidFill>
              <a:latin typeface="Times New Roman"/>
              <a:ea typeface="Times New Roman"/>
              <a:cs typeface="Times New Roman"/>
              <a:sym typeface="Times New Roman"/>
            </a:endParaRPr>
          </a:p>
        </p:txBody>
      </p:sp>
      <p:cxnSp>
        <p:nvCxnSpPr>
          <p:cNvPr id="7201" name="Google Shape;7201;p47"/>
          <p:cNvCxnSpPr/>
          <p:nvPr/>
        </p:nvCxnSpPr>
        <p:spPr>
          <a:xfrm flipH="1">
            <a:off x="4751442" y="1918273"/>
            <a:ext cx="3175" cy="333375"/>
          </a:xfrm>
          <a:prstGeom prst="straightConnector1">
            <a:avLst/>
          </a:prstGeom>
          <a:noFill/>
          <a:ln cap="flat" cmpd="sng" w="9525">
            <a:solidFill>
              <a:schemeClr val="dk1"/>
            </a:solidFill>
            <a:prstDash val="solid"/>
            <a:round/>
            <a:headEnd len="sm" w="sm" type="none"/>
            <a:tailEnd len="sm" w="sm" type="none"/>
          </a:ln>
        </p:spPr>
      </p:cxnSp>
      <p:cxnSp>
        <p:nvCxnSpPr>
          <p:cNvPr id="7202" name="Google Shape;7202;p47"/>
          <p:cNvCxnSpPr/>
          <p:nvPr/>
        </p:nvCxnSpPr>
        <p:spPr>
          <a:xfrm flipH="1">
            <a:off x="5656317" y="1918273"/>
            <a:ext cx="3175" cy="333375"/>
          </a:xfrm>
          <a:prstGeom prst="straightConnector1">
            <a:avLst/>
          </a:prstGeom>
          <a:noFill/>
          <a:ln cap="flat" cmpd="sng" w="9525">
            <a:solidFill>
              <a:schemeClr val="dk1"/>
            </a:solidFill>
            <a:prstDash val="solid"/>
            <a:round/>
            <a:headEnd len="sm" w="sm" type="none"/>
            <a:tailEnd len="sm" w="sm" type="none"/>
          </a:ln>
        </p:spPr>
      </p:cxnSp>
      <p:cxnSp>
        <p:nvCxnSpPr>
          <p:cNvPr id="7203" name="Google Shape;7203;p47"/>
          <p:cNvCxnSpPr/>
          <p:nvPr/>
        </p:nvCxnSpPr>
        <p:spPr>
          <a:xfrm flipH="1">
            <a:off x="6792967" y="1918273"/>
            <a:ext cx="3175" cy="333375"/>
          </a:xfrm>
          <a:prstGeom prst="straightConnector1">
            <a:avLst/>
          </a:prstGeom>
          <a:noFill/>
          <a:ln cap="flat" cmpd="sng" w="9525">
            <a:solidFill>
              <a:schemeClr val="dk1"/>
            </a:solidFill>
            <a:prstDash val="solid"/>
            <a:round/>
            <a:headEnd len="sm" w="sm" type="none"/>
            <a:tailEnd len="sm" w="sm" type="none"/>
          </a:ln>
        </p:spPr>
      </p:cxnSp>
      <p:sp>
        <p:nvSpPr>
          <p:cNvPr id="7204" name="Google Shape;7204;p47"/>
          <p:cNvSpPr/>
          <p:nvPr/>
        </p:nvSpPr>
        <p:spPr>
          <a:xfrm>
            <a:off x="5742042" y="2254823"/>
            <a:ext cx="127000" cy="476250"/>
          </a:xfrm>
          <a:custGeom>
            <a:rect b="b" l="l" r="r" t="t"/>
            <a:pathLst>
              <a:path extrusionOk="0" h="300" w="80">
                <a:moveTo>
                  <a:pt x="0" y="300"/>
                </a:moveTo>
                <a:lnTo>
                  <a:pt x="80" y="300"/>
                </a:lnTo>
                <a:lnTo>
                  <a:pt x="80" y="0"/>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05" name="Google Shape;7205;p47"/>
          <p:cNvSpPr/>
          <p:nvPr/>
        </p:nvSpPr>
        <p:spPr>
          <a:xfrm>
            <a:off x="4875267" y="2248473"/>
            <a:ext cx="127000" cy="476250"/>
          </a:xfrm>
          <a:custGeom>
            <a:rect b="b" l="l" r="r" t="t"/>
            <a:pathLst>
              <a:path extrusionOk="0" h="300" w="80">
                <a:moveTo>
                  <a:pt x="0" y="300"/>
                </a:moveTo>
                <a:lnTo>
                  <a:pt x="80" y="300"/>
                </a:lnTo>
                <a:lnTo>
                  <a:pt x="80" y="0"/>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06" name="Google Shape;7206;p47"/>
          <p:cNvSpPr/>
          <p:nvPr/>
        </p:nvSpPr>
        <p:spPr>
          <a:xfrm>
            <a:off x="7086655" y="1823023"/>
            <a:ext cx="955675" cy="700088"/>
          </a:xfrm>
          <a:prstGeom prst="rect">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7207" name="Google Shape;7207;p47"/>
          <p:cNvSpPr txBox="1"/>
          <p:nvPr/>
        </p:nvSpPr>
        <p:spPr>
          <a:xfrm>
            <a:off x="6597705" y="1286448"/>
            <a:ext cx="1925637" cy="296863"/>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cable headend</a:t>
            </a:r>
            <a:endParaRPr b="0" i="0" sz="1600" u="none" cap="none" strike="noStrike">
              <a:solidFill>
                <a:srgbClr val="000000"/>
              </a:solidFill>
              <a:latin typeface="Arial"/>
              <a:ea typeface="Arial"/>
              <a:cs typeface="Arial"/>
              <a:sym typeface="Arial"/>
            </a:endParaRPr>
          </a:p>
        </p:txBody>
      </p:sp>
      <p:sp>
        <p:nvSpPr>
          <p:cNvPr id="7208" name="Google Shape;7208;p47"/>
          <p:cNvSpPr/>
          <p:nvPr/>
        </p:nvSpPr>
        <p:spPr>
          <a:xfrm>
            <a:off x="7343830" y="2005586"/>
            <a:ext cx="330200" cy="454025"/>
          </a:xfrm>
          <a:custGeom>
            <a:rect b="b" l="l" r="r" t="t"/>
            <a:pathLst>
              <a:path extrusionOk="0" h="412" w="318">
                <a:moveTo>
                  <a:pt x="0" y="412"/>
                </a:moveTo>
                <a:lnTo>
                  <a:pt x="3" y="1"/>
                </a:lnTo>
                <a:lnTo>
                  <a:pt x="74" y="0"/>
                </a:lnTo>
                <a:lnTo>
                  <a:pt x="254" y="111"/>
                </a:lnTo>
                <a:lnTo>
                  <a:pt x="318" y="115"/>
                </a:lnTo>
                <a:lnTo>
                  <a:pt x="318" y="308"/>
                </a:lnTo>
                <a:lnTo>
                  <a:pt x="246" y="308"/>
                </a:lnTo>
                <a:lnTo>
                  <a:pt x="74" y="412"/>
                </a:lnTo>
                <a:lnTo>
                  <a:pt x="0" y="412"/>
                </a:lnTo>
                <a:close/>
              </a:path>
            </a:pathLst>
          </a:custGeom>
          <a:gradFill>
            <a:gsLst>
              <a:gs pos="0">
                <a:schemeClr val="lt1"/>
              </a:gs>
              <a:gs pos="100000">
                <a:srgbClr val="8DA9DB"/>
              </a:gs>
            </a:gsLst>
            <a:lin ang="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09" name="Google Shape;7209;p47"/>
          <p:cNvSpPr/>
          <p:nvPr/>
        </p:nvSpPr>
        <p:spPr>
          <a:xfrm>
            <a:off x="7345417" y="1940498"/>
            <a:ext cx="366713" cy="406400"/>
          </a:xfrm>
          <a:custGeom>
            <a:rect b="b" l="l" r="r" t="t"/>
            <a:pathLst>
              <a:path extrusionOk="0" h="369" w="353">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2F5496"/>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210" name="Google Shape;7210;p47"/>
          <p:cNvCxnSpPr/>
          <p:nvPr/>
        </p:nvCxnSpPr>
        <p:spPr>
          <a:xfrm flipH="1">
            <a:off x="7670855" y="2064323"/>
            <a:ext cx="34925" cy="68263"/>
          </a:xfrm>
          <a:prstGeom prst="straightConnector1">
            <a:avLst/>
          </a:prstGeom>
          <a:noFill/>
          <a:ln cap="flat" cmpd="sng" w="9525">
            <a:solidFill>
              <a:schemeClr val="dk1"/>
            </a:solidFill>
            <a:prstDash val="solid"/>
            <a:round/>
            <a:headEnd len="sm" w="sm" type="none"/>
            <a:tailEnd len="sm" w="sm" type="none"/>
          </a:ln>
        </p:spPr>
      </p:cxnSp>
      <p:cxnSp>
        <p:nvCxnSpPr>
          <p:cNvPr id="7211" name="Google Shape;7211;p47"/>
          <p:cNvCxnSpPr/>
          <p:nvPr/>
        </p:nvCxnSpPr>
        <p:spPr>
          <a:xfrm>
            <a:off x="7372405" y="2235773"/>
            <a:ext cx="268287" cy="0"/>
          </a:xfrm>
          <a:prstGeom prst="straightConnector1">
            <a:avLst/>
          </a:prstGeom>
          <a:noFill/>
          <a:ln cap="flat" cmpd="sng" w="9525">
            <a:solidFill>
              <a:schemeClr val="dk1"/>
            </a:solidFill>
            <a:prstDash val="solid"/>
            <a:round/>
            <a:headEnd len="sm" w="sm" type="none"/>
            <a:tailEnd len="med" w="med" type="triangle"/>
          </a:ln>
        </p:spPr>
      </p:cxnSp>
      <p:sp>
        <p:nvSpPr>
          <p:cNvPr id="7212" name="Google Shape;7212;p47"/>
          <p:cNvSpPr/>
          <p:nvPr/>
        </p:nvSpPr>
        <p:spPr>
          <a:xfrm>
            <a:off x="7366055" y="2059561"/>
            <a:ext cx="274637" cy="115887"/>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13" name="Google Shape;7213;p47"/>
          <p:cNvSpPr/>
          <p:nvPr/>
        </p:nvSpPr>
        <p:spPr>
          <a:xfrm flipH="1" rot="10800000">
            <a:off x="7366055" y="2296098"/>
            <a:ext cx="274637" cy="114300"/>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14" name="Google Shape;7214;p47"/>
          <p:cNvSpPr/>
          <p:nvPr/>
        </p:nvSpPr>
        <p:spPr>
          <a:xfrm>
            <a:off x="6946955" y="1559498"/>
            <a:ext cx="1206500" cy="261938"/>
          </a:xfrm>
          <a:prstGeom prst="triangle">
            <a:avLst>
              <a:gd fmla="val 50000" name="adj"/>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7215" name="Google Shape;7215;p47"/>
          <p:cNvGrpSpPr/>
          <p:nvPr/>
        </p:nvGrpSpPr>
        <p:grpSpPr>
          <a:xfrm>
            <a:off x="2000305" y="1964311"/>
            <a:ext cx="609600" cy="609600"/>
            <a:chOff x="-44" y="1473"/>
            <a:chExt cx="981" cy="1105"/>
          </a:xfrm>
        </p:grpSpPr>
        <p:pic>
          <p:nvPicPr>
            <p:cNvPr descr="desktop_computer_stylized_medium" id="7216" name="Google Shape;7216;p47"/>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7217" name="Google Shape;7217;p4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2" name="Shape 7222"/>
        <p:cNvGrpSpPr/>
        <p:nvPr/>
      </p:nvGrpSpPr>
      <p:grpSpPr>
        <a:xfrm>
          <a:off x="0" y="0"/>
          <a:ext cx="0" cy="0"/>
          <a:chOff x="0" y="0"/>
          <a:chExt cx="0" cy="0"/>
        </a:xfrm>
      </p:grpSpPr>
      <p:sp>
        <p:nvSpPr>
          <p:cNvPr id="7223" name="Google Shape;7223;p48"/>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b="0" lang="en-US" sz="5400"/>
              <a:t>Access networks: home networks</a:t>
            </a:r>
            <a:endParaRPr b="0" sz="5400"/>
          </a:p>
        </p:txBody>
      </p:sp>
      <p:sp>
        <p:nvSpPr>
          <p:cNvPr id="7224" name="Google Shape;7224;p48"/>
          <p:cNvSpPr/>
          <p:nvPr/>
        </p:nvSpPr>
        <p:spPr>
          <a:xfrm>
            <a:off x="2624905" y="1540065"/>
            <a:ext cx="5649912" cy="768350"/>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7225" name="Google Shape;7225;p48"/>
          <p:cNvSpPr txBox="1"/>
          <p:nvPr/>
        </p:nvSpPr>
        <p:spPr>
          <a:xfrm>
            <a:off x="8542942" y="3493569"/>
            <a:ext cx="2897188" cy="722955"/>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to/from headend or central office</a:t>
            </a:r>
            <a:endParaRPr b="0" i="0" sz="2400" u="none" cap="none" strike="noStrike">
              <a:solidFill>
                <a:srgbClr val="000000"/>
              </a:solidFill>
              <a:latin typeface="Calibri"/>
              <a:ea typeface="Calibri"/>
              <a:cs typeface="Calibri"/>
              <a:sym typeface="Calibri"/>
            </a:endParaRPr>
          </a:p>
        </p:txBody>
      </p:sp>
      <p:sp>
        <p:nvSpPr>
          <p:cNvPr id="7226" name="Google Shape;7226;p48"/>
          <p:cNvSpPr/>
          <p:nvPr/>
        </p:nvSpPr>
        <p:spPr>
          <a:xfrm>
            <a:off x="3059880" y="2294128"/>
            <a:ext cx="4781550" cy="26622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7227" name="Google Shape;7227;p48"/>
          <p:cNvGrpSpPr/>
          <p:nvPr/>
        </p:nvGrpSpPr>
        <p:grpSpPr>
          <a:xfrm>
            <a:off x="6158680" y="3633978"/>
            <a:ext cx="3000375" cy="361950"/>
            <a:chOff x="2434" y="2109"/>
            <a:chExt cx="1890" cy="228"/>
          </a:xfrm>
        </p:grpSpPr>
        <p:grpSp>
          <p:nvGrpSpPr>
            <p:cNvPr id="7228" name="Google Shape;7228;p48"/>
            <p:cNvGrpSpPr/>
            <p:nvPr/>
          </p:nvGrpSpPr>
          <p:grpSpPr>
            <a:xfrm>
              <a:off x="2722" y="2109"/>
              <a:ext cx="642" cy="228"/>
              <a:chOff x="322" y="890"/>
              <a:chExt cx="872" cy="339"/>
            </a:xfrm>
          </p:grpSpPr>
          <p:sp>
            <p:nvSpPr>
              <p:cNvPr id="7229" name="Google Shape;7229;p48"/>
              <p:cNvSpPr/>
              <p:nvPr/>
            </p:nvSpPr>
            <p:spPr>
              <a:xfrm>
                <a:off x="323" y="1004"/>
                <a:ext cx="871" cy="225"/>
              </a:xfrm>
              <a:prstGeom prst="rect">
                <a:avLst/>
              </a:pr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7230" name="Google Shape;7230;p48"/>
              <p:cNvSpPr/>
              <p:nvPr/>
            </p:nvSpPr>
            <p:spPr>
              <a:xfrm>
                <a:off x="393" y="1073"/>
                <a:ext cx="57"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7231" name="Google Shape;7231;p48"/>
              <p:cNvSpPr/>
              <p:nvPr/>
            </p:nvSpPr>
            <p:spPr>
              <a:xfrm>
                <a:off x="467" y="1073"/>
                <a:ext cx="56" cy="57"/>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7232" name="Google Shape;7232;p48"/>
              <p:cNvSpPr/>
              <p:nvPr/>
            </p:nvSpPr>
            <p:spPr>
              <a:xfrm>
                <a:off x="541" y="1071"/>
                <a:ext cx="56" cy="5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7233" name="Google Shape;7233;p48"/>
              <p:cNvSpPr/>
              <p:nvPr/>
            </p:nvSpPr>
            <p:spPr>
              <a:xfrm>
                <a:off x="615" y="1071"/>
                <a:ext cx="56" cy="5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7234" name="Google Shape;7234;p48"/>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cxnSp>
          <p:nvCxnSpPr>
            <p:cNvPr id="7235" name="Google Shape;7235;p48"/>
            <p:cNvCxnSpPr/>
            <p:nvPr/>
          </p:nvCxnSpPr>
          <p:spPr>
            <a:xfrm rot="10800000">
              <a:off x="3361" y="2258"/>
              <a:ext cx="963" cy="0"/>
            </a:xfrm>
            <a:prstGeom prst="straightConnector1">
              <a:avLst/>
            </a:prstGeom>
            <a:noFill/>
            <a:ln cap="flat" cmpd="sng" w="25400">
              <a:solidFill>
                <a:schemeClr val="dk1"/>
              </a:solidFill>
              <a:prstDash val="solid"/>
              <a:round/>
              <a:headEnd len="sm" w="sm" type="none"/>
              <a:tailEnd len="sm" w="sm" type="none"/>
            </a:ln>
          </p:spPr>
        </p:cxnSp>
        <p:cxnSp>
          <p:nvCxnSpPr>
            <p:cNvPr id="7236" name="Google Shape;7236;p48"/>
            <p:cNvCxnSpPr/>
            <p:nvPr/>
          </p:nvCxnSpPr>
          <p:spPr>
            <a:xfrm rot="10800000">
              <a:off x="2434" y="2261"/>
              <a:ext cx="288" cy="0"/>
            </a:xfrm>
            <a:prstGeom prst="straightConnector1">
              <a:avLst/>
            </a:prstGeom>
            <a:noFill/>
            <a:ln cap="flat" cmpd="sng" w="25400">
              <a:solidFill>
                <a:schemeClr val="dk1"/>
              </a:solidFill>
              <a:prstDash val="solid"/>
              <a:round/>
              <a:headEnd len="sm" w="sm" type="none"/>
              <a:tailEnd len="sm" w="sm" type="none"/>
            </a:ln>
          </p:spPr>
        </p:cxnSp>
      </p:grpSp>
      <p:cxnSp>
        <p:nvCxnSpPr>
          <p:cNvPr id="7237" name="Google Shape;7237;p48"/>
          <p:cNvCxnSpPr/>
          <p:nvPr/>
        </p:nvCxnSpPr>
        <p:spPr>
          <a:xfrm rot="10800000">
            <a:off x="4306067" y="3845115"/>
            <a:ext cx="822325" cy="0"/>
          </a:xfrm>
          <a:prstGeom prst="straightConnector1">
            <a:avLst/>
          </a:prstGeom>
          <a:noFill/>
          <a:ln cap="flat" cmpd="sng" w="25400">
            <a:solidFill>
              <a:schemeClr val="dk1"/>
            </a:solidFill>
            <a:prstDash val="solid"/>
            <a:round/>
            <a:headEnd len="sm" w="sm" type="none"/>
            <a:tailEnd len="sm" w="sm" type="none"/>
          </a:ln>
        </p:spPr>
      </p:cxnSp>
      <p:grpSp>
        <p:nvGrpSpPr>
          <p:cNvPr id="7238" name="Google Shape;7238;p48"/>
          <p:cNvGrpSpPr/>
          <p:nvPr/>
        </p:nvGrpSpPr>
        <p:grpSpPr>
          <a:xfrm>
            <a:off x="3685355" y="3265678"/>
            <a:ext cx="1068387" cy="820737"/>
            <a:chOff x="2967" y="478"/>
            <a:chExt cx="788" cy="625"/>
          </a:xfrm>
        </p:grpSpPr>
        <p:pic>
          <p:nvPicPr>
            <p:cNvPr descr="access_point_stylized_small" id="7239" name="Google Shape;7239;p48"/>
            <p:cNvPicPr preferRelativeResize="0"/>
            <p:nvPr/>
          </p:nvPicPr>
          <p:blipFill rotWithShape="1">
            <a:blip r:embed="rId3">
              <a:alphaModFix/>
            </a:blip>
            <a:srcRect b="0" l="0" r="0" t="0"/>
            <a:stretch/>
          </p:blipFill>
          <p:spPr>
            <a:xfrm>
              <a:off x="3012" y="559"/>
              <a:ext cx="576" cy="544"/>
            </a:xfrm>
            <a:prstGeom prst="rect">
              <a:avLst/>
            </a:prstGeom>
            <a:noFill/>
            <a:ln>
              <a:noFill/>
            </a:ln>
          </p:spPr>
        </p:pic>
        <p:pic>
          <p:nvPicPr>
            <p:cNvPr descr="antenna_radiation_stylized" id="7240" name="Google Shape;7240;p48"/>
            <p:cNvPicPr preferRelativeResize="0"/>
            <p:nvPr/>
          </p:nvPicPr>
          <p:blipFill rotWithShape="1">
            <a:blip r:embed="rId4">
              <a:alphaModFix/>
            </a:blip>
            <a:srcRect b="0" l="0" r="0" t="0"/>
            <a:stretch/>
          </p:blipFill>
          <p:spPr>
            <a:xfrm>
              <a:off x="2967" y="478"/>
              <a:ext cx="788" cy="188"/>
            </a:xfrm>
            <a:prstGeom prst="rect">
              <a:avLst/>
            </a:prstGeom>
            <a:noFill/>
            <a:ln>
              <a:noFill/>
            </a:ln>
          </p:spPr>
        </p:pic>
      </p:grpSp>
      <p:cxnSp>
        <p:nvCxnSpPr>
          <p:cNvPr id="7241" name="Google Shape;7241;p48"/>
          <p:cNvCxnSpPr/>
          <p:nvPr/>
        </p:nvCxnSpPr>
        <p:spPr>
          <a:xfrm rot="10800000">
            <a:off x="5632155" y="3109101"/>
            <a:ext cx="0" cy="468312"/>
          </a:xfrm>
          <a:prstGeom prst="straightConnector1">
            <a:avLst/>
          </a:prstGeom>
          <a:noFill/>
          <a:ln cap="flat" cmpd="sng" w="25400">
            <a:solidFill>
              <a:schemeClr val="dk1"/>
            </a:solidFill>
            <a:prstDash val="solid"/>
            <a:round/>
            <a:headEnd len="sm" w="sm" type="none"/>
            <a:tailEnd len="sm" w="sm" type="none"/>
          </a:ln>
        </p:spPr>
      </p:cxnSp>
      <p:grpSp>
        <p:nvGrpSpPr>
          <p:cNvPr id="7242" name="Google Shape;7242;p48"/>
          <p:cNvGrpSpPr/>
          <p:nvPr/>
        </p:nvGrpSpPr>
        <p:grpSpPr>
          <a:xfrm>
            <a:off x="7196905" y="4084827"/>
            <a:ext cx="2527300" cy="1298574"/>
            <a:chOff x="3355" y="2333"/>
            <a:chExt cx="1592" cy="818"/>
          </a:xfrm>
        </p:grpSpPr>
        <p:sp>
          <p:nvSpPr>
            <p:cNvPr id="7243" name="Google Shape;7243;p48"/>
            <p:cNvSpPr txBox="1"/>
            <p:nvPr/>
          </p:nvSpPr>
          <p:spPr>
            <a:xfrm>
              <a:off x="3355" y="2934"/>
              <a:ext cx="1592" cy="217"/>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cable or DSL modem</a:t>
              </a:r>
              <a:endParaRPr b="0" i="0" sz="2000" u="none" cap="none" strike="noStrike">
                <a:solidFill>
                  <a:srgbClr val="000000"/>
                </a:solidFill>
                <a:latin typeface="Calibri"/>
                <a:ea typeface="Calibri"/>
                <a:cs typeface="Calibri"/>
                <a:sym typeface="Calibri"/>
              </a:endParaRPr>
            </a:p>
          </p:txBody>
        </p:sp>
        <p:cxnSp>
          <p:nvCxnSpPr>
            <p:cNvPr id="7244" name="Google Shape;7244;p48"/>
            <p:cNvCxnSpPr/>
            <p:nvPr/>
          </p:nvCxnSpPr>
          <p:spPr>
            <a:xfrm>
              <a:off x="3449" y="2333"/>
              <a:ext cx="0" cy="590"/>
            </a:xfrm>
            <a:prstGeom prst="straightConnector1">
              <a:avLst/>
            </a:prstGeom>
            <a:noFill/>
            <a:ln cap="flat" cmpd="sng" w="19050">
              <a:solidFill>
                <a:srgbClr val="CC0000"/>
              </a:solidFill>
              <a:prstDash val="solid"/>
              <a:round/>
              <a:headEnd len="sm" w="sm" type="none"/>
              <a:tailEnd len="sm" w="sm" type="none"/>
            </a:ln>
          </p:spPr>
        </p:cxnSp>
      </p:grpSp>
      <p:grpSp>
        <p:nvGrpSpPr>
          <p:cNvPr id="7245" name="Google Shape;7245;p48"/>
          <p:cNvGrpSpPr/>
          <p:nvPr/>
        </p:nvGrpSpPr>
        <p:grpSpPr>
          <a:xfrm>
            <a:off x="5931667" y="4076891"/>
            <a:ext cx="2593975" cy="1811338"/>
            <a:chOff x="2558" y="2328"/>
            <a:chExt cx="1634" cy="1141"/>
          </a:xfrm>
        </p:grpSpPr>
        <p:sp>
          <p:nvSpPr>
            <p:cNvPr id="7246" name="Google Shape;7246;p48"/>
            <p:cNvSpPr txBox="1"/>
            <p:nvPr/>
          </p:nvSpPr>
          <p:spPr>
            <a:xfrm>
              <a:off x="2558" y="3252"/>
              <a:ext cx="1634" cy="217"/>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router, firewall, NAT</a:t>
              </a:r>
              <a:endParaRPr b="0" i="0" sz="2000" u="none" cap="none" strike="noStrike">
                <a:solidFill>
                  <a:srgbClr val="000000"/>
                </a:solidFill>
                <a:latin typeface="Calibri"/>
                <a:ea typeface="Calibri"/>
                <a:cs typeface="Calibri"/>
                <a:sym typeface="Calibri"/>
              </a:endParaRPr>
            </a:p>
          </p:txBody>
        </p:sp>
        <p:cxnSp>
          <p:nvCxnSpPr>
            <p:cNvPr id="7247" name="Google Shape;7247;p48"/>
            <p:cNvCxnSpPr/>
            <p:nvPr/>
          </p:nvCxnSpPr>
          <p:spPr>
            <a:xfrm>
              <a:off x="2645" y="2328"/>
              <a:ext cx="0" cy="938"/>
            </a:xfrm>
            <a:prstGeom prst="straightConnector1">
              <a:avLst/>
            </a:prstGeom>
            <a:noFill/>
            <a:ln cap="flat" cmpd="sng" w="19050">
              <a:solidFill>
                <a:srgbClr val="CC0000"/>
              </a:solidFill>
              <a:prstDash val="solid"/>
              <a:round/>
              <a:headEnd len="sm" w="sm" type="none"/>
              <a:tailEnd len="sm" w="sm" type="none"/>
            </a:ln>
          </p:spPr>
        </p:cxnSp>
      </p:grpSp>
      <p:grpSp>
        <p:nvGrpSpPr>
          <p:cNvPr id="7248" name="Google Shape;7248;p48"/>
          <p:cNvGrpSpPr/>
          <p:nvPr/>
        </p:nvGrpSpPr>
        <p:grpSpPr>
          <a:xfrm>
            <a:off x="5476055" y="4957952"/>
            <a:ext cx="2927350" cy="1425205"/>
            <a:chOff x="2062" y="2532"/>
            <a:chExt cx="1844" cy="1239"/>
          </a:xfrm>
        </p:grpSpPr>
        <p:cxnSp>
          <p:nvCxnSpPr>
            <p:cNvPr id="7249" name="Google Shape;7249;p48"/>
            <p:cNvCxnSpPr/>
            <p:nvPr/>
          </p:nvCxnSpPr>
          <p:spPr>
            <a:xfrm>
              <a:off x="2064" y="2532"/>
              <a:ext cx="0" cy="938"/>
            </a:xfrm>
            <a:prstGeom prst="straightConnector1">
              <a:avLst/>
            </a:prstGeom>
            <a:noFill/>
            <a:ln cap="flat" cmpd="sng" w="19050">
              <a:solidFill>
                <a:srgbClr val="CC0000"/>
              </a:solidFill>
              <a:prstDash val="solid"/>
              <a:round/>
              <a:headEnd len="sm" w="sm" type="none"/>
              <a:tailEnd len="sm" w="sm" type="none"/>
            </a:ln>
          </p:spPr>
        </p:cxnSp>
        <p:sp>
          <p:nvSpPr>
            <p:cNvPr id="7250" name="Google Shape;7250;p48"/>
            <p:cNvSpPr txBox="1"/>
            <p:nvPr/>
          </p:nvSpPr>
          <p:spPr>
            <a:xfrm>
              <a:off x="2062" y="3471"/>
              <a:ext cx="1844" cy="30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wired Ethernet (1 Gbps)</a:t>
              </a:r>
              <a:endParaRPr b="0" i="0" sz="2000" u="none" cap="none" strike="noStrike">
                <a:solidFill>
                  <a:srgbClr val="000000"/>
                </a:solidFill>
                <a:latin typeface="Calibri"/>
                <a:ea typeface="Calibri"/>
                <a:cs typeface="Calibri"/>
                <a:sym typeface="Calibri"/>
              </a:endParaRPr>
            </a:p>
          </p:txBody>
        </p:sp>
      </p:grpSp>
      <p:grpSp>
        <p:nvGrpSpPr>
          <p:cNvPr id="7251" name="Google Shape;7251;p48"/>
          <p:cNvGrpSpPr/>
          <p:nvPr/>
        </p:nvGrpSpPr>
        <p:grpSpPr>
          <a:xfrm>
            <a:off x="1907355" y="4107051"/>
            <a:ext cx="2354262" cy="2103436"/>
            <a:chOff x="23" y="2347"/>
            <a:chExt cx="1483" cy="1325"/>
          </a:xfrm>
        </p:grpSpPr>
        <p:cxnSp>
          <p:nvCxnSpPr>
            <p:cNvPr id="7252" name="Google Shape;7252;p48"/>
            <p:cNvCxnSpPr/>
            <p:nvPr/>
          </p:nvCxnSpPr>
          <p:spPr>
            <a:xfrm>
              <a:off x="1360" y="2347"/>
              <a:ext cx="0" cy="938"/>
            </a:xfrm>
            <a:prstGeom prst="straightConnector1">
              <a:avLst/>
            </a:prstGeom>
            <a:noFill/>
            <a:ln cap="flat" cmpd="sng" w="19050">
              <a:solidFill>
                <a:srgbClr val="CC0000"/>
              </a:solidFill>
              <a:prstDash val="solid"/>
              <a:round/>
              <a:headEnd len="sm" w="sm" type="none"/>
              <a:tailEnd len="sm" w="sm" type="none"/>
            </a:ln>
          </p:spPr>
        </p:cxnSp>
        <p:sp>
          <p:nvSpPr>
            <p:cNvPr id="7253" name="Google Shape;7253;p48"/>
            <p:cNvSpPr txBox="1"/>
            <p:nvPr/>
          </p:nvSpPr>
          <p:spPr>
            <a:xfrm>
              <a:off x="23" y="3300"/>
              <a:ext cx="1483" cy="372"/>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WiFi wireless access </a:t>
              </a:r>
              <a:endParaRPr b="0" i="0" sz="2000" u="none" cap="none" strike="noStrike">
                <a:solidFill>
                  <a:srgbClr val="000000"/>
                </a:solidFill>
                <a:latin typeface="Calibri"/>
                <a:ea typeface="Calibri"/>
                <a:cs typeface="Calibri"/>
                <a:sym typeface="Calibri"/>
              </a:endParaRPr>
            </a:p>
            <a:p>
              <a:pPr indent="0" lvl="0" marL="0" marR="0" rtl="0" algn="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point (54, 450 Mbps)</a:t>
              </a:r>
              <a:endParaRPr b="0" i="0" sz="2000" u="none" cap="none" strike="noStrike">
                <a:solidFill>
                  <a:srgbClr val="000000"/>
                </a:solidFill>
                <a:latin typeface="Calibri"/>
                <a:ea typeface="Calibri"/>
                <a:cs typeface="Calibri"/>
                <a:sym typeface="Calibri"/>
              </a:endParaRPr>
            </a:p>
          </p:txBody>
        </p:sp>
      </p:grpSp>
      <p:sp>
        <p:nvSpPr>
          <p:cNvPr id="7254" name="Google Shape;7254;p48"/>
          <p:cNvSpPr txBox="1"/>
          <p:nvPr/>
        </p:nvSpPr>
        <p:spPr>
          <a:xfrm>
            <a:off x="2285961" y="1599824"/>
            <a:ext cx="2569871" cy="7571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Wireless and wired</a:t>
            </a:r>
            <a:endParaRPr b="0" i="0" sz="24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devices</a:t>
            </a:r>
            <a:endParaRPr b="0" i="0" sz="2400" u="none" cap="none" strike="noStrike">
              <a:solidFill>
                <a:srgbClr val="000000"/>
              </a:solidFill>
              <a:latin typeface="Calibri"/>
              <a:ea typeface="Calibri"/>
              <a:cs typeface="Calibri"/>
              <a:sym typeface="Calibri"/>
            </a:endParaRPr>
          </a:p>
        </p:txBody>
      </p:sp>
      <p:grpSp>
        <p:nvGrpSpPr>
          <p:cNvPr id="7255" name="Google Shape;7255;p48"/>
          <p:cNvGrpSpPr/>
          <p:nvPr/>
        </p:nvGrpSpPr>
        <p:grpSpPr>
          <a:xfrm>
            <a:off x="3255142" y="2335403"/>
            <a:ext cx="733425" cy="758825"/>
            <a:chOff x="2751" y="1851"/>
            <a:chExt cx="462" cy="478"/>
          </a:xfrm>
        </p:grpSpPr>
        <p:pic>
          <p:nvPicPr>
            <p:cNvPr descr="iphone_stylized_small" id="7256" name="Google Shape;7256;p48"/>
            <p:cNvPicPr preferRelativeResize="0"/>
            <p:nvPr/>
          </p:nvPicPr>
          <p:blipFill rotWithShape="1">
            <a:blip r:embed="rId5">
              <a:alphaModFix/>
            </a:blip>
            <a:srcRect b="0" l="0" r="0" t="0"/>
            <a:stretch/>
          </p:blipFill>
          <p:spPr>
            <a:xfrm>
              <a:off x="2928" y="1922"/>
              <a:ext cx="152" cy="407"/>
            </a:xfrm>
            <a:prstGeom prst="rect">
              <a:avLst/>
            </a:prstGeom>
            <a:noFill/>
            <a:ln>
              <a:noFill/>
            </a:ln>
          </p:spPr>
        </p:pic>
        <p:pic>
          <p:nvPicPr>
            <p:cNvPr descr="antenna_radiation_stylized" id="7257" name="Google Shape;7257;p48"/>
            <p:cNvPicPr preferRelativeResize="0"/>
            <p:nvPr/>
          </p:nvPicPr>
          <p:blipFill rotWithShape="1">
            <a:blip r:embed="rId4">
              <a:alphaModFix/>
            </a:blip>
            <a:srcRect b="0" l="0" r="0" t="0"/>
            <a:stretch/>
          </p:blipFill>
          <p:spPr>
            <a:xfrm>
              <a:off x="2751" y="1851"/>
              <a:ext cx="462" cy="110"/>
            </a:xfrm>
            <a:prstGeom prst="rect">
              <a:avLst/>
            </a:prstGeom>
            <a:noFill/>
            <a:ln>
              <a:noFill/>
            </a:ln>
          </p:spPr>
        </p:pic>
      </p:grpSp>
      <p:cxnSp>
        <p:nvCxnSpPr>
          <p:cNvPr id="7258" name="Google Shape;7258;p48"/>
          <p:cNvCxnSpPr/>
          <p:nvPr/>
        </p:nvCxnSpPr>
        <p:spPr>
          <a:xfrm>
            <a:off x="5632155" y="4054099"/>
            <a:ext cx="2" cy="225129"/>
          </a:xfrm>
          <a:prstGeom prst="straightConnector1">
            <a:avLst/>
          </a:prstGeom>
          <a:noFill/>
          <a:ln cap="flat" cmpd="sng" w="25400">
            <a:solidFill>
              <a:schemeClr val="dk1"/>
            </a:solidFill>
            <a:prstDash val="solid"/>
            <a:round/>
            <a:headEnd len="sm" w="sm" type="none"/>
            <a:tailEnd len="sm" w="sm" type="none"/>
          </a:ln>
        </p:spPr>
      </p:cxnSp>
      <p:sp>
        <p:nvSpPr>
          <p:cNvPr id="7259" name="Google Shape;7259;p48"/>
          <p:cNvSpPr/>
          <p:nvPr/>
        </p:nvSpPr>
        <p:spPr>
          <a:xfrm>
            <a:off x="3151955" y="3382613"/>
            <a:ext cx="4895850" cy="810170"/>
          </a:xfrm>
          <a:prstGeom prst="ellipse">
            <a:avLst/>
          </a:prstGeom>
          <a:noFill/>
          <a:ln cap="flat" cmpd="sng" w="19050">
            <a:solidFill>
              <a:srgbClr val="CC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7260" name="Google Shape;7260;p48"/>
          <p:cNvGrpSpPr/>
          <p:nvPr/>
        </p:nvGrpSpPr>
        <p:grpSpPr>
          <a:xfrm>
            <a:off x="1907354" y="3913382"/>
            <a:ext cx="1730376" cy="774701"/>
            <a:chOff x="23" y="2225"/>
            <a:chExt cx="1090" cy="488"/>
          </a:xfrm>
        </p:grpSpPr>
        <p:sp>
          <p:nvSpPr>
            <p:cNvPr id="7261" name="Google Shape;7261;p48"/>
            <p:cNvSpPr txBox="1"/>
            <p:nvPr/>
          </p:nvSpPr>
          <p:spPr>
            <a:xfrm>
              <a:off x="23" y="2357"/>
              <a:ext cx="1090" cy="35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often combined </a:t>
              </a:r>
              <a:endParaRPr b="0" i="0" sz="1800" u="none" cap="none" strike="noStrike">
                <a:solidFill>
                  <a:srgbClr val="000000"/>
                </a:solidFill>
                <a:latin typeface="Calibri"/>
                <a:ea typeface="Calibri"/>
                <a:cs typeface="Calibri"/>
                <a:sym typeface="Calibri"/>
              </a:endParaRPr>
            </a:p>
            <a:p>
              <a:pPr indent="0" lvl="0" marL="0" marR="0" rtl="0" algn="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 single box</a:t>
              </a:r>
              <a:endParaRPr b="0" i="0" sz="1800" u="none" cap="none" strike="noStrike">
                <a:solidFill>
                  <a:srgbClr val="000000"/>
                </a:solidFill>
                <a:latin typeface="Calibri"/>
                <a:ea typeface="Calibri"/>
                <a:cs typeface="Calibri"/>
                <a:sym typeface="Calibri"/>
              </a:endParaRPr>
            </a:p>
          </p:txBody>
        </p:sp>
        <p:cxnSp>
          <p:nvCxnSpPr>
            <p:cNvPr id="7262" name="Google Shape;7262;p48"/>
            <p:cNvCxnSpPr/>
            <p:nvPr/>
          </p:nvCxnSpPr>
          <p:spPr>
            <a:xfrm flipH="1" rot="10800000">
              <a:off x="590" y="2225"/>
              <a:ext cx="238" cy="172"/>
            </a:xfrm>
            <a:prstGeom prst="straightConnector1">
              <a:avLst/>
            </a:prstGeom>
            <a:noFill/>
            <a:ln cap="flat" cmpd="sng" w="9525">
              <a:solidFill>
                <a:schemeClr val="dk1"/>
              </a:solidFill>
              <a:prstDash val="solid"/>
              <a:round/>
              <a:headEnd len="sm" w="sm" type="none"/>
              <a:tailEnd len="sm" w="sm" type="none"/>
            </a:ln>
          </p:spPr>
        </p:cxnSp>
      </p:grpSp>
      <p:grpSp>
        <p:nvGrpSpPr>
          <p:cNvPr id="7263" name="Google Shape;7263;p48"/>
          <p:cNvGrpSpPr/>
          <p:nvPr/>
        </p:nvGrpSpPr>
        <p:grpSpPr>
          <a:xfrm>
            <a:off x="4250505" y="1948053"/>
            <a:ext cx="954087" cy="1041126"/>
            <a:chOff x="877" y="1008"/>
            <a:chExt cx="2747" cy="2626"/>
          </a:xfrm>
        </p:grpSpPr>
        <p:pic>
          <p:nvPicPr>
            <p:cNvPr descr="antenna_stylized" id="7264" name="Google Shape;7264;p48"/>
            <p:cNvPicPr preferRelativeResize="0"/>
            <p:nvPr/>
          </p:nvPicPr>
          <p:blipFill rotWithShape="1">
            <a:blip r:embed="rId6">
              <a:alphaModFix/>
            </a:blip>
            <a:srcRect b="0" l="0" r="0" t="0"/>
            <a:stretch/>
          </p:blipFill>
          <p:spPr>
            <a:xfrm>
              <a:off x="877" y="1008"/>
              <a:ext cx="2725" cy="1421"/>
            </a:xfrm>
            <a:prstGeom prst="rect">
              <a:avLst/>
            </a:prstGeom>
            <a:noFill/>
            <a:ln>
              <a:noFill/>
            </a:ln>
          </p:spPr>
        </p:pic>
        <p:pic>
          <p:nvPicPr>
            <p:cNvPr descr="laptop_keyboard" id="7265" name="Google Shape;7265;p48"/>
            <p:cNvPicPr preferRelativeResize="0"/>
            <p:nvPr/>
          </p:nvPicPr>
          <p:blipFill rotWithShape="1">
            <a:blip r:embed="rId7">
              <a:alphaModFix/>
            </a:blip>
            <a:srcRect b="0" l="0" r="0" t="0"/>
            <a:stretch/>
          </p:blipFill>
          <p:spPr>
            <a:xfrm flipH="1" rot="109064">
              <a:off x="1009" y="2586"/>
              <a:ext cx="2245" cy="1013"/>
            </a:xfrm>
            <a:prstGeom prst="rect">
              <a:avLst/>
            </a:prstGeom>
            <a:noFill/>
            <a:ln>
              <a:noFill/>
            </a:ln>
          </p:spPr>
        </p:pic>
        <p:sp>
          <p:nvSpPr>
            <p:cNvPr id="7266" name="Google Shape;7266;p48"/>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pic>
          <p:nvPicPr>
            <p:cNvPr descr="screen" id="7267" name="Google Shape;7267;p48"/>
            <p:cNvPicPr preferRelativeResize="0"/>
            <p:nvPr/>
          </p:nvPicPr>
          <p:blipFill rotWithShape="1">
            <a:blip r:embed="rId8">
              <a:alphaModFix/>
            </a:blip>
            <a:srcRect b="0" l="0" r="0" t="0"/>
            <a:stretch/>
          </p:blipFill>
          <p:spPr>
            <a:xfrm>
              <a:off x="1842" y="1637"/>
              <a:ext cx="1642" cy="1203"/>
            </a:xfrm>
            <a:prstGeom prst="rect">
              <a:avLst/>
            </a:prstGeom>
            <a:noFill/>
            <a:ln>
              <a:noFill/>
            </a:ln>
          </p:spPr>
        </p:pic>
        <p:sp>
          <p:nvSpPr>
            <p:cNvPr id="7268" name="Google Shape;7268;p48"/>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69" name="Google Shape;7269;p48"/>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70" name="Google Shape;7270;p48"/>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71" name="Google Shape;7271;p48"/>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72" name="Google Shape;7272;p48"/>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73" name="Google Shape;7273;p48"/>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7274" name="Google Shape;7274;p48"/>
            <p:cNvGrpSpPr/>
            <p:nvPr/>
          </p:nvGrpSpPr>
          <p:grpSpPr>
            <a:xfrm>
              <a:off x="1709" y="3008"/>
              <a:ext cx="507" cy="234"/>
              <a:chOff x="1740" y="2642"/>
              <a:chExt cx="752" cy="327"/>
            </a:xfrm>
          </p:grpSpPr>
          <p:sp>
            <p:nvSpPr>
              <p:cNvPr id="7275" name="Google Shape;7275;p4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76" name="Google Shape;7276;p4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77" name="Google Shape;7277;p4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78" name="Google Shape;7278;p4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79" name="Google Shape;7279;p4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80" name="Google Shape;7280;p4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7281" name="Google Shape;7281;p48"/>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82" name="Google Shape;7282;p48"/>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83" name="Google Shape;7283;p48"/>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84" name="Google Shape;7284;p48"/>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85" name="Google Shape;7285;p48"/>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7286" name="Google Shape;7286;p48"/>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7287" name="Google Shape;7287;p48"/>
          <p:cNvGrpSpPr/>
          <p:nvPr/>
        </p:nvGrpSpPr>
        <p:grpSpPr>
          <a:xfrm>
            <a:off x="5020442" y="2413190"/>
            <a:ext cx="1123950" cy="862013"/>
            <a:chOff x="-44" y="1473"/>
            <a:chExt cx="981" cy="1105"/>
          </a:xfrm>
        </p:grpSpPr>
        <p:pic>
          <p:nvPicPr>
            <p:cNvPr descr="desktop_computer_stylized_medium" id="7288" name="Google Shape;7288;p48"/>
            <p:cNvPicPr preferRelativeResize="0"/>
            <p:nvPr/>
          </p:nvPicPr>
          <p:blipFill rotWithShape="1">
            <a:blip r:embed="rId9">
              <a:alphaModFix/>
            </a:blip>
            <a:srcRect b="0" l="0" r="0" t="0"/>
            <a:stretch/>
          </p:blipFill>
          <p:spPr>
            <a:xfrm flipH="1">
              <a:off x="-44" y="1473"/>
              <a:ext cx="981" cy="1105"/>
            </a:xfrm>
            <a:prstGeom prst="rect">
              <a:avLst/>
            </a:prstGeom>
            <a:noFill/>
            <a:ln>
              <a:noFill/>
            </a:ln>
          </p:spPr>
        </p:pic>
        <p:sp>
          <p:nvSpPr>
            <p:cNvPr id="7289" name="Google Shape;7289;p4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7290" name="Google Shape;7290;p48"/>
          <p:cNvGrpSpPr/>
          <p:nvPr/>
        </p:nvGrpSpPr>
        <p:grpSpPr>
          <a:xfrm>
            <a:off x="4961705" y="4219765"/>
            <a:ext cx="849312" cy="712788"/>
            <a:chOff x="-44" y="1473"/>
            <a:chExt cx="981" cy="1105"/>
          </a:xfrm>
        </p:grpSpPr>
        <p:pic>
          <p:nvPicPr>
            <p:cNvPr descr="desktop_computer_stylized_medium" id="7291" name="Google Shape;7291;p48"/>
            <p:cNvPicPr preferRelativeResize="0"/>
            <p:nvPr/>
          </p:nvPicPr>
          <p:blipFill rotWithShape="1">
            <a:blip r:embed="rId9">
              <a:alphaModFix/>
            </a:blip>
            <a:srcRect b="0" l="0" r="0" t="0"/>
            <a:stretch/>
          </p:blipFill>
          <p:spPr>
            <a:xfrm flipH="1">
              <a:off x="-44" y="1473"/>
              <a:ext cx="981" cy="1105"/>
            </a:xfrm>
            <a:prstGeom prst="rect">
              <a:avLst/>
            </a:prstGeom>
            <a:noFill/>
            <a:ln>
              <a:noFill/>
            </a:ln>
          </p:spPr>
        </p:pic>
        <p:sp>
          <p:nvSpPr>
            <p:cNvPr id="7292" name="Google Shape;7292;p4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7293" name="Google Shape;7293;p48"/>
          <p:cNvGrpSpPr/>
          <p:nvPr/>
        </p:nvGrpSpPr>
        <p:grpSpPr>
          <a:xfrm>
            <a:off x="6357117" y="2089340"/>
            <a:ext cx="958850" cy="1276350"/>
            <a:chOff x="5806938" y="3011924"/>
            <a:chExt cx="347997" cy="396620"/>
          </a:xfrm>
        </p:grpSpPr>
        <p:pic>
          <p:nvPicPr>
            <p:cNvPr descr="fridge2.png" id="7294" name="Google Shape;7294;p48"/>
            <p:cNvPicPr preferRelativeResize="0"/>
            <p:nvPr/>
          </p:nvPicPr>
          <p:blipFill rotWithShape="1">
            <a:blip r:embed="rId10">
              <a:alphaModFix/>
            </a:blip>
            <a:srcRect b="0" l="0" r="0" t="0"/>
            <a:stretch/>
          </p:blipFill>
          <p:spPr>
            <a:xfrm>
              <a:off x="5906702" y="3071517"/>
              <a:ext cx="189578" cy="337027"/>
            </a:xfrm>
            <a:prstGeom prst="rect">
              <a:avLst/>
            </a:prstGeom>
            <a:noFill/>
            <a:ln>
              <a:noFill/>
            </a:ln>
          </p:spPr>
        </p:pic>
        <p:pic>
          <p:nvPicPr>
            <p:cNvPr descr="antenna_stylized" id="7295" name="Google Shape;7295;p48"/>
            <p:cNvPicPr preferRelativeResize="0"/>
            <p:nvPr/>
          </p:nvPicPr>
          <p:blipFill rotWithShape="1">
            <a:blip r:embed="rId11">
              <a:alphaModFix/>
            </a:blip>
            <a:srcRect b="0" l="0" r="0" t="0"/>
            <a:stretch/>
          </p:blipFill>
          <p:spPr>
            <a:xfrm>
              <a:off x="5806938" y="3011924"/>
              <a:ext cx="347997" cy="167557"/>
            </a:xfrm>
            <a:prstGeom prst="rect">
              <a:avLst/>
            </a:prstGeom>
            <a:noFill/>
            <a:ln>
              <a:noFill/>
            </a:ln>
          </p:spPr>
        </p:pic>
      </p:grpSp>
      <p:grpSp>
        <p:nvGrpSpPr>
          <p:cNvPr id="7296" name="Google Shape;7296;p48"/>
          <p:cNvGrpSpPr/>
          <p:nvPr/>
        </p:nvGrpSpPr>
        <p:grpSpPr>
          <a:xfrm>
            <a:off x="5059243" y="3529374"/>
            <a:ext cx="1192203" cy="583857"/>
            <a:chOff x="7493876" y="2774731"/>
            <a:chExt cx="1481958" cy="894622"/>
          </a:xfrm>
        </p:grpSpPr>
        <p:sp>
          <p:nvSpPr>
            <p:cNvPr id="7297" name="Google Shape;7297;p4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298" name="Google Shape;7298;p4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299" name="Google Shape;7299;p48"/>
            <p:cNvGrpSpPr/>
            <p:nvPr/>
          </p:nvGrpSpPr>
          <p:grpSpPr>
            <a:xfrm>
              <a:off x="7713663" y="2848339"/>
              <a:ext cx="1042107" cy="425543"/>
              <a:chOff x="7786941" y="2884917"/>
              <a:chExt cx="897649" cy="353919"/>
            </a:xfrm>
          </p:grpSpPr>
          <p:sp>
            <p:nvSpPr>
              <p:cNvPr id="7300" name="Google Shape;7300;p4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01" name="Google Shape;7301;p4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02" name="Google Shape;7302;p4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03" name="Google Shape;7303;p4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25"/>
                                        </p:tgtEl>
                                        <p:attrNameLst>
                                          <p:attrName>style.visibility</p:attrName>
                                        </p:attrNameLst>
                                      </p:cBhvr>
                                      <p:to>
                                        <p:strVal val="visible"/>
                                      </p:to>
                                    </p:set>
                                    <p:animEffect filter="fade" transition="in">
                                      <p:cBhvr>
                                        <p:cTn dur="500"/>
                                        <p:tgtEl>
                                          <p:spTgt spid="7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2"/>
                                        </p:tgtEl>
                                        <p:attrNameLst>
                                          <p:attrName>style.visibility</p:attrName>
                                        </p:attrNameLst>
                                      </p:cBhvr>
                                      <p:to>
                                        <p:strVal val="visible"/>
                                      </p:to>
                                    </p:set>
                                    <p:animEffect filter="fade" transition="in">
                                      <p:cBhvr>
                                        <p:cTn dur="500"/>
                                        <p:tgtEl>
                                          <p:spTgt spid="7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5"/>
                                        </p:tgtEl>
                                        <p:attrNameLst>
                                          <p:attrName>style.visibility</p:attrName>
                                        </p:attrNameLst>
                                      </p:cBhvr>
                                      <p:to>
                                        <p:strVal val="visible"/>
                                      </p:to>
                                    </p:set>
                                    <p:animEffect filter="fade" transition="in">
                                      <p:cBhvr>
                                        <p:cTn dur="500"/>
                                        <p:tgtEl>
                                          <p:spTgt spid="7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8"/>
                                        </p:tgtEl>
                                        <p:attrNameLst>
                                          <p:attrName>style.visibility</p:attrName>
                                        </p:attrNameLst>
                                      </p:cBhvr>
                                      <p:to>
                                        <p:strVal val="visible"/>
                                      </p:to>
                                    </p:set>
                                    <p:animEffect filter="fade" transition="in">
                                      <p:cBhvr>
                                        <p:cTn dur="500"/>
                                        <p:tgtEl>
                                          <p:spTgt spid="7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1"/>
                                        </p:tgtEl>
                                        <p:attrNameLst>
                                          <p:attrName>style.visibility</p:attrName>
                                        </p:attrNameLst>
                                      </p:cBhvr>
                                      <p:to>
                                        <p:strVal val="visible"/>
                                      </p:to>
                                    </p:set>
                                    <p:animEffect filter="fade" transition="in">
                                      <p:cBhvr>
                                        <p:cTn dur="500"/>
                                        <p:tgtEl>
                                          <p:spTgt spid="7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9"/>
                                        </p:tgtEl>
                                        <p:attrNameLst>
                                          <p:attrName>style.visibility</p:attrName>
                                        </p:attrNameLst>
                                      </p:cBhvr>
                                      <p:to>
                                        <p:strVal val="visible"/>
                                      </p:to>
                                    </p:set>
                                    <p:animEffect filter="fade" transition="in">
                                      <p:cBhvr>
                                        <p:cTn dur="500"/>
                                        <p:tgtEl>
                                          <p:spTgt spid="7259"/>
                                        </p:tgtEl>
                                      </p:cBhvr>
                                    </p:animEffect>
                                  </p:childTnLst>
                                </p:cTn>
                              </p:par>
                              <p:par>
                                <p:cTn fill="hold" nodeType="withEffect" presetClass="entr" presetID="10" presetSubtype="0">
                                  <p:stCondLst>
                                    <p:cond delay="0"/>
                                  </p:stCondLst>
                                  <p:childTnLst>
                                    <p:set>
                                      <p:cBhvr>
                                        <p:cTn dur="1" fill="hold">
                                          <p:stCondLst>
                                            <p:cond delay="0"/>
                                          </p:stCondLst>
                                        </p:cTn>
                                        <p:tgtEl>
                                          <p:spTgt spid="7260"/>
                                        </p:tgtEl>
                                        <p:attrNameLst>
                                          <p:attrName>style.visibility</p:attrName>
                                        </p:attrNameLst>
                                      </p:cBhvr>
                                      <p:to>
                                        <p:strVal val="visible"/>
                                      </p:to>
                                    </p:set>
                                    <p:animEffect filter="fade" transition="in">
                                      <p:cBhvr>
                                        <p:cTn dur="500"/>
                                        <p:tgtEl>
                                          <p:spTgt spid="7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4"/>
                                        </p:tgtEl>
                                        <p:attrNameLst>
                                          <p:attrName>style.visibility</p:attrName>
                                        </p:attrNameLst>
                                      </p:cBhvr>
                                      <p:to>
                                        <p:strVal val="visible"/>
                                      </p:to>
                                    </p:set>
                                    <p:animEffect filter="fade" transition="in">
                                      <p:cBhvr>
                                        <p:cTn dur="500"/>
                                        <p:tgtEl>
                                          <p:spTgt spid="7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08" name="Shape 7308"/>
        <p:cNvGrpSpPr/>
        <p:nvPr/>
      </p:nvGrpSpPr>
      <p:grpSpPr>
        <a:xfrm>
          <a:off x="0" y="0"/>
          <a:ext cx="0" cy="0"/>
          <a:chOff x="0" y="0"/>
          <a:chExt cx="0" cy="0"/>
        </a:xfrm>
      </p:grpSpPr>
      <p:sp>
        <p:nvSpPr>
          <p:cNvPr id="7309" name="Google Shape;7309;p49"/>
          <p:cNvSpPr txBox="1"/>
          <p:nvPr>
            <p:ph type="title"/>
          </p:nvPr>
        </p:nvSpPr>
        <p:spPr>
          <a:xfrm>
            <a:off x="391160" y="273050"/>
            <a:ext cx="11580495" cy="89471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b="0" lang="en-US" sz="5400"/>
              <a:t>Access Networks: Wireless access networks</a:t>
            </a:r>
            <a:endParaRPr b="0" sz="5400"/>
          </a:p>
        </p:txBody>
      </p:sp>
      <p:sp>
        <p:nvSpPr>
          <p:cNvPr id="7310" name="Google Shape;7310;p49"/>
          <p:cNvSpPr txBox="1"/>
          <p:nvPr/>
        </p:nvSpPr>
        <p:spPr>
          <a:xfrm>
            <a:off x="889001" y="1174398"/>
            <a:ext cx="9379606" cy="111866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Shared </a:t>
            </a:r>
            <a:r>
              <a:rPr b="0" i="1" lang="en-US" sz="2800" u="none" cap="none" strike="noStrike">
                <a:solidFill>
                  <a:srgbClr val="000000"/>
                </a:solidFill>
                <a:latin typeface="Calibri"/>
                <a:ea typeface="Calibri"/>
                <a:cs typeface="Calibri"/>
                <a:sym typeface="Calibri"/>
              </a:rPr>
              <a:t>wireless</a:t>
            </a:r>
            <a:r>
              <a:rPr b="0" i="0" lang="en-US" sz="2800" u="none" cap="none" strike="noStrike">
                <a:solidFill>
                  <a:srgbClr val="000000"/>
                </a:solidFill>
                <a:latin typeface="Calibri"/>
                <a:ea typeface="Calibri"/>
                <a:cs typeface="Calibri"/>
                <a:sym typeface="Calibri"/>
              </a:rPr>
              <a:t> access network connects end system to router</a:t>
            </a:r>
            <a:endParaRPr b="0" i="0" sz="2800" u="none" cap="none" strike="noStrike">
              <a:solidFill>
                <a:srgbClr val="000000"/>
              </a:solidFill>
              <a:latin typeface="Calibri"/>
              <a:ea typeface="Calibri"/>
              <a:cs typeface="Calibri"/>
              <a:sym typeface="Calibri"/>
            </a:endParaRPr>
          </a:p>
          <a:p>
            <a:pPr indent="-225425" lvl="0" marL="33972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via base station aka “access point”</a:t>
            </a:r>
            <a:endParaRPr b="0" i="0" sz="2400" u="none" cap="none" strike="noStrike">
              <a:solidFill>
                <a:srgbClr val="000000"/>
              </a:solidFill>
              <a:latin typeface="Calibri"/>
              <a:ea typeface="Calibri"/>
              <a:cs typeface="Calibri"/>
              <a:sym typeface="Calibri"/>
            </a:endParaRPr>
          </a:p>
        </p:txBody>
      </p:sp>
      <p:grpSp>
        <p:nvGrpSpPr>
          <p:cNvPr id="7311" name="Google Shape;7311;p49"/>
          <p:cNvGrpSpPr/>
          <p:nvPr/>
        </p:nvGrpSpPr>
        <p:grpSpPr>
          <a:xfrm>
            <a:off x="848711" y="2383154"/>
            <a:ext cx="4720964" cy="4020776"/>
            <a:chOff x="848711" y="2383154"/>
            <a:chExt cx="4720964" cy="4020776"/>
          </a:xfrm>
        </p:grpSpPr>
        <p:sp>
          <p:nvSpPr>
            <p:cNvPr id="7312" name="Google Shape;7312;p49"/>
            <p:cNvSpPr/>
            <p:nvPr/>
          </p:nvSpPr>
          <p:spPr>
            <a:xfrm>
              <a:off x="848711" y="2383154"/>
              <a:ext cx="4720964" cy="3118604"/>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Wireless local area networks </a:t>
              </a:r>
              <a:r>
                <a:rPr b="0" i="0" lang="en-US" sz="2000" u="none" cap="none" strike="noStrike">
                  <a:solidFill>
                    <a:srgbClr val="CC0000"/>
                  </a:solidFill>
                  <a:latin typeface="Calibri"/>
                  <a:ea typeface="Calibri"/>
                  <a:cs typeface="Calibri"/>
                  <a:sym typeface="Calibri"/>
                </a:rPr>
                <a:t>(WLANs)</a:t>
              </a:r>
              <a:endParaRPr b="0" i="0" sz="2000" u="none" cap="none" strike="noStrike">
                <a:solidFill>
                  <a:srgbClr val="CC0000"/>
                </a:solidFill>
                <a:latin typeface="Calibri"/>
                <a:ea typeface="Calibri"/>
                <a:cs typeface="Calibri"/>
                <a:sym typeface="Calibri"/>
              </a:endParaRPr>
            </a:p>
            <a:p>
              <a:pPr indent="-260350" lvl="1"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typically within or around building (~100 ft)</a:t>
              </a:r>
              <a:endParaRPr b="0" i="0" sz="2400" u="none" cap="none" strike="noStrike">
                <a:solidFill>
                  <a:srgbClr val="000000"/>
                </a:solidFill>
                <a:latin typeface="Calibri"/>
                <a:ea typeface="Calibri"/>
                <a:cs typeface="Calibri"/>
                <a:sym typeface="Calibri"/>
              </a:endParaRPr>
            </a:p>
            <a:p>
              <a:pPr indent="-260350" lvl="1"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802.11b/g/n (WiFi): 11, 54, 450 Mbps transmission rate</a:t>
              </a:r>
              <a:endParaRPr b="0" i="0" sz="2400" u="none" cap="none" strike="noStrike">
                <a:solidFill>
                  <a:srgbClr val="000000"/>
                </a:solidFill>
                <a:latin typeface="Calibri"/>
                <a:ea typeface="Calibri"/>
                <a:cs typeface="Calibri"/>
                <a:sym typeface="Calibri"/>
              </a:endParaRPr>
            </a:p>
          </p:txBody>
        </p:sp>
        <p:grpSp>
          <p:nvGrpSpPr>
            <p:cNvPr id="7313" name="Google Shape;7313;p49"/>
            <p:cNvGrpSpPr/>
            <p:nvPr/>
          </p:nvGrpSpPr>
          <p:grpSpPr>
            <a:xfrm>
              <a:off x="1457197" y="4740844"/>
              <a:ext cx="2487613" cy="1562100"/>
              <a:chOff x="2889" y="1631"/>
              <a:chExt cx="980" cy="743"/>
            </a:xfrm>
          </p:grpSpPr>
          <p:sp>
            <p:nvSpPr>
              <p:cNvPr id="7314" name="Google Shape;7314;p49"/>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7315" name="Google Shape;7315;p49"/>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00CCFF"/>
                  </a:solidFill>
                  <a:latin typeface="Arial"/>
                  <a:ea typeface="Arial"/>
                  <a:cs typeface="Arial"/>
                  <a:sym typeface="Arial"/>
                </a:endParaRPr>
              </a:p>
            </p:txBody>
          </p:sp>
        </p:grpSp>
        <p:cxnSp>
          <p:nvCxnSpPr>
            <p:cNvPr id="7316" name="Google Shape;7316;p49"/>
            <p:cNvCxnSpPr/>
            <p:nvPr/>
          </p:nvCxnSpPr>
          <p:spPr>
            <a:xfrm>
              <a:off x="3123661" y="6082085"/>
              <a:ext cx="934073" cy="3964"/>
            </a:xfrm>
            <a:prstGeom prst="straightConnector1">
              <a:avLst/>
            </a:prstGeom>
            <a:noFill/>
            <a:ln cap="flat" cmpd="sng" w="9525">
              <a:solidFill>
                <a:schemeClr val="dk1"/>
              </a:solidFill>
              <a:prstDash val="solid"/>
              <a:round/>
              <a:headEnd len="sm" w="sm" type="none"/>
              <a:tailEnd len="sm" w="sm" type="none"/>
            </a:ln>
          </p:spPr>
        </p:cxnSp>
        <p:cxnSp>
          <p:nvCxnSpPr>
            <p:cNvPr id="7317" name="Google Shape;7317;p49"/>
            <p:cNvCxnSpPr/>
            <p:nvPr/>
          </p:nvCxnSpPr>
          <p:spPr>
            <a:xfrm flipH="1" rot="10800000">
              <a:off x="2501772" y="6010844"/>
              <a:ext cx="287338" cy="4762"/>
            </a:xfrm>
            <a:prstGeom prst="straightConnector1">
              <a:avLst/>
            </a:prstGeom>
            <a:noFill/>
            <a:ln cap="flat" cmpd="sng" w="9525">
              <a:solidFill>
                <a:schemeClr val="dk1"/>
              </a:solidFill>
              <a:prstDash val="solid"/>
              <a:round/>
              <a:headEnd len="sm" w="sm" type="none"/>
              <a:tailEnd len="sm" w="sm" type="none"/>
            </a:ln>
          </p:spPr>
        </p:cxnSp>
        <p:grpSp>
          <p:nvGrpSpPr>
            <p:cNvPr id="7318" name="Google Shape;7318;p49"/>
            <p:cNvGrpSpPr/>
            <p:nvPr/>
          </p:nvGrpSpPr>
          <p:grpSpPr>
            <a:xfrm>
              <a:off x="2025522" y="5620319"/>
              <a:ext cx="863600" cy="588962"/>
              <a:chOff x="2967" y="478"/>
              <a:chExt cx="788" cy="625"/>
            </a:xfrm>
          </p:grpSpPr>
          <p:pic>
            <p:nvPicPr>
              <p:cNvPr descr="access_point_stylized_small" id="7319" name="Google Shape;7319;p49"/>
              <p:cNvPicPr preferRelativeResize="0"/>
              <p:nvPr/>
            </p:nvPicPr>
            <p:blipFill rotWithShape="1">
              <a:blip r:embed="rId3">
                <a:alphaModFix/>
              </a:blip>
              <a:srcRect b="0" l="0" r="0" t="0"/>
              <a:stretch/>
            </p:blipFill>
            <p:spPr>
              <a:xfrm>
                <a:off x="3012" y="559"/>
                <a:ext cx="576" cy="544"/>
              </a:xfrm>
              <a:prstGeom prst="rect">
                <a:avLst/>
              </a:prstGeom>
              <a:noFill/>
              <a:ln>
                <a:noFill/>
              </a:ln>
            </p:spPr>
          </p:pic>
          <p:pic>
            <p:nvPicPr>
              <p:cNvPr descr="antenna_radiation_stylized" id="7320" name="Google Shape;7320;p49"/>
              <p:cNvPicPr preferRelativeResize="0"/>
              <p:nvPr/>
            </p:nvPicPr>
            <p:blipFill rotWithShape="1">
              <a:blip r:embed="rId4">
                <a:alphaModFix/>
              </a:blip>
              <a:srcRect b="0" l="0" r="0" t="0"/>
              <a:stretch/>
            </p:blipFill>
            <p:spPr>
              <a:xfrm>
                <a:off x="2967" y="478"/>
                <a:ext cx="788" cy="188"/>
              </a:xfrm>
              <a:prstGeom prst="rect">
                <a:avLst/>
              </a:prstGeom>
              <a:noFill/>
              <a:ln>
                <a:noFill/>
              </a:ln>
            </p:spPr>
          </p:pic>
        </p:grpSp>
        <p:grpSp>
          <p:nvGrpSpPr>
            <p:cNvPr id="7321" name="Google Shape;7321;p49"/>
            <p:cNvGrpSpPr/>
            <p:nvPr/>
          </p:nvGrpSpPr>
          <p:grpSpPr>
            <a:xfrm>
              <a:off x="1939797" y="4851969"/>
              <a:ext cx="757238" cy="691939"/>
              <a:chOff x="877" y="1008"/>
              <a:chExt cx="2747" cy="2626"/>
            </a:xfrm>
          </p:grpSpPr>
          <p:pic>
            <p:nvPicPr>
              <p:cNvPr descr="antenna_stylized" id="7322" name="Google Shape;7322;p49"/>
              <p:cNvPicPr preferRelativeResize="0"/>
              <p:nvPr/>
            </p:nvPicPr>
            <p:blipFill rotWithShape="1">
              <a:blip r:embed="rId5">
                <a:alphaModFix/>
              </a:blip>
              <a:srcRect b="0" l="0" r="0" t="0"/>
              <a:stretch/>
            </p:blipFill>
            <p:spPr>
              <a:xfrm>
                <a:off x="877" y="1008"/>
                <a:ext cx="2725" cy="1421"/>
              </a:xfrm>
              <a:prstGeom prst="rect">
                <a:avLst/>
              </a:prstGeom>
              <a:noFill/>
              <a:ln>
                <a:noFill/>
              </a:ln>
            </p:spPr>
          </p:pic>
          <p:pic>
            <p:nvPicPr>
              <p:cNvPr descr="laptop_keyboard" id="7323" name="Google Shape;7323;p49"/>
              <p:cNvPicPr preferRelativeResize="0"/>
              <p:nvPr/>
            </p:nvPicPr>
            <p:blipFill rotWithShape="1">
              <a:blip r:embed="rId6">
                <a:alphaModFix/>
              </a:blip>
              <a:srcRect b="0" l="0" r="0" t="0"/>
              <a:stretch/>
            </p:blipFill>
            <p:spPr>
              <a:xfrm flipH="1" rot="109064">
                <a:off x="1009" y="2586"/>
                <a:ext cx="2245" cy="1013"/>
              </a:xfrm>
              <a:prstGeom prst="rect">
                <a:avLst/>
              </a:prstGeom>
              <a:noFill/>
              <a:ln>
                <a:noFill/>
              </a:ln>
            </p:spPr>
          </p:pic>
          <p:sp>
            <p:nvSpPr>
              <p:cNvPr id="7324" name="Google Shape;7324;p4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7325" name="Google Shape;7325;p49"/>
              <p:cNvPicPr preferRelativeResize="0"/>
              <p:nvPr/>
            </p:nvPicPr>
            <p:blipFill rotWithShape="1">
              <a:blip r:embed="rId7">
                <a:alphaModFix/>
              </a:blip>
              <a:srcRect b="0" l="0" r="0" t="0"/>
              <a:stretch/>
            </p:blipFill>
            <p:spPr>
              <a:xfrm>
                <a:off x="1842" y="1637"/>
                <a:ext cx="1642" cy="1203"/>
              </a:xfrm>
              <a:prstGeom prst="rect">
                <a:avLst/>
              </a:prstGeom>
              <a:noFill/>
              <a:ln>
                <a:noFill/>
              </a:ln>
            </p:spPr>
          </p:pic>
          <p:sp>
            <p:nvSpPr>
              <p:cNvPr id="7326" name="Google Shape;7326;p4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27" name="Google Shape;7327;p4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28" name="Google Shape;7328;p4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29" name="Google Shape;7329;p4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30" name="Google Shape;7330;p4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31" name="Google Shape;7331;p4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332" name="Google Shape;7332;p49"/>
              <p:cNvGrpSpPr/>
              <p:nvPr/>
            </p:nvGrpSpPr>
            <p:grpSpPr>
              <a:xfrm>
                <a:off x="1709" y="3008"/>
                <a:ext cx="507" cy="234"/>
                <a:chOff x="1740" y="2642"/>
                <a:chExt cx="752" cy="327"/>
              </a:xfrm>
            </p:grpSpPr>
            <p:sp>
              <p:nvSpPr>
                <p:cNvPr id="7333" name="Google Shape;7333;p4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34" name="Google Shape;7334;p4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35" name="Google Shape;7335;p4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36" name="Google Shape;7336;p4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37" name="Google Shape;7337;p4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38" name="Google Shape;7338;p4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339" name="Google Shape;7339;p4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40" name="Google Shape;7340;p4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41" name="Google Shape;7341;p4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42" name="Google Shape;7342;p4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43" name="Google Shape;7343;p4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44" name="Google Shape;7344;p4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345" name="Google Shape;7345;p49"/>
            <p:cNvSpPr txBox="1"/>
            <p:nvPr/>
          </p:nvSpPr>
          <p:spPr>
            <a:xfrm>
              <a:off x="3690431" y="6037217"/>
              <a:ext cx="12128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to Internet</a:t>
              </a:r>
              <a:endParaRPr b="0" i="1" sz="1800" u="none" cap="none" strike="noStrike">
                <a:solidFill>
                  <a:srgbClr val="000000"/>
                </a:solidFill>
                <a:latin typeface="Calibri"/>
                <a:ea typeface="Calibri"/>
                <a:cs typeface="Calibri"/>
                <a:sym typeface="Calibri"/>
              </a:endParaRPr>
            </a:p>
          </p:txBody>
        </p:sp>
        <p:grpSp>
          <p:nvGrpSpPr>
            <p:cNvPr id="7346" name="Google Shape;7346;p49"/>
            <p:cNvGrpSpPr/>
            <p:nvPr/>
          </p:nvGrpSpPr>
          <p:grpSpPr>
            <a:xfrm>
              <a:off x="2828797" y="4912294"/>
              <a:ext cx="636588" cy="879475"/>
              <a:chOff x="5806938" y="3011924"/>
              <a:chExt cx="347997" cy="396620"/>
            </a:xfrm>
          </p:grpSpPr>
          <p:pic>
            <p:nvPicPr>
              <p:cNvPr descr="fridge2.png" id="7347" name="Google Shape;7347;p49"/>
              <p:cNvPicPr preferRelativeResize="0"/>
              <p:nvPr/>
            </p:nvPicPr>
            <p:blipFill rotWithShape="1">
              <a:blip r:embed="rId8">
                <a:alphaModFix/>
              </a:blip>
              <a:srcRect b="0" l="0" r="0" t="0"/>
              <a:stretch/>
            </p:blipFill>
            <p:spPr>
              <a:xfrm>
                <a:off x="5906702" y="3071517"/>
                <a:ext cx="189578" cy="337027"/>
              </a:xfrm>
              <a:prstGeom prst="rect">
                <a:avLst/>
              </a:prstGeom>
              <a:noFill/>
              <a:ln>
                <a:noFill/>
              </a:ln>
            </p:spPr>
          </p:pic>
          <p:pic>
            <p:nvPicPr>
              <p:cNvPr descr="antenna_stylized" id="7348" name="Google Shape;7348;p49"/>
              <p:cNvPicPr preferRelativeResize="0"/>
              <p:nvPr/>
            </p:nvPicPr>
            <p:blipFill rotWithShape="1">
              <a:blip r:embed="rId9">
                <a:alphaModFix/>
              </a:blip>
              <a:srcRect b="0" l="0" r="0" t="0"/>
              <a:stretch/>
            </p:blipFill>
            <p:spPr>
              <a:xfrm>
                <a:off x="5806938" y="3011924"/>
                <a:ext cx="347997" cy="167557"/>
              </a:xfrm>
              <a:prstGeom prst="rect">
                <a:avLst/>
              </a:prstGeom>
              <a:noFill/>
              <a:ln>
                <a:noFill/>
              </a:ln>
            </p:spPr>
          </p:pic>
        </p:grpSp>
        <p:grpSp>
          <p:nvGrpSpPr>
            <p:cNvPr id="7349" name="Google Shape;7349;p49"/>
            <p:cNvGrpSpPr/>
            <p:nvPr/>
          </p:nvGrpSpPr>
          <p:grpSpPr>
            <a:xfrm>
              <a:off x="2789999" y="5883655"/>
              <a:ext cx="686068" cy="362749"/>
              <a:chOff x="7493876" y="2774731"/>
              <a:chExt cx="1481958" cy="894622"/>
            </a:xfrm>
          </p:grpSpPr>
          <p:sp>
            <p:nvSpPr>
              <p:cNvPr id="7350" name="Google Shape;7350;p4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351" name="Google Shape;7351;p4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352" name="Google Shape;7352;p49"/>
              <p:cNvGrpSpPr/>
              <p:nvPr/>
            </p:nvGrpSpPr>
            <p:grpSpPr>
              <a:xfrm>
                <a:off x="7713663" y="2848339"/>
                <a:ext cx="1042107" cy="425543"/>
                <a:chOff x="7786941" y="2884917"/>
                <a:chExt cx="897649" cy="353919"/>
              </a:xfrm>
            </p:grpSpPr>
            <p:sp>
              <p:nvSpPr>
                <p:cNvPr id="7353" name="Google Shape;7353;p4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54" name="Google Shape;7354;p4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55" name="Google Shape;7355;p4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56" name="Google Shape;7356;p4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7357" name="Google Shape;7357;p49"/>
          <p:cNvGrpSpPr/>
          <p:nvPr/>
        </p:nvGrpSpPr>
        <p:grpSpPr>
          <a:xfrm>
            <a:off x="6622327" y="1977830"/>
            <a:ext cx="5443549" cy="4198133"/>
            <a:chOff x="6622327" y="1977830"/>
            <a:chExt cx="5443549" cy="4198133"/>
          </a:xfrm>
        </p:grpSpPr>
        <p:sp>
          <p:nvSpPr>
            <p:cNvPr id="7358" name="Google Shape;7358;p49"/>
            <p:cNvSpPr/>
            <p:nvPr/>
          </p:nvSpPr>
          <p:spPr>
            <a:xfrm>
              <a:off x="6874928" y="4765952"/>
              <a:ext cx="2365994" cy="141001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359" name="Google Shape;7359;p49"/>
            <p:cNvCxnSpPr/>
            <p:nvPr/>
          </p:nvCxnSpPr>
          <p:spPr>
            <a:xfrm>
              <a:off x="8360702" y="5771600"/>
              <a:ext cx="203294" cy="32537"/>
            </a:xfrm>
            <a:prstGeom prst="straightConnector1">
              <a:avLst/>
            </a:prstGeom>
            <a:noFill/>
            <a:ln cap="flat" cmpd="sng" w="9525">
              <a:solidFill>
                <a:schemeClr val="dk1"/>
              </a:solidFill>
              <a:prstDash val="solid"/>
              <a:round/>
              <a:headEnd len="sm" w="sm" type="none"/>
              <a:tailEnd len="sm" w="sm" type="none"/>
            </a:ln>
          </p:spPr>
        </p:cxnSp>
        <p:pic>
          <p:nvPicPr>
            <p:cNvPr descr="car_icon_small" id="7360" name="Google Shape;7360;p49"/>
            <p:cNvPicPr preferRelativeResize="0"/>
            <p:nvPr/>
          </p:nvPicPr>
          <p:blipFill rotWithShape="1">
            <a:blip r:embed="rId10">
              <a:alphaModFix/>
            </a:blip>
            <a:srcRect b="0" l="0" r="0" t="0"/>
            <a:stretch/>
          </p:blipFill>
          <p:spPr>
            <a:xfrm>
              <a:off x="8427747" y="4780575"/>
              <a:ext cx="1157044" cy="221424"/>
            </a:xfrm>
            <a:prstGeom prst="rect">
              <a:avLst/>
            </a:prstGeom>
            <a:noFill/>
            <a:ln>
              <a:noFill/>
            </a:ln>
          </p:spPr>
        </p:pic>
        <p:grpSp>
          <p:nvGrpSpPr>
            <p:cNvPr id="7361" name="Google Shape;7361;p49"/>
            <p:cNvGrpSpPr/>
            <p:nvPr/>
          </p:nvGrpSpPr>
          <p:grpSpPr>
            <a:xfrm>
              <a:off x="7435067" y="4550795"/>
              <a:ext cx="566627" cy="507604"/>
              <a:chOff x="2751" y="1851"/>
              <a:chExt cx="462" cy="478"/>
            </a:xfrm>
          </p:grpSpPr>
          <p:pic>
            <p:nvPicPr>
              <p:cNvPr descr="iphone_stylized_small" id="7362" name="Google Shape;7362;p49"/>
              <p:cNvPicPr preferRelativeResize="0"/>
              <p:nvPr/>
            </p:nvPicPr>
            <p:blipFill rotWithShape="1">
              <a:blip r:embed="rId11">
                <a:alphaModFix/>
              </a:blip>
              <a:srcRect b="0" l="0" r="0" t="0"/>
              <a:stretch/>
            </p:blipFill>
            <p:spPr>
              <a:xfrm>
                <a:off x="2928" y="1922"/>
                <a:ext cx="152" cy="407"/>
              </a:xfrm>
              <a:prstGeom prst="rect">
                <a:avLst/>
              </a:prstGeom>
              <a:noFill/>
              <a:ln>
                <a:noFill/>
              </a:ln>
            </p:spPr>
          </p:pic>
          <p:pic>
            <p:nvPicPr>
              <p:cNvPr descr="antenna_radiation_stylized" id="7363" name="Google Shape;7363;p49"/>
              <p:cNvPicPr preferRelativeResize="0"/>
              <p:nvPr/>
            </p:nvPicPr>
            <p:blipFill rotWithShape="1">
              <a:blip r:embed="rId12">
                <a:alphaModFix/>
              </a:blip>
              <a:srcRect b="0" l="0" r="0" t="0"/>
              <a:stretch/>
            </p:blipFill>
            <p:spPr>
              <a:xfrm>
                <a:off x="2751" y="1851"/>
                <a:ext cx="462" cy="110"/>
              </a:xfrm>
              <a:prstGeom prst="rect">
                <a:avLst/>
              </a:prstGeom>
              <a:noFill/>
              <a:ln>
                <a:noFill/>
              </a:ln>
            </p:spPr>
          </p:pic>
        </p:grpSp>
        <p:grpSp>
          <p:nvGrpSpPr>
            <p:cNvPr id="7364" name="Google Shape;7364;p49"/>
            <p:cNvGrpSpPr/>
            <p:nvPr/>
          </p:nvGrpSpPr>
          <p:grpSpPr>
            <a:xfrm>
              <a:off x="8044949" y="4943509"/>
              <a:ext cx="622858" cy="831384"/>
              <a:chOff x="742" y="2409"/>
              <a:chExt cx="576" cy="881"/>
            </a:xfrm>
          </p:grpSpPr>
          <p:grpSp>
            <p:nvGrpSpPr>
              <p:cNvPr id="7365" name="Google Shape;7365;p49"/>
              <p:cNvGrpSpPr/>
              <p:nvPr/>
            </p:nvGrpSpPr>
            <p:grpSpPr>
              <a:xfrm>
                <a:off x="832" y="2643"/>
                <a:ext cx="376" cy="647"/>
                <a:chOff x="3130" y="3288"/>
                <a:chExt cx="410" cy="742"/>
              </a:xfrm>
            </p:grpSpPr>
            <p:cxnSp>
              <p:nvCxnSpPr>
                <p:cNvPr id="7366" name="Google Shape;7366;p49"/>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7367" name="Google Shape;7367;p49"/>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7368" name="Google Shape;7368;p49"/>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7369" name="Google Shape;7369;p49"/>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7370" name="Google Shape;7370;p49"/>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7371" name="Google Shape;7371;p49"/>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7372" name="Google Shape;7372;p49"/>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7373" name="Google Shape;7373;p49"/>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7374" name="Google Shape;7374;p49"/>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7375" name="Google Shape;7375;p49"/>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7376" name="Google Shape;7376;p49"/>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7377" name="Google Shape;7377;p49"/>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7378" name="Google Shape;7378;p49"/>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7379" name="Google Shape;7379;p49"/>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7380" name="Google Shape;7380;p49"/>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pic>
            <p:nvPicPr>
              <p:cNvPr descr="cell_tower_radiation copy" id="7381" name="Google Shape;7381;p49"/>
              <p:cNvPicPr preferRelativeResize="0"/>
              <p:nvPr/>
            </p:nvPicPr>
            <p:blipFill rotWithShape="1">
              <a:blip r:embed="rId13">
                <a:alphaModFix/>
              </a:blip>
              <a:srcRect b="0" l="0" r="0" t="0"/>
              <a:stretch/>
            </p:blipFill>
            <p:spPr>
              <a:xfrm>
                <a:off x="742" y="2409"/>
                <a:ext cx="576" cy="464"/>
              </a:xfrm>
              <a:prstGeom prst="rect">
                <a:avLst/>
              </a:prstGeom>
              <a:noFill/>
              <a:ln>
                <a:noFill/>
              </a:ln>
            </p:spPr>
          </p:pic>
          <p:sp>
            <p:nvSpPr>
              <p:cNvPr id="7382" name="Google Shape;7382;p49"/>
              <p:cNvSpPr/>
              <p:nvPr/>
            </p:nvSpPr>
            <p:spPr>
              <a:xfrm>
                <a:off x="986" y="2597"/>
                <a:ext cx="65" cy="67"/>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grpSp>
          <p:nvGrpSpPr>
            <p:cNvPr id="7383" name="Google Shape;7383;p49"/>
            <p:cNvGrpSpPr/>
            <p:nvPr/>
          </p:nvGrpSpPr>
          <p:grpSpPr>
            <a:xfrm>
              <a:off x="7011178" y="5204622"/>
              <a:ext cx="728830" cy="544174"/>
              <a:chOff x="877" y="1008"/>
              <a:chExt cx="2747" cy="2626"/>
            </a:xfrm>
          </p:grpSpPr>
          <p:pic>
            <p:nvPicPr>
              <p:cNvPr descr="antenna_stylized" id="7384" name="Google Shape;7384;p49"/>
              <p:cNvPicPr preferRelativeResize="0"/>
              <p:nvPr/>
            </p:nvPicPr>
            <p:blipFill rotWithShape="1">
              <a:blip r:embed="rId14">
                <a:alphaModFix/>
              </a:blip>
              <a:srcRect b="0" l="0" r="0" t="0"/>
              <a:stretch/>
            </p:blipFill>
            <p:spPr>
              <a:xfrm>
                <a:off x="877" y="1008"/>
                <a:ext cx="2725" cy="1421"/>
              </a:xfrm>
              <a:prstGeom prst="rect">
                <a:avLst/>
              </a:prstGeom>
              <a:noFill/>
              <a:ln>
                <a:noFill/>
              </a:ln>
            </p:spPr>
          </p:pic>
          <p:pic>
            <p:nvPicPr>
              <p:cNvPr descr="laptop_keyboard" id="7385" name="Google Shape;7385;p49"/>
              <p:cNvPicPr preferRelativeResize="0"/>
              <p:nvPr/>
            </p:nvPicPr>
            <p:blipFill rotWithShape="1">
              <a:blip r:embed="rId15">
                <a:alphaModFix/>
              </a:blip>
              <a:srcRect b="0" l="0" r="0" t="0"/>
              <a:stretch/>
            </p:blipFill>
            <p:spPr>
              <a:xfrm flipH="1" rot="109064">
                <a:off x="1009" y="2586"/>
                <a:ext cx="2245" cy="1013"/>
              </a:xfrm>
              <a:prstGeom prst="rect">
                <a:avLst/>
              </a:prstGeom>
              <a:noFill/>
              <a:ln>
                <a:noFill/>
              </a:ln>
            </p:spPr>
          </p:pic>
          <p:sp>
            <p:nvSpPr>
              <p:cNvPr id="7386" name="Google Shape;7386;p4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7387" name="Google Shape;7387;p49"/>
              <p:cNvPicPr preferRelativeResize="0"/>
              <p:nvPr/>
            </p:nvPicPr>
            <p:blipFill rotWithShape="1">
              <a:blip r:embed="rId16">
                <a:alphaModFix/>
              </a:blip>
              <a:srcRect b="0" l="0" r="0" t="0"/>
              <a:stretch/>
            </p:blipFill>
            <p:spPr>
              <a:xfrm>
                <a:off x="1842" y="1637"/>
                <a:ext cx="1642" cy="1203"/>
              </a:xfrm>
              <a:prstGeom prst="rect">
                <a:avLst/>
              </a:prstGeom>
              <a:noFill/>
              <a:ln>
                <a:noFill/>
              </a:ln>
            </p:spPr>
          </p:pic>
          <p:sp>
            <p:nvSpPr>
              <p:cNvPr id="7388" name="Google Shape;7388;p4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89" name="Google Shape;7389;p4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90" name="Google Shape;7390;p4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91" name="Google Shape;7391;p4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92" name="Google Shape;7392;p4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93" name="Google Shape;7393;p4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394" name="Google Shape;7394;p49"/>
              <p:cNvGrpSpPr/>
              <p:nvPr/>
            </p:nvGrpSpPr>
            <p:grpSpPr>
              <a:xfrm>
                <a:off x="1709" y="3008"/>
                <a:ext cx="507" cy="234"/>
                <a:chOff x="1740" y="2642"/>
                <a:chExt cx="752" cy="327"/>
              </a:xfrm>
            </p:grpSpPr>
            <p:sp>
              <p:nvSpPr>
                <p:cNvPr id="7395" name="Google Shape;7395;p4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96" name="Google Shape;7396;p4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97" name="Google Shape;7397;p4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98" name="Google Shape;7398;p4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99" name="Google Shape;7399;p4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00" name="Google Shape;7400;p4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401" name="Google Shape;7401;p4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02" name="Google Shape;7402;p4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03" name="Google Shape;7403;p4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04" name="Google Shape;7404;p4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05" name="Google Shape;7405;p4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06" name="Google Shape;7406;p4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7407" name="Google Shape;7407;p49"/>
            <p:cNvCxnSpPr/>
            <p:nvPr/>
          </p:nvCxnSpPr>
          <p:spPr>
            <a:xfrm>
              <a:off x="8933050" y="5885917"/>
              <a:ext cx="629346" cy="0"/>
            </a:xfrm>
            <a:prstGeom prst="straightConnector1">
              <a:avLst/>
            </a:prstGeom>
            <a:noFill/>
            <a:ln cap="flat" cmpd="sng" w="9525">
              <a:solidFill>
                <a:schemeClr val="dk1"/>
              </a:solidFill>
              <a:prstDash val="solid"/>
              <a:round/>
              <a:headEnd len="sm" w="sm" type="none"/>
              <a:tailEnd len="sm" w="sm" type="none"/>
            </a:ln>
          </p:spPr>
        </p:cxnSp>
        <p:sp>
          <p:nvSpPr>
            <p:cNvPr id="7408" name="Google Shape;7408;p49"/>
            <p:cNvSpPr txBox="1"/>
            <p:nvPr/>
          </p:nvSpPr>
          <p:spPr>
            <a:xfrm>
              <a:off x="9277842" y="5809251"/>
              <a:ext cx="12128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to Internet</a:t>
              </a:r>
              <a:endParaRPr b="0" i="1" sz="1800" u="none" cap="none" strike="noStrike">
                <a:solidFill>
                  <a:srgbClr val="000000"/>
                </a:solidFill>
                <a:latin typeface="Calibri"/>
                <a:ea typeface="Calibri"/>
                <a:cs typeface="Calibri"/>
                <a:sym typeface="Calibri"/>
              </a:endParaRPr>
            </a:p>
          </p:txBody>
        </p:sp>
        <p:sp>
          <p:nvSpPr>
            <p:cNvPr id="7409" name="Google Shape;7409;p49"/>
            <p:cNvSpPr/>
            <p:nvPr/>
          </p:nvSpPr>
          <p:spPr>
            <a:xfrm>
              <a:off x="6622327" y="1977830"/>
              <a:ext cx="5443549" cy="2625725"/>
            </a:xfrm>
            <a:prstGeom prst="rect">
              <a:avLst/>
            </a:prstGeom>
            <a:noFill/>
            <a:ln>
              <a:noFill/>
            </a:ln>
          </p:spPr>
          <p:txBody>
            <a:bodyPr anchorCtr="0" anchor="t" bIns="45700" lIns="91425" spcFirstLastPara="1" rIns="91425" wrap="square" tIns="45700">
              <a:noAutofit/>
            </a:bodyPr>
            <a:lstStyle/>
            <a:p>
              <a:pPr indent="-243840" lvl="0" marL="342900" marR="0" rtl="0" algn="l">
                <a:lnSpc>
                  <a:spcPct val="85000"/>
                </a:lnSpc>
                <a:spcBef>
                  <a:spcPts val="0"/>
                </a:spcBef>
                <a:spcAft>
                  <a:spcPts val="0"/>
                </a:spcAft>
                <a:buClr>
                  <a:srgbClr val="000099"/>
                </a:buClr>
                <a:buSzPts val="1560"/>
                <a:buFont typeface="Noto Sans Symbols"/>
                <a:buNone/>
              </a:pPr>
              <a:r>
                <a:t/>
              </a:r>
              <a:endParaRPr b="0" i="0" sz="2400" u="none" cap="none" strike="noStrike">
                <a:solidFill>
                  <a:srgbClr val="000000"/>
                </a:solidFill>
                <a:latin typeface="Gill Sans"/>
                <a:ea typeface="Gill Sans"/>
                <a:cs typeface="Gill Sans"/>
                <a:sym typeface="Gill Sans"/>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Wide-area cellular access networks</a:t>
              </a:r>
              <a:endParaRPr b="0" i="0" sz="2800" u="none" cap="none" strike="noStrike">
                <a:solidFill>
                  <a:srgbClr val="CC0000"/>
                </a:solidFill>
                <a:latin typeface="Calibri"/>
                <a:ea typeface="Calibri"/>
                <a:cs typeface="Calibri"/>
                <a:sym typeface="Calibri"/>
              </a:endParaRPr>
            </a:p>
            <a:p>
              <a:pPr indent="-249555" lvl="1" marL="4572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provided by mobile, cellular network operator (10’s km)</a:t>
              </a:r>
              <a:endParaRPr b="0" i="0" sz="2400" u="none" cap="none" strike="noStrike">
                <a:solidFill>
                  <a:srgbClr val="000000"/>
                </a:solidFill>
                <a:latin typeface="Calibri"/>
                <a:ea typeface="Calibri"/>
                <a:cs typeface="Calibri"/>
                <a:sym typeface="Calibri"/>
              </a:endParaRPr>
            </a:p>
            <a:p>
              <a:pPr indent="-249555" lvl="1" marL="4572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10’s Mbps </a:t>
              </a:r>
              <a:endParaRPr b="0" i="0" sz="2400" u="none" cap="none" strike="noStrike">
                <a:solidFill>
                  <a:srgbClr val="000000"/>
                </a:solidFill>
                <a:latin typeface="Calibri"/>
                <a:ea typeface="Calibri"/>
                <a:cs typeface="Calibri"/>
                <a:sym typeface="Calibri"/>
              </a:endParaRPr>
            </a:p>
            <a:p>
              <a:pPr indent="-249555" lvl="1" marL="4572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4G/5G cellular networks</a:t>
              </a:r>
              <a:endParaRPr b="0" i="0" sz="2400" u="none" cap="none" strike="noStrike">
                <a:solidFill>
                  <a:srgbClr val="000000"/>
                </a:solidFill>
                <a:latin typeface="Calibri"/>
                <a:ea typeface="Calibri"/>
                <a:cs typeface="Calibri"/>
                <a:sym typeface="Calibri"/>
              </a:endParaRPr>
            </a:p>
          </p:txBody>
        </p:sp>
        <p:grpSp>
          <p:nvGrpSpPr>
            <p:cNvPr id="7410" name="Google Shape;7410;p49"/>
            <p:cNvGrpSpPr/>
            <p:nvPr/>
          </p:nvGrpSpPr>
          <p:grpSpPr>
            <a:xfrm>
              <a:off x="8517156" y="5755545"/>
              <a:ext cx="499292" cy="246225"/>
              <a:chOff x="7493876" y="2774731"/>
              <a:chExt cx="1481958" cy="894622"/>
            </a:xfrm>
          </p:grpSpPr>
          <p:sp>
            <p:nvSpPr>
              <p:cNvPr id="7411" name="Google Shape;7411;p4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412" name="Google Shape;7412;p4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413" name="Google Shape;7413;p49"/>
              <p:cNvGrpSpPr/>
              <p:nvPr/>
            </p:nvGrpSpPr>
            <p:grpSpPr>
              <a:xfrm>
                <a:off x="7713663" y="2848339"/>
                <a:ext cx="1042107" cy="425543"/>
                <a:chOff x="7786941" y="2884917"/>
                <a:chExt cx="897649" cy="353919"/>
              </a:xfrm>
            </p:grpSpPr>
            <p:sp>
              <p:nvSpPr>
                <p:cNvPr id="7414" name="Google Shape;7414;p4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15" name="Google Shape;7415;p4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16" name="Google Shape;7416;p4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17" name="Google Shape;7417;p4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7"/>
                                        </p:tgtEl>
                                        <p:attrNameLst>
                                          <p:attrName>style.visibility</p:attrName>
                                        </p:attrNameLst>
                                      </p:cBhvr>
                                      <p:to>
                                        <p:strVal val="visible"/>
                                      </p:to>
                                    </p:set>
                                    <p:animEffect filter="fade" transition="in">
                                      <p:cBhvr>
                                        <p:cTn dur="500"/>
                                        <p:tgtEl>
                                          <p:spTgt spid="7357"/>
                                        </p:tgtEl>
                                      </p:cBhvr>
                                    </p:animEffect>
                                  </p:childTnLst>
                                </p:cTn>
                              </p:par>
                              <p:par>
                                <p:cTn fill="hold" nodeType="withEffect" presetClass="exit" presetID="10" presetSubtype="0">
                                  <p:stCondLst>
                                    <p:cond delay="0"/>
                                  </p:stCondLst>
                                  <p:childTnLst>
                                    <p:animEffect filter="fade" transition="out">
                                      <p:cBhvr>
                                        <p:cTn dur="500"/>
                                        <p:tgtEl>
                                          <p:spTgt spid="7311"/>
                                        </p:tgtEl>
                                      </p:cBhvr>
                                    </p:animEffect>
                                    <p:set>
                                      <p:cBhvr>
                                        <p:cTn dur="1" fill="hold">
                                          <p:stCondLst>
                                            <p:cond delay="500"/>
                                          </p:stCondLst>
                                        </p:cTn>
                                        <p:tgtEl>
                                          <p:spTgt spid="731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2" name="Shape 7422"/>
        <p:cNvGrpSpPr/>
        <p:nvPr/>
      </p:nvGrpSpPr>
      <p:grpSpPr>
        <a:xfrm>
          <a:off x="0" y="0"/>
          <a:ext cx="0" cy="0"/>
          <a:chOff x="0" y="0"/>
          <a:chExt cx="0" cy="0"/>
        </a:xfrm>
      </p:grpSpPr>
      <p:sp>
        <p:nvSpPr>
          <p:cNvPr id="7423" name="Google Shape;7423;p50"/>
          <p:cNvSpPr txBox="1"/>
          <p:nvPr>
            <p:ph type="title"/>
          </p:nvPr>
        </p:nvSpPr>
        <p:spPr>
          <a:xfrm>
            <a:off x="848710" y="273146"/>
            <a:ext cx="1086704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b="0" lang="en-US" sz="5400"/>
              <a:t>Access networks: enterprise networks</a:t>
            </a:r>
            <a:endParaRPr b="0" sz="5400"/>
          </a:p>
        </p:txBody>
      </p:sp>
      <p:sp>
        <p:nvSpPr>
          <p:cNvPr id="7424" name="Google Shape;7424;p50"/>
          <p:cNvSpPr txBox="1"/>
          <p:nvPr/>
        </p:nvSpPr>
        <p:spPr>
          <a:xfrm>
            <a:off x="1016188" y="3974373"/>
            <a:ext cx="10847590" cy="2401072"/>
          </a:xfrm>
          <a:prstGeom prst="rect">
            <a:avLst/>
          </a:prstGeom>
          <a:noFill/>
          <a:ln>
            <a:noFill/>
          </a:ln>
        </p:spPr>
        <p:txBody>
          <a:bodyPr anchorCtr="0" anchor="t" bIns="45700" lIns="91425" spcFirstLastPara="1" rIns="91425" wrap="square" tIns="45700">
            <a:normAutofit/>
          </a:bodyPr>
          <a:lstStyle/>
          <a:p>
            <a:pPr indent="-287655" lvl="0" marL="28765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companies, universities, etc.</a:t>
            </a:r>
            <a:endParaRPr b="0" i="0" sz="2800" u="none" cap="none" strike="noStrike">
              <a:solidFill>
                <a:srgbClr val="000000"/>
              </a:solidFill>
              <a:latin typeface="Calibri"/>
              <a:ea typeface="Calibri"/>
              <a:cs typeface="Calibri"/>
              <a:sym typeface="Calibri"/>
            </a:endParaRPr>
          </a:p>
          <a:p>
            <a:pPr indent="-287655" lvl="1" marL="28765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mix of wired, wireless link technologies, connecting a mix of switches and routers </a:t>
            </a:r>
            <a:r>
              <a:rPr b="0" i="0" lang="en-US" sz="2400" u="none" cap="none" strike="noStrike">
                <a:solidFill>
                  <a:srgbClr val="000000"/>
                </a:solidFill>
                <a:latin typeface="Calibri"/>
                <a:ea typeface="Calibri"/>
                <a:cs typeface="Calibri"/>
                <a:sym typeface="Calibri"/>
              </a:rPr>
              <a:t>(we’ll cover differences shortly)</a:t>
            </a:r>
            <a:endParaRPr b="0" i="0" sz="2800" u="none" cap="none" strike="noStrike">
              <a:solidFill>
                <a:srgbClr val="000000"/>
              </a:solidFill>
              <a:latin typeface="Calibri"/>
              <a:ea typeface="Calibri"/>
              <a:cs typeface="Calibri"/>
              <a:sym typeface="Calibri"/>
            </a:endParaRPr>
          </a:p>
          <a:p>
            <a:pPr indent="-287655" lvl="2" marL="73533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Ethernet: wired access at 100Mbps, 1Gbps, 10Gbps </a:t>
            </a:r>
            <a:endParaRPr b="0" i="0" sz="2800" u="none" cap="none" strike="noStrike">
              <a:solidFill>
                <a:srgbClr val="000000"/>
              </a:solidFill>
              <a:latin typeface="Calibri"/>
              <a:ea typeface="Calibri"/>
              <a:cs typeface="Calibri"/>
              <a:sym typeface="Calibri"/>
            </a:endParaRPr>
          </a:p>
          <a:p>
            <a:pPr indent="-287655" lvl="2" marL="73533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WiFi: wireless access points at 11, 54, 450 Mbps </a:t>
            </a:r>
            <a:endParaRPr b="0" i="0" sz="2800" u="none" cap="none" strike="noStrike">
              <a:solidFill>
                <a:srgbClr val="000000"/>
              </a:solidFill>
              <a:latin typeface="Calibri"/>
              <a:ea typeface="Calibri"/>
              <a:cs typeface="Calibri"/>
              <a:sym typeface="Calibri"/>
            </a:endParaRPr>
          </a:p>
        </p:txBody>
      </p:sp>
      <p:cxnSp>
        <p:nvCxnSpPr>
          <p:cNvPr id="7425" name="Google Shape;7425;p50"/>
          <p:cNvCxnSpPr/>
          <p:nvPr/>
        </p:nvCxnSpPr>
        <p:spPr>
          <a:xfrm>
            <a:off x="4170166" y="2675819"/>
            <a:ext cx="0" cy="306575"/>
          </a:xfrm>
          <a:prstGeom prst="straightConnector1">
            <a:avLst/>
          </a:prstGeom>
          <a:noFill/>
          <a:ln cap="flat" cmpd="sng" w="9525">
            <a:solidFill>
              <a:schemeClr val="dk1"/>
            </a:solidFill>
            <a:prstDash val="solid"/>
            <a:round/>
            <a:headEnd len="sm" w="sm" type="none"/>
            <a:tailEnd len="sm" w="sm" type="none"/>
          </a:ln>
        </p:spPr>
      </p:cxnSp>
      <p:cxnSp>
        <p:nvCxnSpPr>
          <p:cNvPr id="7426" name="Google Shape;7426;p50"/>
          <p:cNvCxnSpPr/>
          <p:nvPr/>
        </p:nvCxnSpPr>
        <p:spPr>
          <a:xfrm>
            <a:off x="4478096" y="2681014"/>
            <a:ext cx="0" cy="365812"/>
          </a:xfrm>
          <a:prstGeom prst="straightConnector1">
            <a:avLst/>
          </a:prstGeom>
          <a:noFill/>
          <a:ln cap="flat" cmpd="sng" w="9525">
            <a:solidFill>
              <a:schemeClr val="dk1"/>
            </a:solidFill>
            <a:prstDash val="solid"/>
            <a:round/>
            <a:headEnd len="sm" w="sm" type="none"/>
            <a:tailEnd len="sm" w="sm" type="none"/>
          </a:ln>
        </p:spPr>
      </p:cxnSp>
      <p:cxnSp>
        <p:nvCxnSpPr>
          <p:cNvPr id="7427" name="Google Shape;7427;p50"/>
          <p:cNvCxnSpPr/>
          <p:nvPr/>
        </p:nvCxnSpPr>
        <p:spPr>
          <a:xfrm rot="10800000">
            <a:off x="3726933" y="2663348"/>
            <a:ext cx="512050" cy="0"/>
          </a:xfrm>
          <a:prstGeom prst="straightConnector1">
            <a:avLst/>
          </a:prstGeom>
          <a:noFill/>
          <a:ln cap="flat" cmpd="sng" w="9525">
            <a:solidFill>
              <a:schemeClr val="dk1"/>
            </a:solidFill>
            <a:prstDash val="solid"/>
            <a:round/>
            <a:headEnd len="sm" w="sm" type="none"/>
            <a:tailEnd len="sm" w="sm" type="none"/>
          </a:ln>
        </p:spPr>
      </p:cxnSp>
      <p:cxnSp>
        <p:nvCxnSpPr>
          <p:cNvPr id="7428" name="Google Shape;7428;p50"/>
          <p:cNvCxnSpPr/>
          <p:nvPr/>
        </p:nvCxnSpPr>
        <p:spPr>
          <a:xfrm rot="10800000">
            <a:off x="3354851" y="2518893"/>
            <a:ext cx="780323" cy="0"/>
          </a:xfrm>
          <a:prstGeom prst="straightConnector1">
            <a:avLst/>
          </a:prstGeom>
          <a:noFill/>
          <a:ln cap="flat" cmpd="sng" w="9525">
            <a:solidFill>
              <a:schemeClr val="dk1"/>
            </a:solidFill>
            <a:prstDash val="solid"/>
            <a:round/>
            <a:headEnd len="sm" w="sm" type="none"/>
            <a:tailEnd len="sm" w="sm" type="none"/>
          </a:ln>
        </p:spPr>
      </p:cxnSp>
      <p:cxnSp>
        <p:nvCxnSpPr>
          <p:cNvPr id="7429" name="Google Shape;7429;p50"/>
          <p:cNvCxnSpPr/>
          <p:nvPr/>
        </p:nvCxnSpPr>
        <p:spPr>
          <a:xfrm rot="10800000">
            <a:off x="4296137" y="2114630"/>
            <a:ext cx="0" cy="351262"/>
          </a:xfrm>
          <a:prstGeom prst="straightConnector1">
            <a:avLst/>
          </a:prstGeom>
          <a:noFill/>
          <a:ln cap="flat" cmpd="sng" w="9525">
            <a:solidFill>
              <a:schemeClr val="dk1"/>
            </a:solidFill>
            <a:prstDash val="solid"/>
            <a:round/>
            <a:headEnd len="sm" w="sm" type="none"/>
            <a:tailEnd len="sm" w="sm" type="none"/>
          </a:ln>
        </p:spPr>
      </p:cxnSp>
      <p:grpSp>
        <p:nvGrpSpPr>
          <p:cNvPr id="7430" name="Google Shape;7430;p50"/>
          <p:cNvGrpSpPr/>
          <p:nvPr/>
        </p:nvGrpSpPr>
        <p:grpSpPr>
          <a:xfrm>
            <a:off x="4075687" y="1818447"/>
            <a:ext cx="641521" cy="410499"/>
            <a:chOff x="2967" y="478"/>
            <a:chExt cx="788" cy="625"/>
          </a:xfrm>
        </p:grpSpPr>
        <p:pic>
          <p:nvPicPr>
            <p:cNvPr descr="access_point_stylized_small" id="7431" name="Google Shape;7431;p50"/>
            <p:cNvPicPr preferRelativeResize="0"/>
            <p:nvPr/>
          </p:nvPicPr>
          <p:blipFill rotWithShape="1">
            <a:blip r:embed="rId3">
              <a:alphaModFix/>
            </a:blip>
            <a:srcRect b="0" l="0" r="0" t="0"/>
            <a:stretch/>
          </p:blipFill>
          <p:spPr>
            <a:xfrm>
              <a:off x="3012" y="559"/>
              <a:ext cx="576" cy="544"/>
            </a:xfrm>
            <a:prstGeom prst="rect">
              <a:avLst/>
            </a:prstGeom>
            <a:noFill/>
            <a:ln>
              <a:noFill/>
            </a:ln>
          </p:spPr>
        </p:pic>
        <p:pic>
          <p:nvPicPr>
            <p:cNvPr descr="antenna_radiation_stylized" id="7432" name="Google Shape;7432;p50"/>
            <p:cNvPicPr preferRelativeResize="0"/>
            <p:nvPr/>
          </p:nvPicPr>
          <p:blipFill rotWithShape="1">
            <a:blip r:embed="rId4">
              <a:alphaModFix/>
            </a:blip>
            <a:srcRect b="0" l="0" r="0" t="0"/>
            <a:stretch/>
          </p:blipFill>
          <p:spPr>
            <a:xfrm>
              <a:off x="2967" y="478"/>
              <a:ext cx="788" cy="188"/>
            </a:xfrm>
            <a:prstGeom prst="rect">
              <a:avLst/>
            </a:prstGeom>
            <a:noFill/>
            <a:ln>
              <a:noFill/>
            </a:ln>
          </p:spPr>
        </p:pic>
      </p:grpSp>
      <p:grpSp>
        <p:nvGrpSpPr>
          <p:cNvPr id="7433" name="Google Shape;7433;p50"/>
          <p:cNvGrpSpPr/>
          <p:nvPr/>
        </p:nvGrpSpPr>
        <p:grpSpPr>
          <a:xfrm>
            <a:off x="4558577" y="1396516"/>
            <a:ext cx="457229" cy="468771"/>
            <a:chOff x="877" y="1008"/>
            <a:chExt cx="2747" cy="2626"/>
          </a:xfrm>
        </p:grpSpPr>
        <p:pic>
          <p:nvPicPr>
            <p:cNvPr descr="antenna_stylized" id="7434" name="Google Shape;7434;p50"/>
            <p:cNvPicPr preferRelativeResize="0"/>
            <p:nvPr/>
          </p:nvPicPr>
          <p:blipFill rotWithShape="1">
            <a:blip r:embed="rId5">
              <a:alphaModFix/>
            </a:blip>
            <a:srcRect b="0" l="0" r="0" t="0"/>
            <a:stretch/>
          </p:blipFill>
          <p:spPr>
            <a:xfrm>
              <a:off x="877" y="1008"/>
              <a:ext cx="2725" cy="1421"/>
            </a:xfrm>
            <a:prstGeom prst="rect">
              <a:avLst/>
            </a:prstGeom>
            <a:noFill/>
            <a:ln>
              <a:noFill/>
            </a:ln>
          </p:spPr>
        </p:pic>
        <p:pic>
          <p:nvPicPr>
            <p:cNvPr descr="laptop_keyboard" id="7435" name="Google Shape;7435;p50"/>
            <p:cNvPicPr preferRelativeResize="0"/>
            <p:nvPr/>
          </p:nvPicPr>
          <p:blipFill rotWithShape="1">
            <a:blip r:embed="rId6">
              <a:alphaModFix/>
            </a:blip>
            <a:srcRect b="0" l="0" r="0" t="0"/>
            <a:stretch/>
          </p:blipFill>
          <p:spPr>
            <a:xfrm flipH="1" rot="109064">
              <a:off x="1009" y="2586"/>
              <a:ext cx="2245" cy="1013"/>
            </a:xfrm>
            <a:prstGeom prst="rect">
              <a:avLst/>
            </a:prstGeom>
            <a:noFill/>
            <a:ln>
              <a:noFill/>
            </a:ln>
          </p:spPr>
        </p:pic>
        <p:sp>
          <p:nvSpPr>
            <p:cNvPr id="7436" name="Google Shape;7436;p50"/>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pic>
          <p:nvPicPr>
            <p:cNvPr descr="screen" id="7437" name="Google Shape;7437;p50"/>
            <p:cNvPicPr preferRelativeResize="0"/>
            <p:nvPr/>
          </p:nvPicPr>
          <p:blipFill rotWithShape="1">
            <a:blip r:embed="rId7">
              <a:alphaModFix/>
            </a:blip>
            <a:srcRect b="0" l="0" r="0" t="0"/>
            <a:stretch/>
          </p:blipFill>
          <p:spPr>
            <a:xfrm>
              <a:off x="1842" y="1637"/>
              <a:ext cx="1642" cy="1203"/>
            </a:xfrm>
            <a:prstGeom prst="rect">
              <a:avLst/>
            </a:prstGeom>
            <a:noFill/>
            <a:ln>
              <a:noFill/>
            </a:ln>
          </p:spPr>
        </p:pic>
        <p:sp>
          <p:nvSpPr>
            <p:cNvPr id="7438" name="Google Shape;7438;p50"/>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39" name="Google Shape;7439;p50"/>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40" name="Google Shape;7440;p50"/>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41" name="Google Shape;7441;p50"/>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42" name="Google Shape;7442;p50"/>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43" name="Google Shape;7443;p50"/>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nvGrpSpPr>
            <p:cNvPr id="7444" name="Google Shape;7444;p50"/>
            <p:cNvGrpSpPr/>
            <p:nvPr/>
          </p:nvGrpSpPr>
          <p:grpSpPr>
            <a:xfrm>
              <a:off x="1709" y="3008"/>
              <a:ext cx="507" cy="234"/>
              <a:chOff x="1740" y="2642"/>
              <a:chExt cx="752" cy="327"/>
            </a:xfrm>
          </p:grpSpPr>
          <p:sp>
            <p:nvSpPr>
              <p:cNvPr id="7445" name="Google Shape;7445;p5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46" name="Google Shape;7446;p5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47" name="Google Shape;7447;p5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48" name="Google Shape;7448;p5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49" name="Google Shape;7449;p5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50" name="Google Shape;7450;p5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sp>
          <p:nvSpPr>
            <p:cNvPr id="7451" name="Google Shape;7451;p50"/>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52" name="Google Shape;7452;p50"/>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53" name="Google Shape;7453;p50"/>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54" name="Google Shape;7454;p50"/>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55" name="Google Shape;7455;p50"/>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56" name="Google Shape;7456;p50"/>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grpSp>
        <p:nvGrpSpPr>
          <p:cNvPr id="7457" name="Google Shape;7457;p50"/>
          <p:cNvGrpSpPr/>
          <p:nvPr/>
        </p:nvGrpSpPr>
        <p:grpSpPr>
          <a:xfrm>
            <a:off x="3434166" y="1579422"/>
            <a:ext cx="416406" cy="415047"/>
            <a:chOff x="877" y="1008"/>
            <a:chExt cx="2747" cy="2626"/>
          </a:xfrm>
        </p:grpSpPr>
        <p:pic>
          <p:nvPicPr>
            <p:cNvPr descr="antenna_stylized" id="7458" name="Google Shape;7458;p50"/>
            <p:cNvPicPr preferRelativeResize="0"/>
            <p:nvPr/>
          </p:nvPicPr>
          <p:blipFill rotWithShape="1">
            <a:blip r:embed="rId8">
              <a:alphaModFix/>
            </a:blip>
            <a:srcRect b="0" l="0" r="0" t="0"/>
            <a:stretch/>
          </p:blipFill>
          <p:spPr>
            <a:xfrm>
              <a:off x="877" y="1008"/>
              <a:ext cx="2725" cy="1421"/>
            </a:xfrm>
            <a:prstGeom prst="rect">
              <a:avLst/>
            </a:prstGeom>
            <a:noFill/>
            <a:ln>
              <a:noFill/>
            </a:ln>
          </p:spPr>
        </p:pic>
        <p:pic>
          <p:nvPicPr>
            <p:cNvPr descr="laptop_keyboard" id="7459" name="Google Shape;7459;p50"/>
            <p:cNvPicPr preferRelativeResize="0"/>
            <p:nvPr/>
          </p:nvPicPr>
          <p:blipFill rotWithShape="1">
            <a:blip r:embed="rId9">
              <a:alphaModFix/>
            </a:blip>
            <a:srcRect b="0" l="0" r="0" t="0"/>
            <a:stretch/>
          </p:blipFill>
          <p:spPr>
            <a:xfrm flipH="1" rot="109064">
              <a:off x="1009" y="2586"/>
              <a:ext cx="2245" cy="1013"/>
            </a:xfrm>
            <a:prstGeom prst="rect">
              <a:avLst/>
            </a:prstGeom>
            <a:noFill/>
            <a:ln>
              <a:noFill/>
            </a:ln>
          </p:spPr>
        </p:pic>
        <p:sp>
          <p:nvSpPr>
            <p:cNvPr id="7460" name="Google Shape;7460;p50"/>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pic>
          <p:nvPicPr>
            <p:cNvPr descr="screen" id="7461" name="Google Shape;7461;p50"/>
            <p:cNvPicPr preferRelativeResize="0"/>
            <p:nvPr/>
          </p:nvPicPr>
          <p:blipFill rotWithShape="1">
            <a:blip r:embed="rId10">
              <a:alphaModFix/>
            </a:blip>
            <a:srcRect b="0" l="0" r="0" t="0"/>
            <a:stretch/>
          </p:blipFill>
          <p:spPr>
            <a:xfrm>
              <a:off x="1842" y="1637"/>
              <a:ext cx="1642" cy="1203"/>
            </a:xfrm>
            <a:prstGeom prst="rect">
              <a:avLst/>
            </a:prstGeom>
            <a:noFill/>
            <a:ln>
              <a:noFill/>
            </a:ln>
          </p:spPr>
        </p:pic>
        <p:sp>
          <p:nvSpPr>
            <p:cNvPr id="7462" name="Google Shape;7462;p50"/>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63" name="Google Shape;7463;p50"/>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64" name="Google Shape;7464;p50"/>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65" name="Google Shape;7465;p50"/>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66" name="Google Shape;7466;p50"/>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67" name="Google Shape;7467;p50"/>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nvGrpSpPr>
            <p:cNvPr id="7468" name="Google Shape;7468;p50"/>
            <p:cNvGrpSpPr/>
            <p:nvPr/>
          </p:nvGrpSpPr>
          <p:grpSpPr>
            <a:xfrm>
              <a:off x="1709" y="3008"/>
              <a:ext cx="507" cy="234"/>
              <a:chOff x="1740" y="2642"/>
              <a:chExt cx="752" cy="327"/>
            </a:xfrm>
          </p:grpSpPr>
          <p:sp>
            <p:nvSpPr>
              <p:cNvPr id="7469" name="Google Shape;7469;p5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70" name="Google Shape;7470;p5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71" name="Google Shape;7471;p5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72" name="Google Shape;7472;p5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73" name="Google Shape;7473;p5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74" name="Google Shape;7474;p5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sp>
          <p:nvSpPr>
            <p:cNvPr id="7475" name="Google Shape;7475;p50"/>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76" name="Google Shape;7476;p50"/>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77" name="Google Shape;7477;p50"/>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78" name="Google Shape;7478;p50"/>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79" name="Google Shape;7479;p50"/>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80" name="Google Shape;7480;p50"/>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grpSp>
        <p:nvGrpSpPr>
          <p:cNvPr id="7481" name="Google Shape;7481;p50"/>
          <p:cNvGrpSpPr/>
          <p:nvPr/>
        </p:nvGrpSpPr>
        <p:grpSpPr>
          <a:xfrm>
            <a:off x="3983542" y="1377810"/>
            <a:ext cx="466561" cy="408725"/>
            <a:chOff x="877" y="1008"/>
            <a:chExt cx="2747" cy="2626"/>
          </a:xfrm>
        </p:grpSpPr>
        <p:pic>
          <p:nvPicPr>
            <p:cNvPr descr="antenna_stylized" id="7482" name="Google Shape;7482;p50"/>
            <p:cNvPicPr preferRelativeResize="0"/>
            <p:nvPr/>
          </p:nvPicPr>
          <p:blipFill rotWithShape="1">
            <a:blip r:embed="rId11">
              <a:alphaModFix/>
            </a:blip>
            <a:srcRect b="0" l="0" r="0" t="0"/>
            <a:stretch/>
          </p:blipFill>
          <p:spPr>
            <a:xfrm>
              <a:off x="877" y="1008"/>
              <a:ext cx="2725" cy="1421"/>
            </a:xfrm>
            <a:prstGeom prst="rect">
              <a:avLst/>
            </a:prstGeom>
            <a:noFill/>
            <a:ln>
              <a:noFill/>
            </a:ln>
          </p:spPr>
        </p:pic>
        <p:pic>
          <p:nvPicPr>
            <p:cNvPr descr="laptop_keyboard" id="7483" name="Google Shape;7483;p50"/>
            <p:cNvPicPr preferRelativeResize="0"/>
            <p:nvPr/>
          </p:nvPicPr>
          <p:blipFill rotWithShape="1">
            <a:blip r:embed="rId12">
              <a:alphaModFix/>
            </a:blip>
            <a:srcRect b="0" l="0" r="0" t="0"/>
            <a:stretch/>
          </p:blipFill>
          <p:spPr>
            <a:xfrm flipH="1" rot="109064">
              <a:off x="1009" y="2586"/>
              <a:ext cx="2245" cy="1013"/>
            </a:xfrm>
            <a:prstGeom prst="rect">
              <a:avLst/>
            </a:prstGeom>
            <a:noFill/>
            <a:ln>
              <a:noFill/>
            </a:ln>
          </p:spPr>
        </p:pic>
        <p:sp>
          <p:nvSpPr>
            <p:cNvPr id="7484" name="Google Shape;7484;p50"/>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pic>
          <p:nvPicPr>
            <p:cNvPr descr="screen" id="7485" name="Google Shape;7485;p50"/>
            <p:cNvPicPr preferRelativeResize="0"/>
            <p:nvPr/>
          </p:nvPicPr>
          <p:blipFill rotWithShape="1">
            <a:blip r:embed="rId13">
              <a:alphaModFix/>
            </a:blip>
            <a:srcRect b="0" l="0" r="0" t="0"/>
            <a:stretch/>
          </p:blipFill>
          <p:spPr>
            <a:xfrm>
              <a:off x="1842" y="1637"/>
              <a:ext cx="1642" cy="1203"/>
            </a:xfrm>
            <a:prstGeom prst="rect">
              <a:avLst/>
            </a:prstGeom>
            <a:noFill/>
            <a:ln>
              <a:noFill/>
            </a:ln>
          </p:spPr>
        </p:pic>
        <p:sp>
          <p:nvSpPr>
            <p:cNvPr id="7486" name="Google Shape;7486;p50"/>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87" name="Google Shape;7487;p50"/>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88" name="Google Shape;7488;p50"/>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89" name="Google Shape;7489;p50"/>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90" name="Google Shape;7490;p50"/>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91" name="Google Shape;7491;p50"/>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nvGrpSpPr>
            <p:cNvPr id="7492" name="Google Shape;7492;p50"/>
            <p:cNvGrpSpPr/>
            <p:nvPr/>
          </p:nvGrpSpPr>
          <p:grpSpPr>
            <a:xfrm>
              <a:off x="1709" y="3008"/>
              <a:ext cx="507" cy="234"/>
              <a:chOff x="1740" y="2642"/>
              <a:chExt cx="752" cy="327"/>
            </a:xfrm>
          </p:grpSpPr>
          <p:sp>
            <p:nvSpPr>
              <p:cNvPr id="7493" name="Google Shape;7493;p5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94" name="Google Shape;7494;p5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95" name="Google Shape;7495;p5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96" name="Google Shape;7496;p5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97" name="Google Shape;7497;p5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98" name="Google Shape;7498;p5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sp>
          <p:nvSpPr>
            <p:cNvPr id="7499" name="Google Shape;7499;p50"/>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00" name="Google Shape;7500;p50"/>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01" name="Google Shape;7501;p50"/>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02" name="Google Shape;7502;p50"/>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03" name="Google Shape;7503;p50"/>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04" name="Google Shape;7504;p50"/>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cxnSp>
        <p:nvCxnSpPr>
          <p:cNvPr id="7505" name="Google Shape;7505;p50"/>
          <p:cNvCxnSpPr/>
          <p:nvPr/>
        </p:nvCxnSpPr>
        <p:spPr>
          <a:xfrm flipH="1" rot="10800000">
            <a:off x="4581905" y="1972254"/>
            <a:ext cx="1225888" cy="501952"/>
          </a:xfrm>
          <a:prstGeom prst="straightConnector1">
            <a:avLst/>
          </a:prstGeom>
          <a:noFill/>
          <a:ln cap="flat" cmpd="sng" w="28575">
            <a:solidFill>
              <a:schemeClr val="dk1"/>
            </a:solidFill>
            <a:prstDash val="solid"/>
            <a:round/>
            <a:headEnd len="sm" w="sm" type="none"/>
            <a:tailEnd len="sm" w="sm" type="none"/>
          </a:ln>
        </p:spPr>
      </p:cxnSp>
      <p:cxnSp>
        <p:nvCxnSpPr>
          <p:cNvPr id="7506" name="Google Shape;7506;p50"/>
          <p:cNvCxnSpPr/>
          <p:nvPr/>
        </p:nvCxnSpPr>
        <p:spPr>
          <a:xfrm>
            <a:off x="5916269" y="2557345"/>
            <a:ext cx="0" cy="427126"/>
          </a:xfrm>
          <a:prstGeom prst="straightConnector1">
            <a:avLst/>
          </a:prstGeom>
          <a:noFill/>
          <a:ln cap="flat" cmpd="sng" w="28575">
            <a:solidFill>
              <a:schemeClr val="dk1"/>
            </a:solidFill>
            <a:prstDash val="solid"/>
            <a:round/>
            <a:headEnd len="sm" w="sm" type="none"/>
            <a:tailEnd len="sm" w="sm" type="none"/>
          </a:ln>
        </p:spPr>
      </p:cxnSp>
      <p:cxnSp>
        <p:nvCxnSpPr>
          <p:cNvPr id="7507" name="Google Shape;7507;p50"/>
          <p:cNvCxnSpPr/>
          <p:nvPr/>
        </p:nvCxnSpPr>
        <p:spPr>
          <a:xfrm>
            <a:off x="6196205" y="2552149"/>
            <a:ext cx="0" cy="427127"/>
          </a:xfrm>
          <a:prstGeom prst="straightConnector1">
            <a:avLst/>
          </a:prstGeom>
          <a:noFill/>
          <a:ln cap="flat" cmpd="sng" w="28575">
            <a:solidFill>
              <a:schemeClr val="dk1"/>
            </a:solidFill>
            <a:prstDash val="solid"/>
            <a:round/>
            <a:headEnd len="sm" w="sm" type="none"/>
            <a:tailEnd len="sm" w="sm" type="none"/>
          </a:ln>
        </p:spPr>
      </p:cxnSp>
      <p:grpSp>
        <p:nvGrpSpPr>
          <p:cNvPr id="7508" name="Google Shape;7508;p50"/>
          <p:cNvGrpSpPr/>
          <p:nvPr/>
        </p:nvGrpSpPr>
        <p:grpSpPr>
          <a:xfrm>
            <a:off x="5797296" y="2957452"/>
            <a:ext cx="268272" cy="501952"/>
            <a:chOff x="4140" y="429"/>
            <a:chExt cx="1425" cy="2396"/>
          </a:xfrm>
        </p:grpSpPr>
        <p:sp>
          <p:nvSpPr>
            <p:cNvPr id="7509" name="Google Shape;7509;p5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10" name="Google Shape;7510;p50"/>
            <p:cNvSpPr/>
            <p:nvPr/>
          </p:nvSpPr>
          <p:spPr>
            <a:xfrm>
              <a:off x="4208" y="429"/>
              <a:ext cx="1047"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11" name="Google Shape;7511;p5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12" name="Google Shape;7512;p5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13" name="Google Shape;7513;p50"/>
            <p:cNvSpPr/>
            <p:nvPr/>
          </p:nvSpPr>
          <p:spPr>
            <a:xfrm>
              <a:off x="4214" y="692"/>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nvGrpSpPr>
            <p:cNvPr id="7514" name="Google Shape;7514;p50"/>
            <p:cNvGrpSpPr/>
            <p:nvPr/>
          </p:nvGrpSpPr>
          <p:grpSpPr>
            <a:xfrm>
              <a:off x="4747" y="667"/>
              <a:ext cx="583" cy="144"/>
              <a:chOff x="612" y="2567"/>
              <a:chExt cx="727" cy="138"/>
            </a:xfrm>
          </p:grpSpPr>
          <p:sp>
            <p:nvSpPr>
              <p:cNvPr id="7515" name="Google Shape;7515;p50"/>
              <p:cNvSpPr/>
              <p:nvPr/>
            </p:nvSpPr>
            <p:spPr>
              <a:xfrm>
                <a:off x="612" y="2567"/>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16" name="Google Shape;7516;p50"/>
              <p:cNvSpPr/>
              <p:nvPr/>
            </p:nvSpPr>
            <p:spPr>
              <a:xfrm>
                <a:off x="627" y="2581"/>
                <a:ext cx="696"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7517" name="Google Shape;7517;p50"/>
            <p:cNvSpPr/>
            <p:nvPr/>
          </p:nvSpPr>
          <p:spPr>
            <a:xfrm>
              <a:off x="4227" y="1019"/>
              <a:ext cx="595"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nvGrpSpPr>
            <p:cNvPr id="7518" name="Google Shape;7518;p50"/>
            <p:cNvGrpSpPr/>
            <p:nvPr/>
          </p:nvGrpSpPr>
          <p:grpSpPr>
            <a:xfrm>
              <a:off x="4747" y="995"/>
              <a:ext cx="583" cy="134"/>
              <a:chOff x="614" y="2569"/>
              <a:chExt cx="727" cy="139"/>
            </a:xfrm>
          </p:grpSpPr>
          <p:sp>
            <p:nvSpPr>
              <p:cNvPr id="7519" name="Google Shape;7519;p50"/>
              <p:cNvSpPr/>
              <p:nvPr/>
            </p:nvSpPr>
            <p:spPr>
              <a:xfrm>
                <a:off x="614" y="2569"/>
                <a:ext cx="727"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20" name="Google Shape;7520;p50"/>
              <p:cNvSpPr/>
              <p:nvPr/>
            </p:nvSpPr>
            <p:spPr>
              <a:xfrm>
                <a:off x="630" y="2584"/>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7521" name="Google Shape;7521;p50"/>
            <p:cNvSpPr/>
            <p:nvPr/>
          </p:nvSpPr>
          <p:spPr>
            <a:xfrm>
              <a:off x="4214" y="1357"/>
              <a:ext cx="601"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22" name="Google Shape;7522;p50"/>
            <p:cNvSpPr/>
            <p:nvPr/>
          </p:nvSpPr>
          <p:spPr>
            <a:xfrm>
              <a:off x="4227" y="1654"/>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nvGrpSpPr>
            <p:cNvPr id="7523" name="Google Shape;7523;p50"/>
            <p:cNvGrpSpPr/>
            <p:nvPr/>
          </p:nvGrpSpPr>
          <p:grpSpPr>
            <a:xfrm>
              <a:off x="4735" y="1629"/>
              <a:ext cx="582" cy="149"/>
              <a:chOff x="614" y="2570"/>
              <a:chExt cx="725" cy="137"/>
            </a:xfrm>
          </p:grpSpPr>
          <p:sp>
            <p:nvSpPr>
              <p:cNvPr id="7524" name="Google Shape;7524;p50"/>
              <p:cNvSpPr/>
              <p:nvPr/>
            </p:nvSpPr>
            <p:spPr>
              <a:xfrm>
                <a:off x="614"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25" name="Google Shape;7525;p50"/>
              <p:cNvSpPr/>
              <p:nvPr/>
            </p:nvSpPr>
            <p:spPr>
              <a:xfrm>
                <a:off x="629" y="2584"/>
                <a:ext cx="695"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7526" name="Google Shape;7526;p5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nvGrpSpPr>
            <p:cNvPr id="7527" name="Google Shape;7527;p50"/>
            <p:cNvGrpSpPr/>
            <p:nvPr/>
          </p:nvGrpSpPr>
          <p:grpSpPr>
            <a:xfrm>
              <a:off x="4741" y="1327"/>
              <a:ext cx="582" cy="139"/>
              <a:chOff x="616" y="2568"/>
              <a:chExt cx="725" cy="139"/>
            </a:xfrm>
          </p:grpSpPr>
          <p:sp>
            <p:nvSpPr>
              <p:cNvPr id="7528" name="Google Shape;7528;p50"/>
              <p:cNvSpPr/>
              <p:nvPr/>
            </p:nvSpPr>
            <p:spPr>
              <a:xfrm>
                <a:off x="616" y="2568"/>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29" name="Google Shape;7529;p50"/>
              <p:cNvSpPr/>
              <p:nvPr/>
            </p:nvSpPr>
            <p:spPr>
              <a:xfrm>
                <a:off x="632" y="2583"/>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7530" name="Google Shape;7530;p50"/>
            <p:cNvSpPr/>
            <p:nvPr/>
          </p:nvSpPr>
          <p:spPr>
            <a:xfrm>
              <a:off x="5249" y="429"/>
              <a:ext cx="68" cy="2287"/>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31" name="Google Shape;7531;p5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32" name="Google Shape;7532;p5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33" name="Google Shape;7533;p50"/>
            <p:cNvSpPr/>
            <p:nvPr/>
          </p:nvSpPr>
          <p:spPr>
            <a:xfrm>
              <a:off x="5515" y="2612"/>
              <a:ext cx="50"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34" name="Google Shape;7534;p5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35" name="Google Shape;7535;p50"/>
            <p:cNvSpPr/>
            <p:nvPr/>
          </p:nvSpPr>
          <p:spPr>
            <a:xfrm>
              <a:off x="4140" y="2676"/>
              <a:ext cx="1202"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36" name="Google Shape;7536;p50"/>
            <p:cNvSpPr/>
            <p:nvPr/>
          </p:nvSpPr>
          <p:spPr>
            <a:xfrm>
              <a:off x="4208" y="2711"/>
              <a:ext cx="1066" cy="84"/>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37" name="Google Shape;7537;p50"/>
            <p:cNvSpPr/>
            <p:nvPr/>
          </p:nvSpPr>
          <p:spPr>
            <a:xfrm>
              <a:off x="4307" y="2383"/>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38" name="Google Shape;7538;p50"/>
            <p:cNvSpPr/>
            <p:nvPr/>
          </p:nvSpPr>
          <p:spPr>
            <a:xfrm>
              <a:off x="4487" y="2383"/>
              <a:ext cx="161"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FF0000"/>
                </a:solidFill>
                <a:latin typeface="Arial"/>
                <a:ea typeface="Arial"/>
                <a:cs typeface="Arial"/>
                <a:sym typeface="Arial"/>
              </a:endParaRPr>
            </a:p>
          </p:txBody>
        </p:sp>
        <p:sp>
          <p:nvSpPr>
            <p:cNvPr id="7539" name="Google Shape;7539;p50"/>
            <p:cNvSpPr/>
            <p:nvPr/>
          </p:nvSpPr>
          <p:spPr>
            <a:xfrm>
              <a:off x="4660" y="2379"/>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40" name="Google Shape;7540;p50"/>
            <p:cNvSpPr/>
            <p:nvPr/>
          </p:nvSpPr>
          <p:spPr>
            <a:xfrm>
              <a:off x="5063" y="1833"/>
              <a:ext cx="87"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7541" name="Google Shape;7541;p50"/>
          <p:cNvSpPr txBox="1"/>
          <p:nvPr/>
        </p:nvSpPr>
        <p:spPr>
          <a:xfrm>
            <a:off x="4764388" y="2906529"/>
            <a:ext cx="927409" cy="46243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Ethernet </a:t>
            </a:r>
            <a:endParaRPr b="0" i="0" sz="1800" u="none" cap="none" strike="noStrike">
              <a:solidFill>
                <a:srgbClr val="000000"/>
              </a:solidFill>
              <a:latin typeface="Calibri"/>
              <a:ea typeface="Calibri"/>
              <a:cs typeface="Calibri"/>
              <a:sym typeface="Calibri"/>
            </a:endParaRPr>
          </a:p>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switch</a:t>
            </a:r>
            <a:endParaRPr b="0" i="0" sz="1800" u="none" cap="none" strike="noStrike">
              <a:solidFill>
                <a:srgbClr val="000000"/>
              </a:solidFill>
              <a:latin typeface="Calibri"/>
              <a:ea typeface="Calibri"/>
              <a:cs typeface="Calibri"/>
              <a:sym typeface="Calibri"/>
            </a:endParaRPr>
          </a:p>
        </p:txBody>
      </p:sp>
      <p:cxnSp>
        <p:nvCxnSpPr>
          <p:cNvPr id="7542" name="Google Shape;7542;p50"/>
          <p:cNvCxnSpPr/>
          <p:nvPr/>
        </p:nvCxnSpPr>
        <p:spPr>
          <a:xfrm>
            <a:off x="6439983" y="3178810"/>
            <a:ext cx="386079" cy="0"/>
          </a:xfrm>
          <a:prstGeom prst="straightConnector1">
            <a:avLst/>
          </a:prstGeom>
          <a:noFill/>
          <a:ln cap="flat" cmpd="sng" w="9525">
            <a:solidFill>
              <a:srgbClr val="CC0000"/>
            </a:solidFill>
            <a:prstDash val="solid"/>
            <a:round/>
            <a:headEnd len="sm" w="sm" type="none"/>
            <a:tailEnd len="sm" w="sm" type="none"/>
          </a:ln>
        </p:spPr>
      </p:cxnSp>
      <p:sp>
        <p:nvSpPr>
          <p:cNvPr id="7543" name="Google Shape;7543;p50"/>
          <p:cNvSpPr txBox="1"/>
          <p:nvPr/>
        </p:nvSpPr>
        <p:spPr>
          <a:xfrm>
            <a:off x="6660355" y="2915882"/>
            <a:ext cx="1603958" cy="46243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institutional mail,</a:t>
            </a:r>
            <a:endParaRPr b="0" i="0" sz="1800" u="none" cap="none" strike="noStrike">
              <a:solidFill>
                <a:srgbClr val="000000"/>
              </a:solidFill>
              <a:latin typeface="Calibri"/>
              <a:ea typeface="Calibri"/>
              <a:cs typeface="Calibri"/>
              <a:sym typeface="Calibri"/>
            </a:endParaRPr>
          </a:p>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web servers</a:t>
            </a:r>
            <a:endParaRPr b="0" i="0" sz="1800" u="none" cap="none" strike="noStrike">
              <a:solidFill>
                <a:srgbClr val="000000"/>
              </a:solidFill>
              <a:latin typeface="Calibri"/>
              <a:ea typeface="Calibri"/>
              <a:cs typeface="Calibri"/>
              <a:sym typeface="Calibri"/>
            </a:endParaRPr>
          </a:p>
        </p:txBody>
      </p:sp>
      <p:sp>
        <p:nvSpPr>
          <p:cNvPr id="7544" name="Google Shape;7544;p50"/>
          <p:cNvSpPr txBox="1"/>
          <p:nvPr/>
        </p:nvSpPr>
        <p:spPr>
          <a:xfrm>
            <a:off x="7268479" y="2511682"/>
            <a:ext cx="1719743" cy="26982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institutional router</a:t>
            </a:r>
            <a:endParaRPr b="0" i="0" sz="1800" u="none" cap="none" strike="noStrike">
              <a:solidFill>
                <a:srgbClr val="000000"/>
              </a:solidFill>
              <a:latin typeface="Calibri"/>
              <a:ea typeface="Calibri"/>
              <a:cs typeface="Calibri"/>
              <a:sym typeface="Calibri"/>
            </a:endParaRPr>
          </a:p>
        </p:txBody>
      </p:sp>
      <p:cxnSp>
        <p:nvCxnSpPr>
          <p:cNvPr id="7545" name="Google Shape;7545;p50"/>
          <p:cNvCxnSpPr/>
          <p:nvPr/>
        </p:nvCxnSpPr>
        <p:spPr>
          <a:xfrm>
            <a:off x="6585783" y="2140611"/>
            <a:ext cx="739499" cy="434401"/>
          </a:xfrm>
          <a:prstGeom prst="straightConnector1">
            <a:avLst/>
          </a:prstGeom>
          <a:noFill/>
          <a:ln cap="flat" cmpd="sng" w="9525">
            <a:solidFill>
              <a:srgbClr val="CC0000"/>
            </a:solidFill>
            <a:prstDash val="solid"/>
            <a:round/>
            <a:headEnd len="sm" w="sm" type="none"/>
            <a:tailEnd len="sm" w="sm" type="none"/>
          </a:ln>
        </p:spPr>
      </p:cxnSp>
      <p:cxnSp>
        <p:nvCxnSpPr>
          <p:cNvPr id="7546" name="Google Shape;7546;p50"/>
          <p:cNvCxnSpPr/>
          <p:nvPr/>
        </p:nvCxnSpPr>
        <p:spPr>
          <a:xfrm>
            <a:off x="6639438" y="1920292"/>
            <a:ext cx="713838" cy="0"/>
          </a:xfrm>
          <a:prstGeom prst="straightConnector1">
            <a:avLst/>
          </a:prstGeom>
          <a:noFill/>
          <a:ln cap="flat" cmpd="sng" w="28575">
            <a:solidFill>
              <a:schemeClr val="dk1"/>
            </a:solidFill>
            <a:prstDash val="solid"/>
            <a:round/>
            <a:headEnd len="sm" w="sm" type="none"/>
            <a:tailEnd len="sm" w="sm" type="none"/>
          </a:ln>
        </p:spPr>
      </p:cxnSp>
      <p:cxnSp>
        <p:nvCxnSpPr>
          <p:cNvPr id="7547" name="Google Shape;7547;p50"/>
          <p:cNvCxnSpPr/>
          <p:nvPr/>
        </p:nvCxnSpPr>
        <p:spPr>
          <a:xfrm>
            <a:off x="7396433" y="1918214"/>
            <a:ext cx="713838" cy="0"/>
          </a:xfrm>
          <a:prstGeom prst="straightConnector1">
            <a:avLst/>
          </a:prstGeom>
          <a:noFill/>
          <a:ln cap="flat" cmpd="sng" w="28575">
            <a:solidFill>
              <a:schemeClr val="dk1"/>
            </a:solidFill>
            <a:prstDash val="dash"/>
            <a:round/>
            <a:headEnd len="sm" w="sm" type="none"/>
            <a:tailEnd len="sm" w="sm" type="none"/>
          </a:ln>
        </p:spPr>
      </p:cxnSp>
      <p:cxnSp>
        <p:nvCxnSpPr>
          <p:cNvPr id="7548" name="Google Shape;7548;p50"/>
          <p:cNvCxnSpPr/>
          <p:nvPr/>
        </p:nvCxnSpPr>
        <p:spPr>
          <a:xfrm>
            <a:off x="6948534" y="1976411"/>
            <a:ext cx="369749" cy="217201"/>
          </a:xfrm>
          <a:prstGeom prst="straightConnector1">
            <a:avLst/>
          </a:prstGeom>
          <a:noFill/>
          <a:ln cap="flat" cmpd="sng" w="9525">
            <a:solidFill>
              <a:srgbClr val="CC0000"/>
            </a:solidFill>
            <a:prstDash val="solid"/>
            <a:round/>
            <a:headEnd len="sm" w="sm" type="none"/>
            <a:tailEnd len="sm" w="sm" type="none"/>
          </a:ln>
        </p:spPr>
      </p:cxnSp>
      <p:sp>
        <p:nvSpPr>
          <p:cNvPr id="7549" name="Google Shape;7549;p50"/>
          <p:cNvSpPr txBox="1"/>
          <p:nvPr/>
        </p:nvSpPr>
        <p:spPr>
          <a:xfrm>
            <a:off x="7321915" y="2109434"/>
            <a:ext cx="1612869" cy="655039"/>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Enterprise link to </a:t>
            </a:r>
            <a:endParaRPr b="0" i="0" sz="1800" u="none" cap="none" strike="noStrike">
              <a:solidFill>
                <a:srgbClr val="000000"/>
              </a:solidFill>
              <a:latin typeface="Calibri"/>
              <a:ea typeface="Calibri"/>
              <a:cs typeface="Calibri"/>
              <a:sym typeface="Calibri"/>
            </a:endParaRPr>
          </a:p>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ISP (Internet)</a:t>
            </a:r>
            <a:endParaRPr b="0" i="0" sz="1800" u="none" cap="none" strike="noStrike">
              <a:solidFill>
                <a:srgbClr val="000000"/>
              </a:solidFill>
              <a:latin typeface="Calibri"/>
              <a:ea typeface="Calibri"/>
              <a:cs typeface="Calibri"/>
              <a:sym typeface="Calibri"/>
            </a:endParaRPr>
          </a:p>
          <a:p>
            <a:pPr indent="0" lvl="0" marL="0" marR="0" rtl="0" algn="ctr">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cxnSp>
        <p:nvCxnSpPr>
          <p:cNvPr id="7550" name="Google Shape;7550;p50"/>
          <p:cNvCxnSpPr/>
          <p:nvPr/>
        </p:nvCxnSpPr>
        <p:spPr>
          <a:xfrm>
            <a:off x="6202037" y="2116709"/>
            <a:ext cx="0" cy="194337"/>
          </a:xfrm>
          <a:prstGeom prst="straightConnector1">
            <a:avLst/>
          </a:prstGeom>
          <a:noFill/>
          <a:ln cap="flat" cmpd="sng" w="28575">
            <a:solidFill>
              <a:schemeClr val="dk1"/>
            </a:solidFill>
            <a:prstDash val="solid"/>
            <a:round/>
            <a:headEnd len="sm" w="sm" type="none"/>
            <a:tailEnd len="sm" w="sm" type="none"/>
          </a:ln>
        </p:spPr>
      </p:cxnSp>
      <p:grpSp>
        <p:nvGrpSpPr>
          <p:cNvPr id="7551" name="Google Shape;7551;p50"/>
          <p:cNvGrpSpPr/>
          <p:nvPr/>
        </p:nvGrpSpPr>
        <p:grpSpPr>
          <a:xfrm>
            <a:off x="6120389" y="2953295"/>
            <a:ext cx="268272" cy="501952"/>
            <a:chOff x="4140" y="429"/>
            <a:chExt cx="1425" cy="2396"/>
          </a:xfrm>
        </p:grpSpPr>
        <p:sp>
          <p:nvSpPr>
            <p:cNvPr id="7552" name="Google Shape;7552;p5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53" name="Google Shape;7553;p50"/>
            <p:cNvSpPr/>
            <p:nvPr/>
          </p:nvSpPr>
          <p:spPr>
            <a:xfrm>
              <a:off x="4208" y="429"/>
              <a:ext cx="1047"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54" name="Google Shape;7554;p5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55" name="Google Shape;7555;p5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56" name="Google Shape;7556;p50"/>
            <p:cNvSpPr/>
            <p:nvPr/>
          </p:nvSpPr>
          <p:spPr>
            <a:xfrm>
              <a:off x="4214" y="692"/>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nvGrpSpPr>
            <p:cNvPr id="7557" name="Google Shape;7557;p50"/>
            <p:cNvGrpSpPr/>
            <p:nvPr/>
          </p:nvGrpSpPr>
          <p:grpSpPr>
            <a:xfrm>
              <a:off x="4747" y="667"/>
              <a:ext cx="583" cy="144"/>
              <a:chOff x="612" y="2567"/>
              <a:chExt cx="727" cy="138"/>
            </a:xfrm>
          </p:grpSpPr>
          <p:sp>
            <p:nvSpPr>
              <p:cNvPr id="7558" name="Google Shape;7558;p50"/>
              <p:cNvSpPr/>
              <p:nvPr/>
            </p:nvSpPr>
            <p:spPr>
              <a:xfrm>
                <a:off x="612" y="2567"/>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59" name="Google Shape;7559;p50"/>
              <p:cNvSpPr/>
              <p:nvPr/>
            </p:nvSpPr>
            <p:spPr>
              <a:xfrm>
                <a:off x="627" y="2581"/>
                <a:ext cx="696"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7560" name="Google Shape;7560;p50"/>
            <p:cNvSpPr/>
            <p:nvPr/>
          </p:nvSpPr>
          <p:spPr>
            <a:xfrm>
              <a:off x="4227" y="1019"/>
              <a:ext cx="595"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nvGrpSpPr>
            <p:cNvPr id="7561" name="Google Shape;7561;p50"/>
            <p:cNvGrpSpPr/>
            <p:nvPr/>
          </p:nvGrpSpPr>
          <p:grpSpPr>
            <a:xfrm>
              <a:off x="4747" y="995"/>
              <a:ext cx="583" cy="134"/>
              <a:chOff x="614" y="2569"/>
              <a:chExt cx="727" cy="139"/>
            </a:xfrm>
          </p:grpSpPr>
          <p:sp>
            <p:nvSpPr>
              <p:cNvPr id="7562" name="Google Shape;7562;p50"/>
              <p:cNvSpPr/>
              <p:nvPr/>
            </p:nvSpPr>
            <p:spPr>
              <a:xfrm>
                <a:off x="614" y="2569"/>
                <a:ext cx="727"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63" name="Google Shape;7563;p50"/>
              <p:cNvSpPr/>
              <p:nvPr/>
            </p:nvSpPr>
            <p:spPr>
              <a:xfrm>
                <a:off x="630" y="2584"/>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7564" name="Google Shape;7564;p50"/>
            <p:cNvSpPr/>
            <p:nvPr/>
          </p:nvSpPr>
          <p:spPr>
            <a:xfrm>
              <a:off x="4214" y="1357"/>
              <a:ext cx="601"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65" name="Google Shape;7565;p50"/>
            <p:cNvSpPr/>
            <p:nvPr/>
          </p:nvSpPr>
          <p:spPr>
            <a:xfrm>
              <a:off x="4227" y="1654"/>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nvGrpSpPr>
            <p:cNvPr id="7566" name="Google Shape;7566;p50"/>
            <p:cNvGrpSpPr/>
            <p:nvPr/>
          </p:nvGrpSpPr>
          <p:grpSpPr>
            <a:xfrm>
              <a:off x="4735" y="1629"/>
              <a:ext cx="582" cy="149"/>
              <a:chOff x="614" y="2570"/>
              <a:chExt cx="725" cy="137"/>
            </a:xfrm>
          </p:grpSpPr>
          <p:sp>
            <p:nvSpPr>
              <p:cNvPr id="7567" name="Google Shape;7567;p50"/>
              <p:cNvSpPr/>
              <p:nvPr/>
            </p:nvSpPr>
            <p:spPr>
              <a:xfrm>
                <a:off x="614"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68" name="Google Shape;7568;p50"/>
              <p:cNvSpPr/>
              <p:nvPr/>
            </p:nvSpPr>
            <p:spPr>
              <a:xfrm>
                <a:off x="629" y="2584"/>
                <a:ext cx="695"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7569" name="Google Shape;7569;p5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nvGrpSpPr>
            <p:cNvPr id="7570" name="Google Shape;7570;p50"/>
            <p:cNvGrpSpPr/>
            <p:nvPr/>
          </p:nvGrpSpPr>
          <p:grpSpPr>
            <a:xfrm>
              <a:off x="4741" y="1327"/>
              <a:ext cx="582" cy="139"/>
              <a:chOff x="616" y="2568"/>
              <a:chExt cx="725" cy="139"/>
            </a:xfrm>
          </p:grpSpPr>
          <p:sp>
            <p:nvSpPr>
              <p:cNvPr id="7571" name="Google Shape;7571;p50"/>
              <p:cNvSpPr/>
              <p:nvPr/>
            </p:nvSpPr>
            <p:spPr>
              <a:xfrm>
                <a:off x="616" y="2568"/>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72" name="Google Shape;7572;p50"/>
              <p:cNvSpPr/>
              <p:nvPr/>
            </p:nvSpPr>
            <p:spPr>
              <a:xfrm>
                <a:off x="632" y="2583"/>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7573" name="Google Shape;7573;p50"/>
            <p:cNvSpPr/>
            <p:nvPr/>
          </p:nvSpPr>
          <p:spPr>
            <a:xfrm>
              <a:off x="5249" y="429"/>
              <a:ext cx="68" cy="2287"/>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74" name="Google Shape;7574;p5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75" name="Google Shape;7575;p5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76" name="Google Shape;7576;p50"/>
            <p:cNvSpPr/>
            <p:nvPr/>
          </p:nvSpPr>
          <p:spPr>
            <a:xfrm>
              <a:off x="5515" y="2612"/>
              <a:ext cx="50"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77" name="Google Shape;7577;p5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578" name="Google Shape;7578;p50"/>
            <p:cNvSpPr/>
            <p:nvPr/>
          </p:nvSpPr>
          <p:spPr>
            <a:xfrm>
              <a:off x="4140" y="2676"/>
              <a:ext cx="1202"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79" name="Google Shape;7579;p50"/>
            <p:cNvSpPr/>
            <p:nvPr/>
          </p:nvSpPr>
          <p:spPr>
            <a:xfrm>
              <a:off x="4208" y="2711"/>
              <a:ext cx="1066" cy="84"/>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80" name="Google Shape;7580;p50"/>
            <p:cNvSpPr/>
            <p:nvPr/>
          </p:nvSpPr>
          <p:spPr>
            <a:xfrm>
              <a:off x="4307" y="2383"/>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81" name="Google Shape;7581;p50"/>
            <p:cNvSpPr/>
            <p:nvPr/>
          </p:nvSpPr>
          <p:spPr>
            <a:xfrm>
              <a:off x="4487" y="2383"/>
              <a:ext cx="161"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FF0000"/>
                </a:solidFill>
                <a:latin typeface="Arial"/>
                <a:ea typeface="Arial"/>
                <a:cs typeface="Arial"/>
                <a:sym typeface="Arial"/>
              </a:endParaRPr>
            </a:p>
          </p:txBody>
        </p:sp>
        <p:sp>
          <p:nvSpPr>
            <p:cNvPr id="7582" name="Google Shape;7582;p50"/>
            <p:cNvSpPr/>
            <p:nvPr/>
          </p:nvSpPr>
          <p:spPr>
            <a:xfrm>
              <a:off x="4660" y="2379"/>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83" name="Google Shape;7583;p50"/>
            <p:cNvSpPr/>
            <p:nvPr/>
          </p:nvSpPr>
          <p:spPr>
            <a:xfrm>
              <a:off x="5063" y="1833"/>
              <a:ext cx="87"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grpSp>
        <p:nvGrpSpPr>
          <p:cNvPr id="7584" name="Google Shape;7584;p50"/>
          <p:cNvGrpSpPr/>
          <p:nvPr/>
        </p:nvGrpSpPr>
        <p:grpSpPr>
          <a:xfrm>
            <a:off x="2986268" y="2270516"/>
            <a:ext cx="531879" cy="435440"/>
            <a:chOff x="-44" y="1473"/>
            <a:chExt cx="981" cy="1105"/>
          </a:xfrm>
        </p:grpSpPr>
        <p:pic>
          <p:nvPicPr>
            <p:cNvPr descr="desktop_computer_stylized_medium" id="7585" name="Google Shape;7585;p50"/>
            <p:cNvPicPr preferRelativeResize="0"/>
            <p:nvPr/>
          </p:nvPicPr>
          <p:blipFill rotWithShape="1">
            <a:blip r:embed="rId14">
              <a:alphaModFix/>
            </a:blip>
            <a:srcRect b="0" l="0" r="0" t="0"/>
            <a:stretch/>
          </p:blipFill>
          <p:spPr>
            <a:xfrm flipH="1">
              <a:off x="-44" y="1473"/>
              <a:ext cx="981" cy="1105"/>
            </a:xfrm>
            <a:prstGeom prst="rect">
              <a:avLst/>
            </a:prstGeom>
            <a:noFill/>
            <a:ln>
              <a:noFill/>
            </a:ln>
          </p:spPr>
        </p:pic>
        <p:sp>
          <p:nvSpPr>
            <p:cNvPr id="7586" name="Google Shape;7586;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grpSp>
        <p:nvGrpSpPr>
          <p:cNvPr id="7587" name="Google Shape;7587;p50"/>
          <p:cNvGrpSpPr/>
          <p:nvPr/>
        </p:nvGrpSpPr>
        <p:grpSpPr>
          <a:xfrm>
            <a:off x="3275536" y="2564620"/>
            <a:ext cx="531879" cy="435441"/>
            <a:chOff x="-44" y="1473"/>
            <a:chExt cx="981" cy="1105"/>
          </a:xfrm>
        </p:grpSpPr>
        <p:pic>
          <p:nvPicPr>
            <p:cNvPr descr="desktop_computer_stylized_medium" id="7588" name="Google Shape;7588;p50"/>
            <p:cNvPicPr preferRelativeResize="0"/>
            <p:nvPr/>
          </p:nvPicPr>
          <p:blipFill rotWithShape="1">
            <a:blip r:embed="rId14">
              <a:alphaModFix/>
            </a:blip>
            <a:srcRect b="0" l="0" r="0" t="0"/>
            <a:stretch/>
          </p:blipFill>
          <p:spPr>
            <a:xfrm flipH="1">
              <a:off x="-44" y="1473"/>
              <a:ext cx="981" cy="1105"/>
            </a:xfrm>
            <a:prstGeom prst="rect">
              <a:avLst/>
            </a:prstGeom>
            <a:noFill/>
            <a:ln>
              <a:noFill/>
            </a:ln>
          </p:spPr>
        </p:pic>
        <p:sp>
          <p:nvSpPr>
            <p:cNvPr id="7589" name="Google Shape;7589;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grpSp>
        <p:nvGrpSpPr>
          <p:cNvPr id="7590" name="Google Shape;7590;p50"/>
          <p:cNvGrpSpPr/>
          <p:nvPr/>
        </p:nvGrpSpPr>
        <p:grpSpPr>
          <a:xfrm>
            <a:off x="3724601" y="2941863"/>
            <a:ext cx="531879" cy="435440"/>
            <a:chOff x="-44" y="1473"/>
            <a:chExt cx="981" cy="1105"/>
          </a:xfrm>
        </p:grpSpPr>
        <p:pic>
          <p:nvPicPr>
            <p:cNvPr descr="desktop_computer_stylized_medium" id="7591" name="Google Shape;7591;p50"/>
            <p:cNvPicPr preferRelativeResize="0"/>
            <p:nvPr/>
          </p:nvPicPr>
          <p:blipFill rotWithShape="1">
            <a:blip r:embed="rId14">
              <a:alphaModFix/>
            </a:blip>
            <a:srcRect b="0" l="0" r="0" t="0"/>
            <a:stretch/>
          </p:blipFill>
          <p:spPr>
            <a:xfrm flipH="1">
              <a:off x="-44" y="1473"/>
              <a:ext cx="981" cy="1105"/>
            </a:xfrm>
            <a:prstGeom prst="rect">
              <a:avLst/>
            </a:prstGeom>
            <a:noFill/>
            <a:ln>
              <a:noFill/>
            </a:ln>
          </p:spPr>
        </p:pic>
        <p:sp>
          <p:nvSpPr>
            <p:cNvPr id="7592" name="Google Shape;7592;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grpSp>
        <p:nvGrpSpPr>
          <p:cNvPr id="7593" name="Google Shape;7593;p50"/>
          <p:cNvGrpSpPr/>
          <p:nvPr/>
        </p:nvGrpSpPr>
        <p:grpSpPr>
          <a:xfrm>
            <a:off x="4145671" y="2951216"/>
            <a:ext cx="531879" cy="435441"/>
            <a:chOff x="-44" y="1473"/>
            <a:chExt cx="981" cy="1105"/>
          </a:xfrm>
        </p:grpSpPr>
        <p:pic>
          <p:nvPicPr>
            <p:cNvPr descr="desktop_computer_stylized_medium" id="7594" name="Google Shape;7594;p50"/>
            <p:cNvPicPr preferRelativeResize="0"/>
            <p:nvPr/>
          </p:nvPicPr>
          <p:blipFill rotWithShape="1">
            <a:blip r:embed="rId14">
              <a:alphaModFix/>
            </a:blip>
            <a:srcRect b="0" l="0" r="0" t="0"/>
            <a:stretch/>
          </p:blipFill>
          <p:spPr>
            <a:xfrm flipH="1">
              <a:off x="-44" y="1473"/>
              <a:ext cx="981" cy="1105"/>
            </a:xfrm>
            <a:prstGeom prst="rect">
              <a:avLst/>
            </a:prstGeom>
            <a:noFill/>
            <a:ln>
              <a:noFill/>
            </a:ln>
          </p:spPr>
        </p:pic>
        <p:sp>
          <p:nvSpPr>
            <p:cNvPr id="7595" name="Google Shape;7595;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grpSp>
        <p:nvGrpSpPr>
          <p:cNvPr id="7596" name="Google Shape;7596;p50"/>
          <p:cNvGrpSpPr/>
          <p:nvPr/>
        </p:nvGrpSpPr>
        <p:grpSpPr>
          <a:xfrm>
            <a:off x="5763477" y="1758396"/>
            <a:ext cx="875961" cy="382215"/>
            <a:chOff x="7493876" y="2774731"/>
            <a:chExt cx="1481958" cy="894622"/>
          </a:xfrm>
        </p:grpSpPr>
        <p:sp>
          <p:nvSpPr>
            <p:cNvPr id="7597" name="Google Shape;7597;p5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                   </a:t>
              </a:r>
              <a:endParaRPr b="0" i="0" sz="1600" u="none" cap="none" strike="noStrike">
                <a:solidFill>
                  <a:srgbClr val="FFFFFF"/>
                </a:solidFill>
                <a:latin typeface="Calibri"/>
                <a:ea typeface="Calibri"/>
                <a:cs typeface="Calibri"/>
                <a:sym typeface="Calibri"/>
              </a:endParaRPr>
            </a:p>
          </p:txBody>
        </p:sp>
        <p:sp>
          <p:nvSpPr>
            <p:cNvPr id="7598" name="Google Shape;7598;p5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              </a:t>
              </a:r>
              <a:endParaRPr b="0" i="0" sz="1600" u="none" cap="none" strike="noStrike">
                <a:solidFill>
                  <a:srgbClr val="FFFFFF"/>
                </a:solidFill>
                <a:latin typeface="Calibri"/>
                <a:ea typeface="Calibri"/>
                <a:cs typeface="Calibri"/>
                <a:sym typeface="Calibri"/>
              </a:endParaRPr>
            </a:p>
          </p:txBody>
        </p:sp>
        <p:grpSp>
          <p:nvGrpSpPr>
            <p:cNvPr id="7599" name="Google Shape;7599;p50"/>
            <p:cNvGrpSpPr/>
            <p:nvPr/>
          </p:nvGrpSpPr>
          <p:grpSpPr>
            <a:xfrm>
              <a:off x="7713663" y="2848339"/>
              <a:ext cx="1042107" cy="425543"/>
              <a:chOff x="7786941" y="2884917"/>
              <a:chExt cx="897649" cy="353919"/>
            </a:xfrm>
          </p:grpSpPr>
          <p:sp>
            <p:nvSpPr>
              <p:cNvPr id="7600" name="Google Shape;7600;p5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7601" name="Google Shape;7601;p5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7602" name="Google Shape;7602;p5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7603" name="Google Shape;7603;p5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grpSp>
        <p:nvGrpSpPr>
          <p:cNvPr id="7604" name="Google Shape;7604;p50"/>
          <p:cNvGrpSpPr/>
          <p:nvPr/>
        </p:nvGrpSpPr>
        <p:grpSpPr>
          <a:xfrm>
            <a:off x="5810083" y="2299755"/>
            <a:ext cx="881870" cy="312528"/>
            <a:chOff x="3668110" y="2448910"/>
            <a:chExt cx="3794234" cy="2165130"/>
          </a:xfrm>
        </p:grpSpPr>
        <p:sp>
          <p:nvSpPr>
            <p:cNvPr id="7605" name="Google Shape;7605;p50"/>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7606" name="Google Shape;7606;p50"/>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7607" name="Google Shape;7607;p50"/>
            <p:cNvGrpSpPr/>
            <p:nvPr/>
          </p:nvGrpSpPr>
          <p:grpSpPr>
            <a:xfrm>
              <a:off x="3941378" y="2603243"/>
              <a:ext cx="3202061" cy="1066110"/>
              <a:chOff x="7939341" y="3037317"/>
              <a:chExt cx="897649" cy="353919"/>
            </a:xfrm>
          </p:grpSpPr>
          <p:sp>
            <p:nvSpPr>
              <p:cNvPr id="7608" name="Google Shape;7608;p50"/>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7609" name="Google Shape;7609;p50"/>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7610" name="Google Shape;7610;p50"/>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7611" name="Google Shape;7611;p50"/>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cxnSp>
        <p:nvCxnSpPr>
          <p:cNvPr id="7612" name="Google Shape;7612;p50"/>
          <p:cNvCxnSpPr/>
          <p:nvPr/>
        </p:nvCxnSpPr>
        <p:spPr>
          <a:xfrm>
            <a:off x="4758032" y="2690368"/>
            <a:ext cx="369749" cy="217200"/>
          </a:xfrm>
          <a:prstGeom prst="straightConnector1">
            <a:avLst/>
          </a:prstGeom>
          <a:noFill/>
          <a:ln cap="flat" cmpd="sng" w="9525">
            <a:solidFill>
              <a:srgbClr val="CC0000"/>
            </a:solidFill>
            <a:prstDash val="solid"/>
            <a:round/>
            <a:headEnd len="sm" w="sm" type="none"/>
            <a:tailEnd len="sm" w="sm" type="none"/>
          </a:ln>
        </p:spPr>
      </p:cxnSp>
      <p:cxnSp>
        <p:nvCxnSpPr>
          <p:cNvPr id="7613" name="Google Shape;7613;p50"/>
          <p:cNvCxnSpPr/>
          <p:nvPr/>
        </p:nvCxnSpPr>
        <p:spPr>
          <a:xfrm flipH="1">
            <a:off x="5214095" y="2587483"/>
            <a:ext cx="579702" cy="329439"/>
          </a:xfrm>
          <a:prstGeom prst="straightConnector1">
            <a:avLst/>
          </a:prstGeom>
          <a:noFill/>
          <a:ln cap="flat" cmpd="sng" w="9525">
            <a:solidFill>
              <a:srgbClr val="CC0000"/>
            </a:solidFill>
            <a:prstDash val="solid"/>
            <a:round/>
            <a:headEnd len="sm" w="sm" type="none"/>
            <a:tailEnd len="sm" w="sm" type="none"/>
          </a:ln>
        </p:spPr>
      </p:cxnSp>
      <p:grpSp>
        <p:nvGrpSpPr>
          <p:cNvPr id="7614" name="Google Shape;7614;p50"/>
          <p:cNvGrpSpPr/>
          <p:nvPr/>
        </p:nvGrpSpPr>
        <p:grpSpPr>
          <a:xfrm>
            <a:off x="4009167" y="2420866"/>
            <a:ext cx="881870" cy="312528"/>
            <a:chOff x="3668110" y="2448910"/>
            <a:chExt cx="3794234" cy="2165130"/>
          </a:xfrm>
        </p:grpSpPr>
        <p:sp>
          <p:nvSpPr>
            <p:cNvPr id="7615" name="Google Shape;7615;p50"/>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7616" name="Google Shape;7616;p50"/>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7617" name="Google Shape;7617;p50"/>
            <p:cNvGrpSpPr/>
            <p:nvPr/>
          </p:nvGrpSpPr>
          <p:grpSpPr>
            <a:xfrm>
              <a:off x="3941378" y="2603243"/>
              <a:ext cx="3202061" cy="1066110"/>
              <a:chOff x="7939341" y="3037317"/>
              <a:chExt cx="897649" cy="353919"/>
            </a:xfrm>
          </p:grpSpPr>
          <p:sp>
            <p:nvSpPr>
              <p:cNvPr id="7618" name="Google Shape;7618;p50"/>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7619" name="Google Shape;7619;p50"/>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7620" name="Google Shape;7620;p50"/>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7621" name="Google Shape;7621;p50"/>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6" name="Shape 7626"/>
        <p:cNvGrpSpPr/>
        <p:nvPr/>
      </p:nvGrpSpPr>
      <p:grpSpPr>
        <a:xfrm>
          <a:off x="0" y="0"/>
          <a:ext cx="0" cy="0"/>
          <a:chOff x="0" y="0"/>
          <a:chExt cx="0" cy="0"/>
        </a:xfrm>
      </p:grpSpPr>
      <p:sp>
        <p:nvSpPr>
          <p:cNvPr id="7627" name="Google Shape;7627;p51"/>
          <p:cNvSpPr txBox="1"/>
          <p:nvPr>
            <p:ph type="title"/>
          </p:nvPr>
        </p:nvSpPr>
        <p:spPr>
          <a:xfrm>
            <a:off x="848710" y="273146"/>
            <a:ext cx="1086704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b="0" lang="en-US" sz="5400"/>
              <a:t>Access networks: data center networks</a:t>
            </a:r>
            <a:endParaRPr b="0" sz="5400"/>
          </a:p>
        </p:txBody>
      </p:sp>
      <p:sp>
        <p:nvSpPr>
          <p:cNvPr id="7628" name="Google Shape;7628;p51"/>
          <p:cNvSpPr txBox="1"/>
          <p:nvPr/>
        </p:nvSpPr>
        <p:spPr>
          <a:xfrm>
            <a:off x="698688" y="1650273"/>
            <a:ext cx="6238140" cy="1297879"/>
          </a:xfrm>
          <a:prstGeom prst="rect">
            <a:avLst/>
          </a:prstGeom>
          <a:noFill/>
          <a:ln>
            <a:noFill/>
          </a:ln>
        </p:spPr>
        <p:txBody>
          <a:bodyPr anchorCtr="0" anchor="t" bIns="45700" lIns="91425" spcFirstLastPara="1" rIns="91425" wrap="square" tIns="45700">
            <a:normAutofit/>
          </a:bodyPr>
          <a:lstStyle/>
          <a:p>
            <a:pPr indent="-287655" lvl="0" marL="28765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high-bandwidth links (10s to 100s Gbps) connect hundreds to thousands of servers together, and to Internet</a:t>
            </a:r>
            <a:endParaRPr b="0" i="0" sz="2800" u="none" cap="none" strike="noStrike">
              <a:solidFill>
                <a:srgbClr val="000000"/>
              </a:solidFill>
              <a:latin typeface="Calibri"/>
              <a:ea typeface="Calibri"/>
              <a:cs typeface="Calibri"/>
              <a:sym typeface="Calibri"/>
            </a:endParaRPr>
          </a:p>
        </p:txBody>
      </p:sp>
      <p:sp>
        <p:nvSpPr>
          <p:cNvPr id="7629" name="Google Shape;7629;p51"/>
          <p:cNvSpPr/>
          <p:nvPr/>
        </p:nvSpPr>
        <p:spPr>
          <a:xfrm>
            <a:off x="7439074" y="3553079"/>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630" name="Google Shape;7630;p51"/>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1" name="Google Shape;7631;p51"/>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632" name="Google Shape;7632;p51"/>
          <p:cNvSpPr/>
          <p:nvPr/>
        </p:nvSpPr>
        <p:spPr>
          <a:xfrm>
            <a:off x="7205350" y="3289251"/>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sp>
        <p:nvSpPr>
          <p:cNvPr id="7633" name="Google Shape;7633;p51"/>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634" name="Google Shape;7634;p51"/>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b="0" i="0" sz="1400" u="none" cap="none" strike="noStrike">
              <a:solidFill>
                <a:srgbClr val="000000"/>
              </a:solidFill>
              <a:latin typeface="Calibri"/>
              <a:ea typeface="Calibri"/>
              <a:cs typeface="Calibri"/>
              <a:sym typeface="Calibri"/>
            </a:endParaRPr>
          </a:p>
        </p:txBody>
      </p:sp>
      <p:sp>
        <p:nvSpPr>
          <p:cNvPr id="7635" name="Google Shape;7635;p51"/>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b="0" i="0" sz="1400" u="none" cap="none" strike="noStrike">
              <a:solidFill>
                <a:srgbClr val="000000"/>
              </a:solidFill>
              <a:latin typeface="Calibri"/>
              <a:ea typeface="Calibri"/>
              <a:cs typeface="Calibri"/>
              <a:sym typeface="Calibri"/>
            </a:endParaRPr>
          </a:p>
        </p:txBody>
      </p:sp>
      <p:sp>
        <p:nvSpPr>
          <p:cNvPr id="7636" name="Google Shape;7636;p51"/>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b="0" i="0" sz="1400" u="none" cap="none" strike="noStrike">
              <a:solidFill>
                <a:srgbClr val="000000"/>
              </a:solidFill>
              <a:latin typeface="Calibri"/>
              <a:ea typeface="Calibri"/>
              <a:cs typeface="Calibri"/>
              <a:sym typeface="Calibri"/>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b="0" i="0" sz="1400" u="none" cap="none" strike="noStrike">
              <a:solidFill>
                <a:srgbClr val="000000"/>
              </a:solidFill>
              <a:latin typeface="Calibri"/>
              <a:ea typeface="Calibri"/>
              <a:cs typeface="Calibri"/>
              <a:sym typeface="Calibri"/>
            </a:endParaRPr>
          </a:p>
        </p:txBody>
      </p:sp>
      <p:sp>
        <p:nvSpPr>
          <p:cNvPr id="7637" name="Google Shape;7637;p51"/>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38" name="Google Shape;7638;p51"/>
          <p:cNvGrpSpPr/>
          <p:nvPr/>
        </p:nvGrpSpPr>
        <p:grpSpPr>
          <a:xfrm>
            <a:off x="10837700" y="3928050"/>
            <a:ext cx="687393" cy="721548"/>
            <a:chOff x="5203089" y="1751190"/>
            <a:chExt cx="858331" cy="662414"/>
          </a:xfrm>
        </p:grpSpPr>
        <p:sp>
          <p:nvSpPr>
            <p:cNvPr id="7639" name="Google Shape;7639;p51"/>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40" name="Google Shape;7640;p51"/>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641" name="Google Shape;7641;p51"/>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642" name="Google Shape;7642;p51"/>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643" name="Google Shape;7643;p51"/>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644" name="Google Shape;7644;p51"/>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645" name="Google Shape;7645;p51"/>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646" name="Google Shape;7646;p51"/>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647" name="Google Shape;7647;p51"/>
          <p:cNvGrpSpPr/>
          <p:nvPr/>
        </p:nvGrpSpPr>
        <p:grpSpPr>
          <a:xfrm>
            <a:off x="10771171" y="3194171"/>
            <a:ext cx="594613" cy="648336"/>
            <a:chOff x="5203089" y="1751190"/>
            <a:chExt cx="858331" cy="662414"/>
          </a:xfrm>
        </p:grpSpPr>
        <p:sp>
          <p:nvSpPr>
            <p:cNvPr id="7648" name="Google Shape;7648;p51"/>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49" name="Google Shape;7649;p51"/>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650" name="Google Shape;7650;p51"/>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651" name="Google Shape;7651;p51"/>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652" name="Google Shape;7652;p51"/>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653" name="Google Shape;7653;p51"/>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654" name="Google Shape;7654;p51"/>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655" name="Google Shape;7655;p51"/>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7656" name="Google Shape;7656;p51"/>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57" name="Google Shape;7657;p51"/>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b="0" i="0" sz="1400" u="none" cap="none" strike="noStrike">
              <a:solidFill>
                <a:srgbClr val="000000"/>
              </a:solidFill>
              <a:latin typeface="Calibri"/>
              <a:ea typeface="Calibri"/>
              <a:cs typeface="Calibri"/>
              <a:sym typeface="Calibri"/>
            </a:endParaRPr>
          </a:p>
        </p:txBody>
      </p:sp>
      <p:sp>
        <p:nvSpPr>
          <p:cNvPr id="7658" name="Google Shape;7658;p51"/>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59" name="Google Shape;7659;p51"/>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b="0" i="0" sz="1400" u="none" cap="none" strike="noStrike">
              <a:solidFill>
                <a:srgbClr val="000000"/>
              </a:solidFill>
              <a:latin typeface="Calibri"/>
              <a:ea typeface="Calibri"/>
              <a:cs typeface="Calibri"/>
              <a:sym typeface="Calibri"/>
            </a:endParaRPr>
          </a:p>
        </p:txBody>
      </p:sp>
      <p:sp>
        <p:nvSpPr>
          <p:cNvPr id="7660" name="Google Shape;7660;p51"/>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b="0" i="0" sz="105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b="0" i="0" sz="1050" u="none" cap="none" strike="noStrike">
              <a:solidFill>
                <a:srgbClr val="000000"/>
              </a:solidFill>
              <a:latin typeface="Calibri"/>
              <a:ea typeface="Calibri"/>
              <a:cs typeface="Calibri"/>
              <a:sym typeface="Calibri"/>
            </a:endParaRPr>
          </a:p>
        </p:txBody>
      </p:sp>
      <p:sp>
        <p:nvSpPr>
          <p:cNvPr id="7661" name="Google Shape;7661;p51"/>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b="0" i="0" sz="14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b="0" i="0" sz="14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7662" name="Google Shape;7662;p51"/>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7663" name="Google Shape;7663;p51"/>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7664" name="Google Shape;7664;p51"/>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7665" name="Google Shape;7665;p51"/>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7666" name="Google Shape;7666;p51"/>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7667" name="Google Shape;7667;p51"/>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7668" name="Google Shape;7668;p51"/>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7669" name="Google Shape;7669;p51"/>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7670" name="Google Shape;7670;p51"/>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7671" name="Google Shape;7671;p51"/>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7672" name="Google Shape;7672;p51"/>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cxnSp>
        <p:nvCxnSpPr>
          <p:cNvPr id="7673" name="Google Shape;7673;p51"/>
          <p:cNvCxnSpPr/>
          <p:nvPr/>
        </p:nvCxnSpPr>
        <p:spPr>
          <a:xfrm flipH="1">
            <a:off x="10100635" y="2169432"/>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7674" name="Google Shape;7674;p51"/>
          <p:cNvCxnSpPr/>
          <p:nvPr/>
        </p:nvCxnSpPr>
        <p:spPr>
          <a:xfrm flipH="1">
            <a:off x="10100635" y="2268313"/>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7675" name="Google Shape;7675;p51"/>
          <p:cNvCxnSpPr/>
          <p:nvPr/>
        </p:nvCxnSpPr>
        <p:spPr>
          <a:xfrm flipH="1">
            <a:off x="10672135" y="2200506"/>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7676" name="Google Shape;7676;p51"/>
          <p:cNvCxnSpPr/>
          <p:nvPr/>
        </p:nvCxnSpPr>
        <p:spPr>
          <a:xfrm flipH="1">
            <a:off x="10142166" y="2718967"/>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7677" name="Google Shape;7677;p51"/>
          <p:cNvCxnSpPr/>
          <p:nvPr/>
        </p:nvCxnSpPr>
        <p:spPr>
          <a:xfrm flipH="1">
            <a:off x="10069542" y="2169432"/>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7678" name="Google Shape;7678;p51"/>
          <p:cNvCxnSpPr/>
          <p:nvPr/>
        </p:nvCxnSpPr>
        <p:spPr>
          <a:xfrm flipH="1">
            <a:off x="10862103" y="2127325"/>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7679" name="Google Shape;7679;p51"/>
          <p:cNvCxnSpPr/>
          <p:nvPr/>
        </p:nvCxnSpPr>
        <p:spPr>
          <a:xfrm rot="10800000">
            <a:off x="10681994" y="2718967"/>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7680" name="Google Shape;7680;p51"/>
          <p:cNvCxnSpPr/>
          <p:nvPr/>
        </p:nvCxnSpPr>
        <p:spPr>
          <a:xfrm flipH="1">
            <a:off x="8769223" y="2268313"/>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7681" name="Google Shape;7681;p51"/>
          <p:cNvCxnSpPr/>
          <p:nvPr/>
        </p:nvCxnSpPr>
        <p:spPr>
          <a:xfrm flipH="1" rot="10800000">
            <a:off x="9378705" y="4113379"/>
            <a:ext cx="429324" cy="705603"/>
          </a:xfrm>
          <a:prstGeom prst="straightConnector1">
            <a:avLst/>
          </a:prstGeom>
          <a:noFill/>
          <a:ln cap="flat" cmpd="sng" w="9525">
            <a:solidFill>
              <a:schemeClr val="dk1"/>
            </a:solidFill>
            <a:prstDash val="solid"/>
            <a:round/>
            <a:headEnd len="sm" w="sm" type="none"/>
            <a:tailEnd len="sm" w="sm" type="none"/>
          </a:ln>
        </p:spPr>
      </p:cxnSp>
      <p:cxnSp>
        <p:nvCxnSpPr>
          <p:cNvPr id="7682" name="Google Shape;7682;p51"/>
          <p:cNvCxnSpPr/>
          <p:nvPr/>
        </p:nvCxnSpPr>
        <p:spPr>
          <a:xfrm flipH="1" rot="10800000">
            <a:off x="8244554" y="4047456"/>
            <a:ext cx="969051" cy="3175"/>
          </a:xfrm>
          <a:prstGeom prst="straightConnector1">
            <a:avLst/>
          </a:prstGeom>
          <a:noFill/>
          <a:ln cap="flat" cmpd="sng" w="9525">
            <a:solidFill>
              <a:schemeClr val="dk1"/>
            </a:solidFill>
            <a:prstDash val="solid"/>
            <a:round/>
            <a:headEnd len="sm" w="sm" type="none"/>
            <a:tailEnd len="sm" w="sm" type="none"/>
          </a:ln>
        </p:spPr>
      </p:cxnSp>
      <p:sp>
        <p:nvSpPr>
          <p:cNvPr id="7683" name="Google Shape;7683;p51"/>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684" name="Google Shape;7684;p51"/>
          <p:cNvGrpSpPr/>
          <p:nvPr/>
        </p:nvGrpSpPr>
        <p:grpSpPr>
          <a:xfrm>
            <a:off x="10410609" y="3496138"/>
            <a:ext cx="353678" cy="198344"/>
            <a:chOff x="7493876" y="2774731"/>
            <a:chExt cx="1481958" cy="894622"/>
          </a:xfrm>
        </p:grpSpPr>
        <p:sp>
          <p:nvSpPr>
            <p:cNvPr id="7685" name="Google Shape;7685;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686" name="Google Shape;7686;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687" name="Google Shape;7687;p51"/>
            <p:cNvGrpSpPr/>
            <p:nvPr/>
          </p:nvGrpSpPr>
          <p:grpSpPr>
            <a:xfrm>
              <a:off x="7713663" y="2848339"/>
              <a:ext cx="1042107" cy="425543"/>
              <a:chOff x="7786941" y="2884917"/>
              <a:chExt cx="897649" cy="353919"/>
            </a:xfrm>
          </p:grpSpPr>
          <p:sp>
            <p:nvSpPr>
              <p:cNvPr id="7688" name="Google Shape;7688;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89" name="Google Shape;7689;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90" name="Google Shape;7690;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91" name="Google Shape;7691;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92" name="Google Shape;7692;p51"/>
          <p:cNvGrpSpPr/>
          <p:nvPr/>
        </p:nvGrpSpPr>
        <p:grpSpPr>
          <a:xfrm>
            <a:off x="9948724" y="2202292"/>
            <a:ext cx="353678" cy="198344"/>
            <a:chOff x="7493876" y="2774731"/>
            <a:chExt cx="1481958" cy="894622"/>
          </a:xfrm>
        </p:grpSpPr>
        <p:sp>
          <p:nvSpPr>
            <p:cNvPr id="7693" name="Google Shape;7693;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694" name="Google Shape;7694;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695" name="Google Shape;7695;p51"/>
            <p:cNvGrpSpPr/>
            <p:nvPr/>
          </p:nvGrpSpPr>
          <p:grpSpPr>
            <a:xfrm>
              <a:off x="7713663" y="2848339"/>
              <a:ext cx="1042107" cy="425543"/>
              <a:chOff x="7786941" y="2884917"/>
              <a:chExt cx="897649" cy="353919"/>
            </a:xfrm>
          </p:grpSpPr>
          <p:sp>
            <p:nvSpPr>
              <p:cNvPr id="7696" name="Google Shape;7696;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97" name="Google Shape;7697;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98" name="Google Shape;7698;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99" name="Google Shape;7699;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00" name="Google Shape;7700;p51"/>
          <p:cNvGrpSpPr/>
          <p:nvPr/>
        </p:nvGrpSpPr>
        <p:grpSpPr>
          <a:xfrm>
            <a:off x="10527214" y="2613367"/>
            <a:ext cx="353678" cy="198344"/>
            <a:chOff x="7493876" y="2774731"/>
            <a:chExt cx="1481958" cy="894622"/>
          </a:xfrm>
        </p:grpSpPr>
        <p:sp>
          <p:nvSpPr>
            <p:cNvPr id="7701" name="Google Shape;7701;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702" name="Google Shape;7702;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703" name="Google Shape;7703;p51"/>
            <p:cNvGrpSpPr/>
            <p:nvPr/>
          </p:nvGrpSpPr>
          <p:grpSpPr>
            <a:xfrm>
              <a:off x="7713663" y="2848339"/>
              <a:ext cx="1042107" cy="425543"/>
              <a:chOff x="7786941" y="2884917"/>
              <a:chExt cx="897649" cy="353919"/>
            </a:xfrm>
          </p:grpSpPr>
          <p:sp>
            <p:nvSpPr>
              <p:cNvPr id="7704" name="Google Shape;7704;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05" name="Google Shape;7705;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06" name="Google Shape;7706;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07" name="Google Shape;7707;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08" name="Google Shape;7708;p51"/>
          <p:cNvGrpSpPr/>
          <p:nvPr/>
        </p:nvGrpSpPr>
        <p:grpSpPr>
          <a:xfrm>
            <a:off x="10643825" y="2107963"/>
            <a:ext cx="353678" cy="198344"/>
            <a:chOff x="7493876" y="2774731"/>
            <a:chExt cx="1481958" cy="894622"/>
          </a:xfrm>
        </p:grpSpPr>
        <p:sp>
          <p:nvSpPr>
            <p:cNvPr id="7709" name="Google Shape;7709;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710" name="Google Shape;7710;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711" name="Google Shape;7711;p51"/>
            <p:cNvGrpSpPr/>
            <p:nvPr/>
          </p:nvGrpSpPr>
          <p:grpSpPr>
            <a:xfrm>
              <a:off x="7713663" y="2848339"/>
              <a:ext cx="1042107" cy="425543"/>
              <a:chOff x="7786941" y="2884917"/>
              <a:chExt cx="897649" cy="353919"/>
            </a:xfrm>
          </p:grpSpPr>
          <p:sp>
            <p:nvSpPr>
              <p:cNvPr id="7712" name="Google Shape;7712;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13" name="Google Shape;7713;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14" name="Google Shape;7714;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15" name="Google Shape;7715;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16" name="Google Shape;7716;p51"/>
          <p:cNvGrpSpPr/>
          <p:nvPr/>
        </p:nvGrpSpPr>
        <p:grpSpPr>
          <a:xfrm>
            <a:off x="9098788" y="3956624"/>
            <a:ext cx="367224" cy="240304"/>
            <a:chOff x="7493876" y="2774731"/>
            <a:chExt cx="1481958" cy="894622"/>
          </a:xfrm>
        </p:grpSpPr>
        <p:sp>
          <p:nvSpPr>
            <p:cNvPr id="7717" name="Google Shape;7717;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718" name="Google Shape;7718;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719" name="Google Shape;7719;p51"/>
            <p:cNvGrpSpPr/>
            <p:nvPr/>
          </p:nvGrpSpPr>
          <p:grpSpPr>
            <a:xfrm>
              <a:off x="7713663" y="2848339"/>
              <a:ext cx="1042107" cy="425543"/>
              <a:chOff x="7786941" y="2884917"/>
              <a:chExt cx="897649" cy="353919"/>
            </a:xfrm>
          </p:grpSpPr>
          <p:sp>
            <p:nvSpPr>
              <p:cNvPr id="7720" name="Google Shape;7720;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21" name="Google Shape;7721;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22" name="Google Shape;7722;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23" name="Google Shape;7723;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24" name="Google Shape;7724;p51"/>
          <p:cNvGrpSpPr/>
          <p:nvPr/>
        </p:nvGrpSpPr>
        <p:grpSpPr>
          <a:xfrm>
            <a:off x="9980126" y="2661565"/>
            <a:ext cx="353678" cy="198344"/>
            <a:chOff x="7493876" y="2774731"/>
            <a:chExt cx="1481958" cy="894622"/>
          </a:xfrm>
        </p:grpSpPr>
        <p:sp>
          <p:nvSpPr>
            <p:cNvPr id="7725" name="Google Shape;7725;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726" name="Google Shape;7726;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727" name="Google Shape;7727;p51"/>
            <p:cNvGrpSpPr/>
            <p:nvPr/>
          </p:nvGrpSpPr>
          <p:grpSpPr>
            <a:xfrm>
              <a:off x="7713663" y="2848339"/>
              <a:ext cx="1042107" cy="425543"/>
              <a:chOff x="7786941" y="2884917"/>
              <a:chExt cx="897649" cy="353919"/>
            </a:xfrm>
          </p:grpSpPr>
          <p:sp>
            <p:nvSpPr>
              <p:cNvPr id="7728" name="Google Shape;7728;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29" name="Google Shape;7729;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30" name="Google Shape;7730;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31" name="Google Shape;7731;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32" name="Google Shape;7732;p51"/>
          <p:cNvGrpSpPr/>
          <p:nvPr/>
        </p:nvGrpSpPr>
        <p:grpSpPr>
          <a:xfrm>
            <a:off x="9497138" y="3394032"/>
            <a:ext cx="367224" cy="240304"/>
            <a:chOff x="7493876" y="2774731"/>
            <a:chExt cx="1481958" cy="894622"/>
          </a:xfrm>
        </p:grpSpPr>
        <p:sp>
          <p:nvSpPr>
            <p:cNvPr id="7733" name="Google Shape;7733;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734" name="Google Shape;7734;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735" name="Google Shape;7735;p51"/>
            <p:cNvGrpSpPr/>
            <p:nvPr/>
          </p:nvGrpSpPr>
          <p:grpSpPr>
            <a:xfrm>
              <a:off x="7713663" y="2848339"/>
              <a:ext cx="1042107" cy="425543"/>
              <a:chOff x="7786941" y="2884917"/>
              <a:chExt cx="897649" cy="353919"/>
            </a:xfrm>
          </p:grpSpPr>
          <p:sp>
            <p:nvSpPr>
              <p:cNvPr id="7736" name="Google Shape;7736;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37" name="Google Shape;7737;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38" name="Google Shape;7738;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39" name="Google Shape;7739;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40" name="Google Shape;7740;p51"/>
          <p:cNvGrpSpPr/>
          <p:nvPr/>
        </p:nvGrpSpPr>
        <p:grpSpPr>
          <a:xfrm>
            <a:off x="9601554" y="3999763"/>
            <a:ext cx="367224" cy="240304"/>
            <a:chOff x="7493876" y="2774731"/>
            <a:chExt cx="1481958" cy="894622"/>
          </a:xfrm>
        </p:grpSpPr>
        <p:sp>
          <p:nvSpPr>
            <p:cNvPr id="7741" name="Google Shape;7741;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742" name="Google Shape;7742;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743" name="Google Shape;7743;p51"/>
            <p:cNvGrpSpPr/>
            <p:nvPr/>
          </p:nvGrpSpPr>
          <p:grpSpPr>
            <a:xfrm>
              <a:off x="7713663" y="2848339"/>
              <a:ext cx="1042107" cy="425543"/>
              <a:chOff x="7786941" y="2884917"/>
              <a:chExt cx="897649" cy="353919"/>
            </a:xfrm>
          </p:grpSpPr>
          <p:sp>
            <p:nvSpPr>
              <p:cNvPr id="7744" name="Google Shape;7744;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45" name="Google Shape;7745;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46" name="Google Shape;7746;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47" name="Google Shape;7747;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48" name="Google Shape;7748;p51"/>
          <p:cNvGrpSpPr/>
          <p:nvPr/>
        </p:nvGrpSpPr>
        <p:grpSpPr>
          <a:xfrm>
            <a:off x="10375259" y="3992325"/>
            <a:ext cx="353678" cy="198344"/>
            <a:chOff x="7493876" y="2774731"/>
            <a:chExt cx="1481958" cy="894622"/>
          </a:xfrm>
        </p:grpSpPr>
        <p:sp>
          <p:nvSpPr>
            <p:cNvPr id="7749" name="Google Shape;7749;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750" name="Google Shape;7750;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751" name="Google Shape;7751;p51"/>
            <p:cNvGrpSpPr/>
            <p:nvPr/>
          </p:nvGrpSpPr>
          <p:grpSpPr>
            <a:xfrm>
              <a:off x="7713663" y="2848339"/>
              <a:ext cx="1042107" cy="425543"/>
              <a:chOff x="7786941" y="2884917"/>
              <a:chExt cx="897649" cy="353919"/>
            </a:xfrm>
          </p:grpSpPr>
          <p:sp>
            <p:nvSpPr>
              <p:cNvPr id="7752" name="Google Shape;7752;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3" name="Google Shape;7753;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4" name="Google Shape;7754;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5" name="Google Shape;7755;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iphone_stylized_small" id="7756" name="Google Shape;7756;p51"/>
          <p:cNvPicPr preferRelativeResize="0"/>
          <p:nvPr/>
        </p:nvPicPr>
        <p:blipFill rotWithShape="1">
          <a:blip r:embed="rId3">
            <a:alphaModFix/>
          </a:blip>
          <a:srcRect b="0" l="0" r="0" t="0"/>
          <a:stretch/>
        </p:blipFill>
        <p:spPr>
          <a:xfrm>
            <a:off x="7909572" y="1917025"/>
            <a:ext cx="136841" cy="328463"/>
          </a:xfrm>
          <a:prstGeom prst="rect">
            <a:avLst/>
          </a:prstGeom>
          <a:noFill/>
          <a:ln>
            <a:noFill/>
          </a:ln>
        </p:spPr>
      </p:pic>
      <p:pic>
        <p:nvPicPr>
          <p:cNvPr descr="laptop_keyboard" id="7757" name="Google Shape;7757;p51"/>
          <p:cNvPicPr preferRelativeResize="0"/>
          <p:nvPr/>
        </p:nvPicPr>
        <p:blipFill rotWithShape="1">
          <a:blip r:embed="rId4">
            <a:alphaModFix/>
          </a:blip>
          <a:srcRect b="0" l="0" r="0" t="0"/>
          <a:stretch/>
        </p:blipFill>
        <p:spPr>
          <a:xfrm flipH="1" rot="109064">
            <a:off x="7464781" y="2605090"/>
            <a:ext cx="437221" cy="159511"/>
          </a:xfrm>
          <a:prstGeom prst="rect">
            <a:avLst/>
          </a:prstGeom>
          <a:noFill/>
          <a:ln>
            <a:noFill/>
          </a:ln>
        </p:spPr>
      </p:pic>
      <p:sp>
        <p:nvSpPr>
          <p:cNvPr id="7758" name="Google Shape;7758;p51"/>
          <p:cNvSpPr/>
          <p:nvPr/>
        </p:nvSpPr>
        <p:spPr>
          <a:xfrm>
            <a:off x="7609678" y="245030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7759" name="Google Shape;7759;p51"/>
          <p:cNvPicPr preferRelativeResize="0"/>
          <p:nvPr/>
        </p:nvPicPr>
        <p:blipFill rotWithShape="1">
          <a:blip r:embed="rId5">
            <a:alphaModFix/>
          </a:blip>
          <a:srcRect b="0" l="0" r="0" t="0"/>
          <a:stretch/>
        </p:blipFill>
        <p:spPr>
          <a:xfrm>
            <a:off x="7627011" y="2455658"/>
            <a:ext cx="319785" cy="189429"/>
          </a:xfrm>
          <a:prstGeom prst="rect">
            <a:avLst/>
          </a:prstGeom>
          <a:noFill/>
          <a:ln>
            <a:noFill/>
          </a:ln>
        </p:spPr>
      </p:pic>
      <p:sp>
        <p:nvSpPr>
          <p:cNvPr id="7760" name="Google Shape;7760;p51"/>
          <p:cNvSpPr/>
          <p:nvPr/>
        </p:nvSpPr>
        <p:spPr>
          <a:xfrm>
            <a:off x="7673752" y="244416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61" name="Google Shape;7761;p51"/>
          <p:cNvSpPr/>
          <p:nvPr/>
        </p:nvSpPr>
        <p:spPr>
          <a:xfrm>
            <a:off x="7606562" y="244384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62" name="Google Shape;7762;p51"/>
          <p:cNvSpPr/>
          <p:nvPr/>
        </p:nvSpPr>
        <p:spPr>
          <a:xfrm>
            <a:off x="7880579" y="247266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63" name="Google Shape;7763;p51"/>
          <p:cNvSpPr/>
          <p:nvPr/>
        </p:nvSpPr>
        <p:spPr>
          <a:xfrm>
            <a:off x="7605588" y="259690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64" name="Google Shape;7764;p51"/>
          <p:cNvSpPr/>
          <p:nvPr/>
        </p:nvSpPr>
        <p:spPr>
          <a:xfrm>
            <a:off x="7890512" y="247423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65" name="Google Shape;7765;p51"/>
          <p:cNvSpPr/>
          <p:nvPr/>
        </p:nvSpPr>
        <p:spPr>
          <a:xfrm>
            <a:off x="7605977" y="260524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766" name="Google Shape;7766;p51"/>
          <p:cNvGrpSpPr/>
          <p:nvPr/>
        </p:nvGrpSpPr>
        <p:grpSpPr>
          <a:xfrm>
            <a:off x="7601109" y="2671540"/>
            <a:ext cx="98740" cy="36846"/>
            <a:chOff x="1740" y="2642"/>
            <a:chExt cx="752" cy="327"/>
          </a:xfrm>
        </p:grpSpPr>
        <p:sp>
          <p:nvSpPr>
            <p:cNvPr id="7767" name="Google Shape;7767;p51"/>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68" name="Google Shape;7768;p51"/>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69" name="Google Shape;7769;p51"/>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70" name="Google Shape;7770;p51"/>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71" name="Google Shape;7771;p51"/>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72" name="Google Shape;7772;p51"/>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773" name="Google Shape;7773;p51"/>
          <p:cNvSpPr/>
          <p:nvPr/>
        </p:nvSpPr>
        <p:spPr>
          <a:xfrm>
            <a:off x="7770154" y="267705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74" name="Google Shape;7774;p51"/>
          <p:cNvSpPr/>
          <p:nvPr/>
        </p:nvSpPr>
        <p:spPr>
          <a:xfrm>
            <a:off x="7464976" y="268350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75" name="Google Shape;7775;p51"/>
          <p:cNvSpPr/>
          <p:nvPr/>
        </p:nvSpPr>
        <p:spPr>
          <a:xfrm>
            <a:off x="7465171" y="266996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76" name="Google Shape;7776;p51"/>
          <p:cNvSpPr/>
          <p:nvPr/>
        </p:nvSpPr>
        <p:spPr>
          <a:xfrm>
            <a:off x="7465366" y="260902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77" name="Google Shape;7777;p51"/>
          <p:cNvSpPr/>
          <p:nvPr/>
        </p:nvSpPr>
        <p:spPr>
          <a:xfrm>
            <a:off x="7474909" y="267311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78" name="Google Shape;7778;p51"/>
          <p:cNvSpPr/>
          <p:nvPr/>
        </p:nvSpPr>
        <p:spPr>
          <a:xfrm flipH="1" rot="10800000">
            <a:off x="7764701" y="266807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light2.png" id="7779" name="Google Shape;7779;p51"/>
          <p:cNvPicPr preferRelativeResize="0"/>
          <p:nvPr/>
        </p:nvPicPr>
        <p:blipFill rotWithShape="1">
          <a:blip r:embed="rId6">
            <a:alphaModFix/>
          </a:blip>
          <a:srcRect b="0" l="0" r="0" t="0"/>
          <a:stretch/>
        </p:blipFill>
        <p:spPr>
          <a:xfrm flipH="1">
            <a:off x="8831667" y="2392289"/>
            <a:ext cx="92772" cy="405447"/>
          </a:xfrm>
          <a:prstGeom prst="rect">
            <a:avLst/>
          </a:prstGeom>
          <a:noFill/>
          <a:ln>
            <a:noFill/>
          </a:ln>
        </p:spPr>
      </p:pic>
      <p:pic>
        <p:nvPicPr>
          <p:cNvPr descr="car_icon_small" id="7780" name="Google Shape;7780;p51"/>
          <p:cNvPicPr preferRelativeResize="0"/>
          <p:nvPr/>
        </p:nvPicPr>
        <p:blipFill rotWithShape="1">
          <a:blip r:embed="rId7">
            <a:alphaModFix/>
          </a:blip>
          <a:srcRect b="0" l="0" r="0" t="0"/>
          <a:stretch/>
        </p:blipFill>
        <p:spPr>
          <a:xfrm>
            <a:off x="8499539" y="2116958"/>
            <a:ext cx="849312" cy="168275"/>
          </a:xfrm>
          <a:prstGeom prst="rect">
            <a:avLst/>
          </a:prstGeom>
          <a:noFill/>
          <a:ln>
            <a:noFill/>
          </a:ln>
        </p:spPr>
      </p:pic>
      <p:pic>
        <p:nvPicPr>
          <p:cNvPr descr="laptop_keyboard" id="7781" name="Google Shape;7781;p51"/>
          <p:cNvPicPr preferRelativeResize="0"/>
          <p:nvPr/>
        </p:nvPicPr>
        <p:blipFill rotWithShape="1">
          <a:blip r:embed="rId8">
            <a:alphaModFix/>
          </a:blip>
          <a:srcRect b="0" l="0" r="0" t="0"/>
          <a:stretch/>
        </p:blipFill>
        <p:spPr>
          <a:xfrm flipH="1" rot="109064">
            <a:off x="7510375" y="3605209"/>
            <a:ext cx="286699" cy="119448"/>
          </a:xfrm>
          <a:prstGeom prst="rect">
            <a:avLst/>
          </a:prstGeom>
          <a:noFill/>
          <a:ln>
            <a:noFill/>
          </a:ln>
        </p:spPr>
      </p:pic>
      <p:sp>
        <p:nvSpPr>
          <p:cNvPr id="7782" name="Google Shape;7782;p51"/>
          <p:cNvSpPr/>
          <p:nvPr/>
        </p:nvSpPr>
        <p:spPr>
          <a:xfrm>
            <a:off x="7605388" y="348929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7783" name="Google Shape;7783;p51"/>
          <p:cNvPicPr preferRelativeResize="0"/>
          <p:nvPr/>
        </p:nvPicPr>
        <p:blipFill rotWithShape="1">
          <a:blip r:embed="rId9">
            <a:alphaModFix/>
          </a:blip>
          <a:srcRect b="0" l="0" r="0" t="0"/>
          <a:stretch/>
        </p:blipFill>
        <p:spPr>
          <a:xfrm>
            <a:off x="7616754" y="3493308"/>
            <a:ext cx="209692" cy="141851"/>
          </a:xfrm>
          <a:prstGeom prst="rect">
            <a:avLst/>
          </a:prstGeom>
          <a:noFill/>
          <a:ln>
            <a:noFill/>
          </a:ln>
        </p:spPr>
      </p:pic>
      <p:sp>
        <p:nvSpPr>
          <p:cNvPr id="7784" name="Google Shape;7784;p51"/>
          <p:cNvSpPr/>
          <p:nvPr/>
        </p:nvSpPr>
        <p:spPr>
          <a:xfrm>
            <a:off x="7647403" y="348470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85" name="Google Shape;7785;p51"/>
          <p:cNvSpPr/>
          <p:nvPr/>
        </p:nvSpPr>
        <p:spPr>
          <a:xfrm>
            <a:off x="7603345" y="348446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86" name="Google Shape;7786;p51"/>
          <p:cNvSpPr/>
          <p:nvPr/>
        </p:nvSpPr>
        <p:spPr>
          <a:xfrm>
            <a:off x="7783026" y="350604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87" name="Google Shape;7787;p51"/>
          <p:cNvSpPr/>
          <p:nvPr/>
        </p:nvSpPr>
        <p:spPr>
          <a:xfrm>
            <a:off x="7602706" y="359907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88" name="Google Shape;7788;p51"/>
          <p:cNvSpPr/>
          <p:nvPr/>
        </p:nvSpPr>
        <p:spPr>
          <a:xfrm>
            <a:off x="7789539" y="350722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89" name="Google Shape;7789;p51"/>
          <p:cNvSpPr/>
          <p:nvPr/>
        </p:nvSpPr>
        <p:spPr>
          <a:xfrm>
            <a:off x="7602962" y="360532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790" name="Google Shape;7790;p51"/>
          <p:cNvGrpSpPr/>
          <p:nvPr/>
        </p:nvGrpSpPr>
        <p:grpSpPr>
          <a:xfrm>
            <a:off x="7599769" y="3654969"/>
            <a:ext cx="64747" cy="27592"/>
            <a:chOff x="1740" y="2642"/>
            <a:chExt cx="752" cy="327"/>
          </a:xfrm>
        </p:grpSpPr>
        <p:sp>
          <p:nvSpPr>
            <p:cNvPr id="7791" name="Google Shape;7791;p51"/>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92" name="Google Shape;7792;p51"/>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93" name="Google Shape;7793;p51"/>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94" name="Google Shape;7794;p51"/>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95" name="Google Shape;7795;p51"/>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96" name="Google Shape;7796;p51"/>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797" name="Google Shape;7797;p51"/>
          <p:cNvSpPr/>
          <p:nvPr/>
        </p:nvSpPr>
        <p:spPr>
          <a:xfrm>
            <a:off x="7710617" y="365909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98" name="Google Shape;7798;p51"/>
          <p:cNvSpPr/>
          <p:nvPr/>
        </p:nvSpPr>
        <p:spPr>
          <a:xfrm>
            <a:off x="7510503" y="366393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99" name="Google Shape;7799;p51"/>
          <p:cNvSpPr/>
          <p:nvPr/>
        </p:nvSpPr>
        <p:spPr>
          <a:xfrm>
            <a:off x="7510631" y="365379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00" name="Google Shape;7800;p51"/>
          <p:cNvSpPr/>
          <p:nvPr/>
        </p:nvSpPr>
        <p:spPr>
          <a:xfrm>
            <a:off x="7510758" y="360815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01" name="Google Shape;7801;p51"/>
          <p:cNvSpPr/>
          <p:nvPr/>
        </p:nvSpPr>
        <p:spPr>
          <a:xfrm>
            <a:off x="7517016" y="365614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02" name="Google Shape;7802;p51"/>
          <p:cNvSpPr/>
          <p:nvPr/>
        </p:nvSpPr>
        <p:spPr>
          <a:xfrm flipH="1" rot="10800000">
            <a:off x="7707042" y="365237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desktop_computer_stylized_medium" id="7803" name="Google Shape;7803;p51"/>
          <p:cNvPicPr preferRelativeResize="0"/>
          <p:nvPr/>
        </p:nvPicPr>
        <p:blipFill rotWithShape="1">
          <a:blip r:embed="rId10">
            <a:alphaModFix/>
          </a:blip>
          <a:srcRect b="0" l="0" r="0" t="0"/>
          <a:stretch/>
        </p:blipFill>
        <p:spPr>
          <a:xfrm flipH="1">
            <a:off x="7991996" y="3567143"/>
            <a:ext cx="359261" cy="342045"/>
          </a:xfrm>
          <a:prstGeom prst="rect">
            <a:avLst/>
          </a:prstGeom>
          <a:noFill/>
          <a:ln>
            <a:noFill/>
          </a:ln>
        </p:spPr>
      </p:pic>
      <p:sp>
        <p:nvSpPr>
          <p:cNvPr id="7804" name="Google Shape;7804;p51"/>
          <p:cNvSpPr/>
          <p:nvPr/>
        </p:nvSpPr>
        <p:spPr>
          <a:xfrm flipH="1">
            <a:off x="8145217" y="3599942"/>
            <a:ext cx="169400" cy="15675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fridge2.png" id="7805" name="Google Shape;7805;p51"/>
          <p:cNvPicPr preferRelativeResize="0"/>
          <p:nvPr/>
        </p:nvPicPr>
        <p:blipFill rotWithShape="1">
          <a:blip r:embed="rId11">
            <a:alphaModFix/>
          </a:blip>
          <a:srcRect b="0" l="0" r="0" t="0"/>
          <a:stretch/>
        </p:blipFill>
        <p:spPr>
          <a:xfrm>
            <a:off x="7903199" y="3385017"/>
            <a:ext cx="189578" cy="337027"/>
          </a:xfrm>
          <a:prstGeom prst="rect">
            <a:avLst/>
          </a:prstGeom>
          <a:noFill/>
          <a:ln>
            <a:noFill/>
          </a:ln>
        </p:spPr>
      </p:pic>
      <p:grpSp>
        <p:nvGrpSpPr>
          <p:cNvPr id="7806" name="Google Shape;7806;p51"/>
          <p:cNvGrpSpPr/>
          <p:nvPr/>
        </p:nvGrpSpPr>
        <p:grpSpPr>
          <a:xfrm>
            <a:off x="10288915" y="5273951"/>
            <a:ext cx="177192" cy="330833"/>
            <a:chOff x="4140" y="429"/>
            <a:chExt cx="1425" cy="2396"/>
          </a:xfrm>
        </p:grpSpPr>
        <p:sp>
          <p:nvSpPr>
            <p:cNvPr id="7807" name="Google Shape;7807;p5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08" name="Google Shape;7808;p5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809" name="Google Shape;7809;p5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10" name="Google Shape;7810;p5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11" name="Google Shape;7811;p51"/>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812" name="Google Shape;7812;p51"/>
            <p:cNvGrpSpPr/>
            <p:nvPr/>
          </p:nvGrpSpPr>
          <p:grpSpPr>
            <a:xfrm>
              <a:off x="4748" y="666"/>
              <a:ext cx="578" cy="150"/>
              <a:chOff x="613" y="2566"/>
              <a:chExt cx="721" cy="144"/>
            </a:xfrm>
          </p:grpSpPr>
          <p:sp>
            <p:nvSpPr>
              <p:cNvPr id="7813" name="Google Shape;7813;p51"/>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814" name="Google Shape;7814;p5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815" name="Google Shape;7815;p51"/>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816" name="Google Shape;7816;p51"/>
            <p:cNvGrpSpPr/>
            <p:nvPr/>
          </p:nvGrpSpPr>
          <p:grpSpPr>
            <a:xfrm>
              <a:off x="4748" y="990"/>
              <a:ext cx="578" cy="134"/>
              <a:chOff x="615" y="2564"/>
              <a:chExt cx="721" cy="139"/>
            </a:xfrm>
          </p:grpSpPr>
          <p:sp>
            <p:nvSpPr>
              <p:cNvPr id="7817" name="Google Shape;7817;p51"/>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818" name="Google Shape;7818;p5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819" name="Google Shape;7819;p51"/>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820" name="Google Shape;7820;p51"/>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821" name="Google Shape;7821;p51"/>
            <p:cNvGrpSpPr/>
            <p:nvPr/>
          </p:nvGrpSpPr>
          <p:grpSpPr>
            <a:xfrm>
              <a:off x="4738" y="1647"/>
              <a:ext cx="578" cy="135"/>
              <a:chOff x="618" y="2586"/>
              <a:chExt cx="720" cy="124"/>
            </a:xfrm>
          </p:grpSpPr>
          <p:sp>
            <p:nvSpPr>
              <p:cNvPr id="7822" name="Google Shape;7822;p51"/>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823" name="Google Shape;7823;p5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824" name="Google Shape;7824;p5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825" name="Google Shape;7825;p51"/>
            <p:cNvGrpSpPr/>
            <p:nvPr/>
          </p:nvGrpSpPr>
          <p:grpSpPr>
            <a:xfrm>
              <a:off x="4738" y="1330"/>
              <a:ext cx="588" cy="134"/>
              <a:chOff x="613" y="2571"/>
              <a:chExt cx="732" cy="134"/>
            </a:xfrm>
          </p:grpSpPr>
          <p:sp>
            <p:nvSpPr>
              <p:cNvPr id="7826" name="Google Shape;7826;p51"/>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827" name="Google Shape;7827;p5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828" name="Google Shape;7828;p5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829" name="Google Shape;7829;p5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30" name="Google Shape;7830;p5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31" name="Google Shape;7831;p5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832" name="Google Shape;7832;p5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33" name="Google Shape;7833;p51"/>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834" name="Google Shape;7834;p51"/>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835" name="Google Shape;7835;p5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836" name="Google Shape;7836;p5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837" name="Google Shape;7837;p5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838" name="Google Shape;7838;p51"/>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839" name="Google Shape;7839;p51"/>
          <p:cNvGrpSpPr/>
          <p:nvPr/>
        </p:nvGrpSpPr>
        <p:grpSpPr>
          <a:xfrm flipH="1">
            <a:off x="7980855" y="4900161"/>
            <a:ext cx="345630" cy="320302"/>
            <a:chOff x="2839" y="3501"/>
            <a:chExt cx="755" cy="803"/>
          </a:xfrm>
        </p:grpSpPr>
        <p:pic>
          <p:nvPicPr>
            <p:cNvPr descr="desktop_computer_stylized_medium" id="7840" name="Google Shape;7840;p51"/>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7841" name="Google Shape;7841;p51"/>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laptop_keyboard" id="7842" name="Google Shape;7842;p51"/>
          <p:cNvPicPr preferRelativeResize="0"/>
          <p:nvPr/>
        </p:nvPicPr>
        <p:blipFill rotWithShape="1">
          <a:blip r:embed="rId13">
            <a:alphaModFix/>
          </a:blip>
          <a:srcRect b="0" l="0" r="0" t="0"/>
          <a:stretch/>
        </p:blipFill>
        <p:spPr>
          <a:xfrm flipH="1" rot="109064">
            <a:off x="9216586" y="6040274"/>
            <a:ext cx="253501" cy="120343"/>
          </a:xfrm>
          <a:prstGeom prst="rect">
            <a:avLst/>
          </a:prstGeom>
          <a:noFill/>
          <a:ln>
            <a:noFill/>
          </a:ln>
        </p:spPr>
      </p:pic>
      <p:sp>
        <p:nvSpPr>
          <p:cNvPr id="7843" name="Google Shape;7843;p51"/>
          <p:cNvSpPr/>
          <p:nvPr/>
        </p:nvSpPr>
        <p:spPr>
          <a:xfrm>
            <a:off x="9300597" y="5923494"/>
            <a:ext cx="204043" cy="15705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7844" name="Google Shape;7844;p51"/>
          <p:cNvPicPr preferRelativeResize="0"/>
          <p:nvPr/>
        </p:nvPicPr>
        <p:blipFill rotWithShape="1">
          <a:blip r:embed="rId14">
            <a:alphaModFix/>
          </a:blip>
          <a:srcRect b="0" l="0" r="0" t="0"/>
          <a:stretch/>
        </p:blipFill>
        <p:spPr>
          <a:xfrm>
            <a:off x="9310647" y="5927534"/>
            <a:ext cx="185412" cy="142915"/>
          </a:xfrm>
          <a:prstGeom prst="rect">
            <a:avLst/>
          </a:prstGeom>
          <a:noFill/>
          <a:ln>
            <a:noFill/>
          </a:ln>
        </p:spPr>
      </p:pic>
      <p:sp>
        <p:nvSpPr>
          <p:cNvPr id="7845" name="Google Shape;7845;p51"/>
          <p:cNvSpPr/>
          <p:nvPr/>
        </p:nvSpPr>
        <p:spPr>
          <a:xfrm>
            <a:off x="9337747" y="5918861"/>
            <a:ext cx="172878" cy="292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46" name="Google Shape;7846;p51"/>
          <p:cNvSpPr/>
          <p:nvPr/>
        </p:nvSpPr>
        <p:spPr>
          <a:xfrm>
            <a:off x="9298791" y="5918624"/>
            <a:ext cx="47990" cy="12165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47" name="Google Shape;7847;p51"/>
          <p:cNvSpPr/>
          <p:nvPr/>
        </p:nvSpPr>
        <p:spPr>
          <a:xfrm>
            <a:off x="9457666" y="5940364"/>
            <a:ext cx="51716" cy="14042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48" name="Google Shape;7848;p51"/>
          <p:cNvSpPr/>
          <p:nvPr/>
        </p:nvSpPr>
        <p:spPr>
          <a:xfrm>
            <a:off x="9298226" y="6034096"/>
            <a:ext cx="189702" cy="47401"/>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49" name="Google Shape;7849;p51"/>
          <p:cNvSpPr/>
          <p:nvPr/>
        </p:nvSpPr>
        <p:spPr>
          <a:xfrm>
            <a:off x="9463425" y="5941552"/>
            <a:ext cx="48442" cy="141014"/>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50" name="Google Shape;7850;p51"/>
          <p:cNvSpPr/>
          <p:nvPr/>
        </p:nvSpPr>
        <p:spPr>
          <a:xfrm>
            <a:off x="9298452" y="6040392"/>
            <a:ext cx="168700" cy="46807"/>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851" name="Google Shape;7851;p51"/>
          <p:cNvGrpSpPr/>
          <p:nvPr/>
        </p:nvGrpSpPr>
        <p:grpSpPr>
          <a:xfrm>
            <a:off x="9295629" y="6090407"/>
            <a:ext cx="57249" cy="27799"/>
            <a:chOff x="1740" y="2642"/>
            <a:chExt cx="752" cy="327"/>
          </a:xfrm>
        </p:grpSpPr>
        <p:sp>
          <p:nvSpPr>
            <p:cNvPr id="7852" name="Google Shape;7852;p51"/>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53" name="Google Shape;7853;p51"/>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54" name="Google Shape;7854;p51"/>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55" name="Google Shape;7855;p51"/>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56" name="Google Shape;7856;p51"/>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57" name="Google Shape;7857;p51"/>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858" name="Google Shape;7858;p51"/>
          <p:cNvSpPr/>
          <p:nvPr/>
        </p:nvSpPr>
        <p:spPr>
          <a:xfrm>
            <a:off x="9393642" y="6094565"/>
            <a:ext cx="69332" cy="61063"/>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59" name="Google Shape;7859;p51"/>
          <p:cNvSpPr/>
          <p:nvPr/>
        </p:nvSpPr>
        <p:spPr>
          <a:xfrm>
            <a:off x="9216699" y="6099436"/>
            <a:ext cx="177394" cy="5571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60" name="Google Shape;7860;p51"/>
          <p:cNvSpPr/>
          <p:nvPr/>
        </p:nvSpPr>
        <p:spPr>
          <a:xfrm>
            <a:off x="9216812" y="6089219"/>
            <a:ext cx="1920" cy="11286"/>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61" name="Google Shape;7861;p51"/>
          <p:cNvSpPr/>
          <p:nvPr/>
        </p:nvSpPr>
        <p:spPr>
          <a:xfrm>
            <a:off x="9216925" y="6043244"/>
            <a:ext cx="82430" cy="466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62" name="Google Shape;7862;p51"/>
          <p:cNvSpPr/>
          <p:nvPr/>
        </p:nvSpPr>
        <p:spPr>
          <a:xfrm>
            <a:off x="9222458" y="6091595"/>
            <a:ext cx="168248" cy="5357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63" name="Google Shape;7863;p51"/>
          <p:cNvSpPr/>
          <p:nvPr/>
        </p:nvSpPr>
        <p:spPr>
          <a:xfrm flipH="1" rot="10800000">
            <a:off x="9390480" y="6087793"/>
            <a:ext cx="68654" cy="5547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864" name="Google Shape;7864;p51"/>
          <p:cNvGrpSpPr/>
          <p:nvPr/>
        </p:nvGrpSpPr>
        <p:grpSpPr>
          <a:xfrm flipH="1">
            <a:off x="8153909" y="5504657"/>
            <a:ext cx="345630" cy="320302"/>
            <a:chOff x="2839" y="3501"/>
            <a:chExt cx="755" cy="803"/>
          </a:xfrm>
        </p:grpSpPr>
        <p:pic>
          <p:nvPicPr>
            <p:cNvPr descr="desktop_computer_stylized_medium" id="7865" name="Google Shape;7865;p51"/>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7866" name="Google Shape;7866;p51"/>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867" name="Google Shape;7867;p51"/>
          <p:cNvGrpSpPr/>
          <p:nvPr/>
        </p:nvGrpSpPr>
        <p:grpSpPr>
          <a:xfrm flipH="1">
            <a:off x="8552134" y="5526130"/>
            <a:ext cx="345630" cy="320302"/>
            <a:chOff x="2839" y="3501"/>
            <a:chExt cx="755" cy="803"/>
          </a:xfrm>
        </p:grpSpPr>
        <p:pic>
          <p:nvPicPr>
            <p:cNvPr descr="desktop_computer_stylized_medium" id="7868" name="Google Shape;7868;p51"/>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7869" name="Google Shape;7869;p51"/>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laptop_keyboard" id="7870" name="Google Shape;7870;p51"/>
          <p:cNvPicPr preferRelativeResize="0"/>
          <p:nvPr/>
        </p:nvPicPr>
        <p:blipFill rotWithShape="1">
          <a:blip r:embed="rId13">
            <a:alphaModFix/>
          </a:blip>
          <a:srcRect b="0" l="0" r="0" t="0"/>
          <a:stretch/>
        </p:blipFill>
        <p:spPr>
          <a:xfrm flipH="1" rot="109064">
            <a:off x="9550087" y="5949454"/>
            <a:ext cx="260920" cy="99063"/>
          </a:xfrm>
          <a:prstGeom prst="rect">
            <a:avLst/>
          </a:prstGeom>
          <a:noFill/>
          <a:ln>
            <a:noFill/>
          </a:ln>
        </p:spPr>
      </p:pic>
      <p:sp>
        <p:nvSpPr>
          <p:cNvPr id="7871" name="Google Shape;7871;p51"/>
          <p:cNvSpPr/>
          <p:nvPr/>
        </p:nvSpPr>
        <p:spPr>
          <a:xfrm>
            <a:off x="9636557" y="5853324"/>
            <a:ext cx="210015" cy="129281"/>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7872" name="Google Shape;7872;p51"/>
          <p:cNvPicPr preferRelativeResize="0"/>
          <p:nvPr/>
        </p:nvPicPr>
        <p:blipFill rotWithShape="1">
          <a:blip r:embed="rId14">
            <a:alphaModFix/>
          </a:blip>
          <a:srcRect b="0" l="0" r="0" t="0"/>
          <a:stretch/>
        </p:blipFill>
        <p:spPr>
          <a:xfrm>
            <a:off x="9646901" y="5856649"/>
            <a:ext cx="190838" cy="117644"/>
          </a:xfrm>
          <a:prstGeom prst="rect">
            <a:avLst/>
          </a:prstGeom>
          <a:noFill/>
          <a:ln>
            <a:noFill/>
          </a:ln>
        </p:spPr>
      </p:pic>
      <p:sp>
        <p:nvSpPr>
          <p:cNvPr id="7873" name="Google Shape;7873;p51"/>
          <p:cNvSpPr/>
          <p:nvPr/>
        </p:nvSpPr>
        <p:spPr>
          <a:xfrm>
            <a:off x="9674794" y="5849510"/>
            <a:ext cx="177937" cy="2405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74" name="Google Shape;7874;p51"/>
          <p:cNvSpPr/>
          <p:nvPr/>
        </p:nvSpPr>
        <p:spPr>
          <a:xfrm>
            <a:off x="9634698" y="5849315"/>
            <a:ext cx="49395" cy="100139"/>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75" name="Google Shape;7875;p51"/>
          <p:cNvSpPr/>
          <p:nvPr/>
        </p:nvSpPr>
        <p:spPr>
          <a:xfrm>
            <a:off x="9798223" y="5867211"/>
            <a:ext cx="53230" cy="11559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76" name="Google Shape;7876;p51"/>
          <p:cNvSpPr/>
          <p:nvPr/>
        </p:nvSpPr>
        <p:spPr>
          <a:xfrm>
            <a:off x="9634116" y="5944369"/>
            <a:ext cx="195254" cy="3901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77" name="Google Shape;7877;p51"/>
          <p:cNvSpPr/>
          <p:nvPr/>
        </p:nvSpPr>
        <p:spPr>
          <a:xfrm>
            <a:off x="9804150" y="5868189"/>
            <a:ext cx="49860" cy="11607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78" name="Google Shape;7878;p51"/>
          <p:cNvSpPr/>
          <p:nvPr/>
        </p:nvSpPr>
        <p:spPr>
          <a:xfrm>
            <a:off x="9634349" y="5949552"/>
            <a:ext cx="173637" cy="38530"/>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879" name="Google Shape;7879;p51"/>
          <p:cNvGrpSpPr/>
          <p:nvPr/>
        </p:nvGrpSpPr>
        <p:grpSpPr>
          <a:xfrm>
            <a:off x="9631443" y="5990722"/>
            <a:ext cx="58925" cy="22883"/>
            <a:chOff x="1740" y="2642"/>
            <a:chExt cx="752" cy="327"/>
          </a:xfrm>
        </p:grpSpPr>
        <p:sp>
          <p:nvSpPr>
            <p:cNvPr id="7880" name="Google Shape;7880;p51"/>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81" name="Google Shape;7881;p51"/>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82" name="Google Shape;7882;p51"/>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83" name="Google Shape;7883;p51"/>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84" name="Google Shape;7884;p51"/>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85" name="Google Shape;7885;p51"/>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886" name="Google Shape;7886;p51"/>
          <p:cNvSpPr/>
          <p:nvPr/>
        </p:nvSpPr>
        <p:spPr>
          <a:xfrm>
            <a:off x="9732325" y="5994145"/>
            <a:ext cx="71361" cy="5026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87" name="Google Shape;7887;p51"/>
          <p:cNvSpPr/>
          <p:nvPr/>
        </p:nvSpPr>
        <p:spPr>
          <a:xfrm>
            <a:off x="9550204" y="5998154"/>
            <a:ext cx="182586" cy="4586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88" name="Google Shape;7888;p51"/>
          <p:cNvSpPr/>
          <p:nvPr/>
        </p:nvSpPr>
        <p:spPr>
          <a:xfrm>
            <a:off x="9550320" y="5989744"/>
            <a:ext cx="1976" cy="929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89" name="Google Shape;7889;p51"/>
          <p:cNvSpPr/>
          <p:nvPr/>
        </p:nvSpPr>
        <p:spPr>
          <a:xfrm>
            <a:off x="9550436" y="5951899"/>
            <a:ext cx="84843" cy="38432"/>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90" name="Google Shape;7890;p51"/>
          <p:cNvSpPr/>
          <p:nvPr/>
        </p:nvSpPr>
        <p:spPr>
          <a:xfrm>
            <a:off x="9556131" y="5991700"/>
            <a:ext cx="173172" cy="4410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91" name="Google Shape;7891;p51"/>
          <p:cNvSpPr/>
          <p:nvPr/>
        </p:nvSpPr>
        <p:spPr>
          <a:xfrm flipH="1" rot="10800000">
            <a:off x="9729071" y="5988571"/>
            <a:ext cx="70663" cy="456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892" name="Google Shape;7892;p51"/>
          <p:cNvGrpSpPr/>
          <p:nvPr/>
        </p:nvGrpSpPr>
        <p:grpSpPr>
          <a:xfrm>
            <a:off x="10017877" y="5636388"/>
            <a:ext cx="171450" cy="348944"/>
            <a:chOff x="4140" y="429"/>
            <a:chExt cx="1425" cy="2396"/>
          </a:xfrm>
        </p:grpSpPr>
        <p:sp>
          <p:nvSpPr>
            <p:cNvPr id="7893" name="Google Shape;7893;p5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94" name="Google Shape;7894;p5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895" name="Google Shape;7895;p5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96" name="Google Shape;7896;p5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97" name="Google Shape;7897;p51"/>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898" name="Google Shape;7898;p51"/>
            <p:cNvGrpSpPr/>
            <p:nvPr/>
          </p:nvGrpSpPr>
          <p:grpSpPr>
            <a:xfrm>
              <a:off x="4748" y="666"/>
              <a:ext cx="578" cy="150"/>
              <a:chOff x="613" y="2566"/>
              <a:chExt cx="721" cy="144"/>
            </a:xfrm>
          </p:grpSpPr>
          <p:sp>
            <p:nvSpPr>
              <p:cNvPr id="7899" name="Google Shape;7899;p51"/>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900" name="Google Shape;7900;p5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901" name="Google Shape;7901;p51"/>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902" name="Google Shape;7902;p51"/>
            <p:cNvGrpSpPr/>
            <p:nvPr/>
          </p:nvGrpSpPr>
          <p:grpSpPr>
            <a:xfrm>
              <a:off x="4748" y="990"/>
              <a:ext cx="578" cy="134"/>
              <a:chOff x="615" y="2564"/>
              <a:chExt cx="721" cy="139"/>
            </a:xfrm>
          </p:grpSpPr>
          <p:sp>
            <p:nvSpPr>
              <p:cNvPr id="7903" name="Google Shape;7903;p51"/>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904" name="Google Shape;7904;p5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905" name="Google Shape;7905;p51"/>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906" name="Google Shape;7906;p51"/>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907" name="Google Shape;7907;p51"/>
            <p:cNvGrpSpPr/>
            <p:nvPr/>
          </p:nvGrpSpPr>
          <p:grpSpPr>
            <a:xfrm>
              <a:off x="4738" y="1647"/>
              <a:ext cx="578" cy="135"/>
              <a:chOff x="618" y="2586"/>
              <a:chExt cx="720" cy="124"/>
            </a:xfrm>
          </p:grpSpPr>
          <p:sp>
            <p:nvSpPr>
              <p:cNvPr id="7908" name="Google Shape;7908;p51"/>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909" name="Google Shape;7909;p5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910" name="Google Shape;7910;p5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911" name="Google Shape;7911;p51"/>
            <p:cNvGrpSpPr/>
            <p:nvPr/>
          </p:nvGrpSpPr>
          <p:grpSpPr>
            <a:xfrm>
              <a:off x="4738" y="1330"/>
              <a:ext cx="588" cy="134"/>
              <a:chOff x="613" y="2571"/>
              <a:chExt cx="732" cy="134"/>
            </a:xfrm>
          </p:grpSpPr>
          <p:sp>
            <p:nvSpPr>
              <p:cNvPr id="7912" name="Google Shape;7912;p51"/>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913" name="Google Shape;7913;p5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914" name="Google Shape;7914;p5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915" name="Google Shape;7915;p5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16" name="Google Shape;7916;p5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17" name="Google Shape;7917;p5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918" name="Google Shape;7918;p5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19" name="Google Shape;7919;p51"/>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920" name="Google Shape;7920;p51"/>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921" name="Google Shape;7921;p5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922" name="Google Shape;7922;p5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923" name="Google Shape;7923;p5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924" name="Google Shape;7924;p51"/>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925" name="Google Shape;7925;p51"/>
          <p:cNvGrpSpPr/>
          <p:nvPr/>
        </p:nvGrpSpPr>
        <p:grpSpPr>
          <a:xfrm flipH="1">
            <a:off x="7773981" y="5281060"/>
            <a:ext cx="345630" cy="320302"/>
            <a:chOff x="2839" y="3501"/>
            <a:chExt cx="755" cy="803"/>
          </a:xfrm>
        </p:grpSpPr>
        <p:pic>
          <p:nvPicPr>
            <p:cNvPr descr="desktop_computer_stylized_medium" id="7926" name="Google Shape;7926;p51"/>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7927" name="Google Shape;7927;p51"/>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928" name="Google Shape;7928;p51"/>
          <p:cNvGrpSpPr/>
          <p:nvPr/>
        </p:nvGrpSpPr>
        <p:grpSpPr>
          <a:xfrm>
            <a:off x="7439074" y="1859725"/>
            <a:ext cx="1802647" cy="1120859"/>
            <a:chOff x="7439074" y="1859725"/>
            <a:chExt cx="1802647" cy="1120859"/>
          </a:xfrm>
        </p:grpSpPr>
        <p:pic>
          <p:nvPicPr>
            <p:cNvPr descr="cell_tower_radiation copy" id="7929" name="Google Shape;7929;p51"/>
            <p:cNvPicPr preferRelativeResize="0"/>
            <p:nvPr/>
          </p:nvPicPr>
          <p:blipFill rotWithShape="1">
            <a:blip r:embed="rId15">
              <a:alphaModFix/>
            </a:blip>
            <a:srcRect b="0" l="0" r="0" t="0"/>
            <a:stretch/>
          </p:blipFill>
          <p:spPr>
            <a:xfrm>
              <a:off x="7980866" y="2158167"/>
              <a:ext cx="457200" cy="332766"/>
            </a:xfrm>
            <a:prstGeom prst="rect">
              <a:avLst/>
            </a:prstGeom>
            <a:noFill/>
            <a:ln>
              <a:noFill/>
            </a:ln>
          </p:spPr>
        </p:pic>
        <p:cxnSp>
          <p:nvCxnSpPr>
            <p:cNvPr id="7930" name="Google Shape;7930;p51"/>
            <p:cNvCxnSpPr/>
            <p:nvPr/>
          </p:nvCxnSpPr>
          <p:spPr>
            <a:xfrm>
              <a:off x="8207860" y="2700359"/>
              <a:ext cx="227964" cy="174352"/>
            </a:xfrm>
            <a:prstGeom prst="straightConnector1">
              <a:avLst/>
            </a:prstGeom>
            <a:noFill/>
            <a:ln cap="flat" cmpd="sng" w="9525">
              <a:solidFill>
                <a:schemeClr val="dk1"/>
              </a:solidFill>
              <a:prstDash val="solid"/>
              <a:round/>
              <a:headEnd len="sm" w="sm" type="none"/>
              <a:tailEnd len="sm" w="sm" type="none"/>
            </a:ln>
          </p:spPr>
        </p:cxnSp>
        <p:grpSp>
          <p:nvGrpSpPr>
            <p:cNvPr id="7931" name="Google Shape;7931;p51"/>
            <p:cNvGrpSpPr/>
            <p:nvPr/>
          </p:nvGrpSpPr>
          <p:grpSpPr>
            <a:xfrm>
              <a:off x="8050698" y="2309376"/>
              <a:ext cx="298450" cy="464008"/>
              <a:chOff x="3130" y="3288"/>
              <a:chExt cx="410" cy="742"/>
            </a:xfrm>
          </p:grpSpPr>
          <p:cxnSp>
            <p:nvCxnSpPr>
              <p:cNvPr id="7932" name="Google Shape;7932;p51"/>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7933" name="Google Shape;7933;p51"/>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7934" name="Google Shape;7934;p51"/>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7935" name="Google Shape;7935;p51"/>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7936" name="Google Shape;7936;p51"/>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7937" name="Google Shape;7937;p51"/>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7938" name="Google Shape;7938;p51"/>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7939" name="Google Shape;7939;p51"/>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7940" name="Google Shape;7940;p51"/>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7941" name="Google Shape;7941;p51"/>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7942" name="Google Shape;7942;p51"/>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7943" name="Google Shape;7943;p51"/>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7944" name="Google Shape;7944;p51"/>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7945" name="Google Shape;7945;p51"/>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7946" name="Google Shape;7946;p51"/>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grpSp>
          <p:nvGrpSpPr>
            <p:cNvPr id="7947" name="Google Shape;7947;p51"/>
            <p:cNvGrpSpPr/>
            <p:nvPr/>
          </p:nvGrpSpPr>
          <p:grpSpPr>
            <a:xfrm>
              <a:off x="8439827" y="2812309"/>
              <a:ext cx="353678" cy="168275"/>
              <a:chOff x="7493876" y="2774731"/>
              <a:chExt cx="1481958" cy="894622"/>
            </a:xfrm>
          </p:grpSpPr>
          <p:sp>
            <p:nvSpPr>
              <p:cNvPr id="7948" name="Google Shape;7948;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949" name="Google Shape;7949;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950" name="Google Shape;7950;p51"/>
              <p:cNvGrpSpPr/>
              <p:nvPr/>
            </p:nvGrpSpPr>
            <p:grpSpPr>
              <a:xfrm>
                <a:off x="7713663" y="2848339"/>
                <a:ext cx="1042107" cy="425543"/>
                <a:chOff x="7786941" y="2884917"/>
                <a:chExt cx="897649" cy="353919"/>
              </a:xfrm>
            </p:grpSpPr>
            <p:sp>
              <p:nvSpPr>
                <p:cNvPr id="7951" name="Google Shape;7951;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52" name="Google Shape;7952;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53" name="Google Shape;7953;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54" name="Google Shape;7954;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radiation_stylized" id="7955" name="Google Shape;7955;p51"/>
            <p:cNvPicPr preferRelativeResize="0"/>
            <p:nvPr/>
          </p:nvPicPr>
          <p:blipFill rotWithShape="1">
            <a:blip r:embed="rId16">
              <a:alphaModFix/>
            </a:blip>
            <a:srcRect b="0" l="0" r="0" t="0"/>
            <a:stretch/>
          </p:blipFill>
          <p:spPr>
            <a:xfrm>
              <a:off x="7750224" y="1859725"/>
              <a:ext cx="415925" cy="88774"/>
            </a:xfrm>
            <a:prstGeom prst="rect">
              <a:avLst/>
            </a:prstGeom>
            <a:noFill/>
            <a:ln>
              <a:noFill/>
            </a:ln>
          </p:spPr>
        </p:pic>
        <p:pic>
          <p:nvPicPr>
            <p:cNvPr descr="antenna_stylized" id="7956" name="Google Shape;7956;p51"/>
            <p:cNvPicPr preferRelativeResize="0"/>
            <p:nvPr/>
          </p:nvPicPr>
          <p:blipFill rotWithShape="1">
            <a:blip r:embed="rId17">
              <a:alphaModFix/>
            </a:blip>
            <a:srcRect b="0" l="0" r="0" t="0"/>
            <a:stretch/>
          </p:blipFill>
          <p:spPr>
            <a:xfrm>
              <a:off x="7439074" y="2356613"/>
              <a:ext cx="530702" cy="223756"/>
            </a:xfrm>
            <a:prstGeom prst="rect">
              <a:avLst/>
            </a:prstGeom>
            <a:noFill/>
            <a:ln>
              <a:noFill/>
            </a:ln>
          </p:spPr>
        </p:pic>
        <p:pic>
          <p:nvPicPr>
            <p:cNvPr descr="antenna_stylized" id="7957" name="Google Shape;7957;p51"/>
            <p:cNvPicPr preferRelativeResize="0"/>
            <p:nvPr/>
          </p:nvPicPr>
          <p:blipFill rotWithShape="1">
            <a:blip r:embed="rId17">
              <a:alphaModFix/>
            </a:blip>
            <a:srcRect b="0" l="0" r="0" t="0"/>
            <a:stretch/>
          </p:blipFill>
          <p:spPr>
            <a:xfrm>
              <a:off x="8637781" y="2319727"/>
              <a:ext cx="530702" cy="223756"/>
            </a:xfrm>
            <a:prstGeom prst="rect">
              <a:avLst/>
            </a:prstGeom>
            <a:noFill/>
            <a:ln>
              <a:noFill/>
            </a:ln>
          </p:spPr>
        </p:pic>
        <p:pic>
          <p:nvPicPr>
            <p:cNvPr descr="antenna_stylized" id="7958" name="Google Shape;7958;p51"/>
            <p:cNvPicPr preferRelativeResize="0"/>
            <p:nvPr/>
          </p:nvPicPr>
          <p:blipFill rotWithShape="1">
            <a:blip r:embed="rId17">
              <a:alphaModFix/>
            </a:blip>
            <a:srcRect b="0" l="0" r="0" t="0"/>
            <a:stretch/>
          </p:blipFill>
          <p:spPr>
            <a:xfrm>
              <a:off x="8711019" y="2059124"/>
              <a:ext cx="530702" cy="223756"/>
            </a:xfrm>
            <a:prstGeom prst="rect">
              <a:avLst/>
            </a:prstGeom>
            <a:noFill/>
            <a:ln>
              <a:noFill/>
            </a:ln>
          </p:spPr>
        </p:pic>
      </p:grpSp>
      <p:grpSp>
        <p:nvGrpSpPr>
          <p:cNvPr id="7959" name="Google Shape;7959;p51"/>
          <p:cNvGrpSpPr/>
          <p:nvPr/>
        </p:nvGrpSpPr>
        <p:grpSpPr>
          <a:xfrm>
            <a:off x="7493518" y="3325424"/>
            <a:ext cx="911538" cy="843226"/>
            <a:chOff x="7493518" y="3325424"/>
            <a:chExt cx="911538" cy="843226"/>
          </a:xfrm>
        </p:grpSpPr>
        <p:pic>
          <p:nvPicPr>
            <p:cNvPr descr="access_point_stylized_small" id="7960" name="Google Shape;7960;p51"/>
            <p:cNvPicPr preferRelativeResize="0"/>
            <p:nvPr/>
          </p:nvPicPr>
          <p:blipFill rotWithShape="1">
            <a:blip r:embed="rId18">
              <a:alphaModFix/>
            </a:blip>
            <a:srcRect b="0" l="0" r="0" t="0"/>
            <a:stretch/>
          </p:blipFill>
          <p:spPr>
            <a:xfrm>
              <a:off x="7613882" y="3861899"/>
              <a:ext cx="370169" cy="306751"/>
            </a:xfrm>
            <a:prstGeom prst="rect">
              <a:avLst/>
            </a:prstGeom>
            <a:noFill/>
            <a:ln>
              <a:noFill/>
            </a:ln>
          </p:spPr>
        </p:pic>
        <p:grpSp>
          <p:nvGrpSpPr>
            <p:cNvPr id="7961" name="Google Shape;7961;p51"/>
            <p:cNvGrpSpPr/>
            <p:nvPr/>
          </p:nvGrpSpPr>
          <p:grpSpPr>
            <a:xfrm>
              <a:off x="7493518" y="3325424"/>
              <a:ext cx="911538" cy="816238"/>
              <a:chOff x="7493518" y="3325424"/>
              <a:chExt cx="911538" cy="816238"/>
            </a:xfrm>
          </p:grpSpPr>
          <p:cxnSp>
            <p:nvCxnSpPr>
              <p:cNvPr id="7962" name="Google Shape;7962;p51"/>
              <p:cNvCxnSpPr/>
              <p:nvPr/>
            </p:nvCxnSpPr>
            <p:spPr>
              <a:xfrm>
                <a:off x="8247778" y="3829970"/>
                <a:ext cx="0" cy="131762"/>
              </a:xfrm>
              <a:prstGeom prst="straightConnector1">
                <a:avLst/>
              </a:prstGeom>
              <a:noFill/>
              <a:ln cap="flat" cmpd="sng" w="9525">
                <a:solidFill>
                  <a:schemeClr val="dk1"/>
                </a:solidFill>
                <a:prstDash val="solid"/>
                <a:round/>
                <a:headEnd len="sm" w="sm" type="none"/>
                <a:tailEnd len="sm" w="sm" type="none"/>
              </a:ln>
            </p:spPr>
          </p:cxnSp>
          <p:cxnSp>
            <p:nvCxnSpPr>
              <p:cNvPr id="7963" name="Google Shape;7963;p51"/>
              <p:cNvCxnSpPr/>
              <p:nvPr/>
            </p:nvCxnSpPr>
            <p:spPr>
              <a:xfrm flipH="1" rot="10800000">
                <a:off x="7857253" y="4041107"/>
                <a:ext cx="168275" cy="3175"/>
              </a:xfrm>
              <a:prstGeom prst="straightConnector1">
                <a:avLst/>
              </a:prstGeom>
              <a:noFill/>
              <a:ln cap="flat" cmpd="sng" w="9525">
                <a:solidFill>
                  <a:schemeClr val="dk1"/>
                </a:solidFill>
                <a:prstDash val="solid"/>
                <a:round/>
                <a:headEnd len="sm" w="sm" type="none"/>
                <a:tailEnd len="sm" w="sm" type="none"/>
              </a:ln>
            </p:spPr>
          </p:cxnSp>
          <p:pic>
            <p:nvPicPr>
              <p:cNvPr descr="antenna_radiation_stylized" id="7964" name="Google Shape;7964;p51"/>
              <p:cNvPicPr preferRelativeResize="0"/>
              <p:nvPr/>
            </p:nvPicPr>
            <p:blipFill rotWithShape="1">
              <a:blip r:embed="rId19">
                <a:alphaModFix/>
              </a:blip>
              <a:srcRect b="0" l="0" r="0" t="0"/>
              <a:stretch/>
            </p:blipFill>
            <p:spPr>
              <a:xfrm>
                <a:off x="7562238" y="3813930"/>
                <a:ext cx="506412" cy="106009"/>
              </a:xfrm>
              <a:prstGeom prst="rect">
                <a:avLst/>
              </a:prstGeom>
              <a:noFill/>
              <a:ln>
                <a:noFill/>
              </a:ln>
            </p:spPr>
          </p:pic>
          <p:grpSp>
            <p:nvGrpSpPr>
              <p:cNvPr id="7965" name="Google Shape;7965;p51"/>
              <p:cNvGrpSpPr/>
              <p:nvPr/>
            </p:nvGrpSpPr>
            <p:grpSpPr>
              <a:xfrm>
                <a:off x="8050070" y="3965994"/>
                <a:ext cx="354986" cy="175668"/>
                <a:chOff x="7493876" y="2774731"/>
                <a:chExt cx="1481958" cy="894622"/>
              </a:xfrm>
            </p:grpSpPr>
            <p:sp>
              <p:nvSpPr>
                <p:cNvPr id="7966" name="Google Shape;7966;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967" name="Google Shape;7967;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968" name="Google Shape;7968;p51"/>
                <p:cNvGrpSpPr/>
                <p:nvPr/>
              </p:nvGrpSpPr>
              <p:grpSpPr>
                <a:xfrm>
                  <a:off x="7713663" y="2848339"/>
                  <a:ext cx="1042107" cy="425543"/>
                  <a:chOff x="7786941" y="2884917"/>
                  <a:chExt cx="897649" cy="353919"/>
                </a:xfrm>
              </p:grpSpPr>
              <p:sp>
                <p:nvSpPr>
                  <p:cNvPr id="7969" name="Google Shape;7969;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70" name="Google Shape;7970;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71" name="Google Shape;7971;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72" name="Google Shape;7972;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stylized" id="7973" name="Google Shape;7973;p51"/>
              <p:cNvPicPr preferRelativeResize="0"/>
              <p:nvPr/>
            </p:nvPicPr>
            <p:blipFill rotWithShape="1">
              <a:blip r:embed="rId20">
                <a:alphaModFix/>
              </a:blip>
              <a:srcRect b="0" l="0" r="0" t="0"/>
              <a:stretch/>
            </p:blipFill>
            <p:spPr>
              <a:xfrm>
                <a:off x="7493518" y="3419140"/>
                <a:ext cx="347997" cy="167557"/>
              </a:xfrm>
              <a:prstGeom prst="rect">
                <a:avLst/>
              </a:prstGeom>
              <a:noFill/>
              <a:ln>
                <a:noFill/>
              </a:ln>
            </p:spPr>
          </p:pic>
          <p:pic>
            <p:nvPicPr>
              <p:cNvPr descr="antenna_stylized" id="7974" name="Google Shape;7974;p51"/>
              <p:cNvPicPr preferRelativeResize="0"/>
              <p:nvPr/>
            </p:nvPicPr>
            <p:blipFill rotWithShape="1">
              <a:blip r:embed="rId20">
                <a:alphaModFix/>
              </a:blip>
              <a:srcRect b="0" l="0" r="0" t="0"/>
              <a:stretch/>
            </p:blipFill>
            <p:spPr>
              <a:xfrm>
                <a:off x="7803435" y="3325424"/>
                <a:ext cx="347997" cy="167557"/>
              </a:xfrm>
              <a:prstGeom prst="rect">
                <a:avLst/>
              </a:prstGeom>
              <a:noFill/>
              <a:ln>
                <a:noFill/>
              </a:ln>
            </p:spPr>
          </p:pic>
        </p:grpSp>
      </p:grpSp>
      <p:grpSp>
        <p:nvGrpSpPr>
          <p:cNvPr id="7975" name="Google Shape;7975;p51"/>
          <p:cNvGrpSpPr/>
          <p:nvPr/>
        </p:nvGrpSpPr>
        <p:grpSpPr>
          <a:xfrm>
            <a:off x="7975881" y="4741266"/>
            <a:ext cx="2318709" cy="1245936"/>
            <a:chOff x="7948367" y="4775686"/>
            <a:chExt cx="2318709" cy="1245936"/>
          </a:xfrm>
        </p:grpSpPr>
        <p:cxnSp>
          <p:nvCxnSpPr>
            <p:cNvPr id="7976" name="Google Shape;7976;p51"/>
            <p:cNvCxnSpPr/>
            <p:nvPr/>
          </p:nvCxnSpPr>
          <p:spPr>
            <a:xfrm flipH="1" rot="5400000">
              <a:off x="9789609" y="5251739"/>
              <a:ext cx="388062" cy="7560"/>
            </a:xfrm>
            <a:prstGeom prst="straightConnector1">
              <a:avLst/>
            </a:prstGeom>
            <a:noFill/>
            <a:ln cap="flat" cmpd="sng" w="12700">
              <a:solidFill>
                <a:schemeClr val="dk1"/>
              </a:solidFill>
              <a:prstDash val="solid"/>
              <a:round/>
              <a:headEnd len="sm" w="sm" type="none"/>
              <a:tailEnd len="sm" w="sm" type="none"/>
            </a:ln>
          </p:spPr>
        </p:cxnSp>
        <p:cxnSp>
          <p:nvCxnSpPr>
            <p:cNvPr id="7977" name="Google Shape;7977;p51"/>
            <p:cNvCxnSpPr/>
            <p:nvPr/>
          </p:nvCxnSpPr>
          <p:spPr>
            <a:xfrm>
              <a:off x="8210207" y="5117334"/>
              <a:ext cx="226800" cy="127000"/>
            </a:xfrm>
            <a:prstGeom prst="straightConnector1">
              <a:avLst/>
            </a:prstGeom>
            <a:noFill/>
            <a:ln cap="flat" cmpd="sng" w="9525">
              <a:solidFill>
                <a:schemeClr val="dk1"/>
              </a:solidFill>
              <a:prstDash val="solid"/>
              <a:round/>
              <a:headEnd len="sm" w="sm" type="none"/>
              <a:tailEnd len="sm" w="sm" type="none"/>
            </a:ln>
          </p:spPr>
        </p:cxnSp>
        <p:cxnSp>
          <p:nvCxnSpPr>
            <p:cNvPr id="7978" name="Google Shape;7978;p51"/>
            <p:cNvCxnSpPr/>
            <p:nvPr/>
          </p:nvCxnSpPr>
          <p:spPr>
            <a:xfrm flipH="1" rot="10800000">
              <a:off x="8459425" y="5036562"/>
              <a:ext cx="404236" cy="207771"/>
            </a:xfrm>
            <a:prstGeom prst="straightConnector1">
              <a:avLst/>
            </a:prstGeom>
            <a:noFill/>
            <a:ln cap="flat" cmpd="sng" w="9525">
              <a:solidFill>
                <a:schemeClr val="dk1"/>
              </a:solidFill>
              <a:prstDash val="solid"/>
              <a:round/>
              <a:headEnd len="sm" w="sm" type="none"/>
              <a:tailEnd len="sm" w="sm" type="none"/>
            </a:ln>
          </p:spPr>
        </p:cxnSp>
        <p:grpSp>
          <p:nvGrpSpPr>
            <p:cNvPr id="7979" name="Google Shape;7979;p51"/>
            <p:cNvGrpSpPr/>
            <p:nvPr/>
          </p:nvGrpSpPr>
          <p:grpSpPr>
            <a:xfrm>
              <a:off x="7948367" y="4775686"/>
              <a:ext cx="2318709" cy="1245936"/>
              <a:chOff x="7948367" y="4775686"/>
              <a:chExt cx="2318709" cy="1245936"/>
            </a:xfrm>
          </p:grpSpPr>
          <p:cxnSp>
            <p:nvCxnSpPr>
              <p:cNvPr id="7980" name="Google Shape;7980;p51"/>
              <p:cNvCxnSpPr/>
              <p:nvPr/>
            </p:nvCxnSpPr>
            <p:spPr>
              <a:xfrm rot="10800000">
                <a:off x="10209926" y="5405286"/>
                <a:ext cx="0" cy="114300"/>
              </a:xfrm>
              <a:prstGeom prst="straightConnector1">
                <a:avLst/>
              </a:prstGeom>
              <a:noFill/>
              <a:ln cap="flat" cmpd="sng" w="12700">
                <a:solidFill>
                  <a:schemeClr val="dk1"/>
                </a:solidFill>
                <a:prstDash val="solid"/>
                <a:round/>
                <a:headEnd len="sm" w="sm" type="none"/>
                <a:tailEnd len="sm" w="sm" type="none"/>
              </a:ln>
            </p:spPr>
          </p:cxnSp>
          <p:cxnSp>
            <p:nvCxnSpPr>
              <p:cNvPr id="7981" name="Google Shape;7981;p51"/>
              <p:cNvCxnSpPr/>
              <p:nvPr/>
            </p:nvCxnSpPr>
            <p:spPr>
              <a:xfrm>
                <a:off x="9432959" y="4838517"/>
                <a:ext cx="524483" cy="261537"/>
              </a:xfrm>
              <a:prstGeom prst="straightConnector1">
                <a:avLst/>
              </a:prstGeom>
              <a:noFill/>
              <a:ln cap="flat" cmpd="sng" w="9525">
                <a:solidFill>
                  <a:schemeClr val="dk1"/>
                </a:solidFill>
                <a:prstDash val="solid"/>
                <a:round/>
                <a:headEnd len="sm" w="sm" type="none"/>
                <a:tailEnd len="sm" w="sm" type="none"/>
              </a:ln>
            </p:spPr>
          </p:cxnSp>
          <p:cxnSp>
            <p:nvCxnSpPr>
              <p:cNvPr id="7982" name="Google Shape;7982;p51"/>
              <p:cNvCxnSpPr/>
              <p:nvPr/>
            </p:nvCxnSpPr>
            <p:spPr>
              <a:xfrm flipH="1" rot="10800000">
                <a:off x="8850066" y="4838517"/>
                <a:ext cx="569255" cy="246266"/>
              </a:xfrm>
              <a:prstGeom prst="straightConnector1">
                <a:avLst/>
              </a:prstGeom>
              <a:noFill/>
              <a:ln cap="flat" cmpd="sng" w="9525">
                <a:solidFill>
                  <a:schemeClr val="dk1"/>
                </a:solidFill>
                <a:prstDash val="solid"/>
                <a:round/>
                <a:headEnd len="sm" w="sm" type="none"/>
                <a:tailEnd len="sm" w="sm" type="none"/>
              </a:ln>
            </p:spPr>
          </p:cxnSp>
          <p:cxnSp>
            <p:nvCxnSpPr>
              <p:cNvPr id="7983" name="Google Shape;7983;p51"/>
              <p:cNvCxnSpPr/>
              <p:nvPr/>
            </p:nvCxnSpPr>
            <p:spPr>
              <a:xfrm>
                <a:off x="8821744" y="5108876"/>
                <a:ext cx="1030502" cy="0"/>
              </a:xfrm>
              <a:prstGeom prst="straightConnector1">
                <a:avLst/>
              </a:prstGeom>
              <a:noFill/>
              <a:ln cap="flat" cmpd="sng" w="9525">
                <a:solidFill>
                  <a:schemeClr val="dk1"/>
                </a:solidFill>
                <a:prstDash val="solid"/>
                <a:round/>
                <a:headEnd len="sm" w="sm" type="none"/>
                <a:tailEnd len="sm" w="sm" type="none"/>
              </a:ln>
            </p:spPr>
          </p:cxnSp>
          <p:cxnSp>
            <p:nvCxnSpPr>
              <p:cNvPr id="7984" name="Google Shape;7984;p51"/>
              <p:cNvCxnSpPr/>
              <p:nvPr/>
            </p:nvCxnSpPr>
            <p:spPr>
              <a:xfrm flipH="1" rot="10800000">
                <a:off x="7948367" y="5290470"/>
                <a:ext cx="412750" cy="127000"/>
              </a:xfrm>
              <a:prstGeom prst="straightConnector1">
                <a:avLst/>
              </a:prstGeom>
              <a:noFill/>
              <a:ln cap="flat" cmpd="sng" w="9525">
                <a:solidFill>
                  <a:schemeClr val="dk1"/>
                </a:solidFill>
                <a:prstDash val="solid"/>
                <a:round/>
                <a:headEnd len="sm" w="sm" type="none"/>
                <a:tailEnd len="sm" w="sm" type="none"/>
              </a:ln>
            </p:spPr>
          </p:cxnSp>
          <p:cxnSp>
            <p:nvCxnSpPr>
              <p:cNvPr id="7985" name="Google Shape;7985;p51"/>
              <p:cNvCxnSpPr/>
              <p:nvPr/>
            </p:nvCxnSpPr>
            <p:spPr>
              <a:xfrm flipH="1">
                <a:off x="8373817" y="5282252"/>
                <a:ext cx="68080" cy="293968"/>
              </a:xfrm>
              <a:prstGeom prst="straightConnector1">
                <a:avLst/>
              </a:prstGeom>
              <a:noFill/>
              <a:ln cap="flat" cmpd="sng" w="9525">
                <a:solidFill>
                  <a:schemeClr val="dk1"/>
                </a:solidFill>
                <a:prstDash val="solid"/>
                <a:round/>
                <a:headEnd len="sm" w="sm" type="none"/>
                <a:tailEnd len="sm" w="sm" type="none"/>
              </a:ln>
            </p:spPr>
          </p:cxnSp>
          <p:cxnSp>
            <p:nvCxnSpPr>
              <p:cNvPr id="7986" name="Google Shape;7986;p51"/>
              <p:cNvCxnSpPr/>
              <p:nvPr/>
            </p:nvCxnSpPr>
            <p:spPr>
              <a:xfrm rot="10800000">
                <a:off x="8488731" y="5307931"/>
                <a:ext cx="280374" cy="269876"/>
              </a:xfrm>
              <a:prstGeom prst="straightConnector1">
                <a:avLst/>
              </a:prstGeom>
              <a:noFill/>
              <a:ln cap="flat" cmpd="sng" w="9525">
                <a:solidFill>
                  <a:schemeClr val="dk1"/>
                </a:solidFill>
                <a:prstDash val="solid"/>
                <a:round/>
                <a:headEnd len="sm" w="sm" type="none"/>
                <a:tailEnd len="sm" w="sm" type="none"/>
              </a:ln>
            </p:spPr>
          </p:cxnSp>
          <p:cxnSp>
            <p:nvCxnSpPr>
              <p:cNvPr id="7987" name="Google Shape;7987;p51"/>
              <p:cNvCxnSpPr/>
              <p:nvPr/>
            </p:nvCxnSpPr>
            <p:spPr>
              <a:xfrm>
                <a:off x="8488731" y="5258048"/>
                <a:ext cx="914184" cy="468622"/>
              </a:xfrm>
              <a:prstGeom prst="straightConnector1">
                <a:avLst/>
              </a:prstGeom>
              <a:noFill/>
              <a:ln cap="flat" cmpd="sng" w="9525">
                <a:solidFill>
                  <a:schemeClr val="dk1"/>
                </a:solidFill>
                <a:prstDash val="solid"/>
                <a:round/>
                <a:headEnd len="sm" w="sm" type="none"/>
                <a:tailEnd len="sm" w="sm" type="none"/>
              </a:ln>
            </p:spPr>
          </p:cxnSp>
          <p:cxnSp>
            <p:nvCxnSpPr>
              <p:cNvPr id="7988" name="Google Shape;7988;p51"/>
              <p:cNvCxnSpPr/>
              <p:nvPr/>
            </p:nvCxnSpPr>
            <p:spPr>
              <a:xfrm flipH="1" rot="5400000">
                <a:off x="9885545" y="5583471"/>
                <a:ext cx="366793" cy="1482"/>
              </a:xfrm>
              <a:prstGeom prst="straightConnector1">
                <a:avLst/>
              </a:prstGeom>
              <a:noFill/>
              <a:ln cap="flat" cmpd="sng" w="12700">
                <a:solidFill>
                  <a:schemeClr val="dk1"/>
                </a:solidFill>
                <a:prstDash val="solid"/>
                <a:round/>
                <a:headEnd len="sm" w="sm" type="none"/>
                <a:tailEnd len="sm" w="sm" type="none"/>
              </a:ln>
            </p:spPr>
          </p:cxnSp>
          <p:pic>
            <p:nvPicPr>
              <p:cNvPr descr="antenna_radiation_stylized" id="7989" name="Google Shape;7989;p51"/>
              <p:cNvPicPr preferRelativeResize="0"/>
              <p:nvPr/>
            </p:nvPicPr>
            <p:blipFill rotWithShape="1">
              <a:blip r:embed="rId21">
                <a:alphaModFix/>
              </a:blip>
              <a:srcRect b="0" l="0" r="0" t="0"/>
              <a:stretch/>
            </p:blipFill>
            <p:spPr>
              <a:xfrm>
                <a:off x="9242073" y="5480938"/>
                <a:ext cx="452014" cy="95159"/>
              </a:xfrm>
              <a:prstGeom prst="rect">
                <a:avLst/>
              </a:prstGeom>
              <a:noFill/>
              <a:ln>
                <a:noFill/>
              </a:ln>
            </p:spPr>
          </p:pic>
          <p:pic>
            <p:nvPicPr>
              <p:cNvPr descr="access_point_stylized_small" id="7990" name="Google Shape;7990;p51"/>
              <p:cNvPicPr preferRelativeResize="0"/>
              <p:nvPr/>
            </p:nvPicPr>
            <p:blipFill rotWithShape="1">
              <a:blip r:embed="rId18">
                <a:alphaModFix/>
              </a:blip>
              <a:srcRect b="0" l="0" r="0" t="0"/>
              <a:stretch/>
            </p:blipFill>
            <p:spPr>
              <a:xfrm>
                <a:off x="9290610" y="5524232"/>
                <a:ext cx="380935" cy="317464"/>
              </a:xfrm>
              <a:prstGeom prst="rect">
                <a:avLst/>
              </a:prstGeom>
              <a:noFill/>
              <a:ln>
                <a:noFill/>
              </a:ln>
            </p:spPr>
          </p:pic>
          <p:grpSp>
            <p:nvGrpSpPr>
              <p:cNvPr id="7991" name="Google Shape;7991;p51"/>
              <p:cNvGrpSpPr/>
              <p:nvPr/>
            </p:nvGrpSpPr>
            <p:grpSpPr>
              <a:xfrm>
                <a:off x="9783558" y="4989983"/>
                <a:ext cx="393760" cy="218578"/>
                <a:chOff x="7493876" y="2774731"/>
                <a:chExt cx="1481958" cy="894622"/>
              </a:xfrm>
            </p:grpSpPr>
            <p:sp>
              <p:nvSpPr>
                <p:cNvPr id="7992" name="Google Shape;7992;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7993" name="Google Shape;7993;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7994" name="Google Shape;7994;p51"/>
                <p:cNvGrpSpPr/>
                <p:nvPr/>
              </p:nvGrpSpPr>
              <p:grpSpPr>
                <a:xfrm>
                  <a:off x="7713663" y="2848339"/>
                  <a:ext cx="1042107" cy="425543"/>
                  <a:chOff x="7786941" y="2884917"/>
                  <a:chExt cx="897649" cy="353919"/>
                </a:xfrm>
              </p:grpSpPr>
              <p:sp>
                <p:nvSpPr>
                  <p:cNvPr id="7995" name="Google Shape;7995;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6" name="Google Shape;7996;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7" name="Google Shape;7997;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8" name="Google Shape;7998;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99" name="Google Shape;7999;p51"/>
              <p:cNvGrpSpPr/>
              <p:nvPr/>
            </p:nvGrpSpPr>
            <p:grpSpPr>
              <a:xfrm>
                <a:off x="9849365" y="5339037"/>
                <a:ext cx="309740" cy="190838"/>
                <a:chOff x="3668110" y="2448910"/>
                <a:chExt cx="3794234" cy="2165130"/>
              </a:xfrm>
            </p:grpSpPr>
            <p:sp>
              <p:nvSpPr>
                <p:cNvPr id="8000" name="Google Shape;8000;p5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1" name="Google Shape;8001;p5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002" name="Google Shape;8002;p51"/>
                <p:cNvGrpSpPr/>
                <p:nvPr/>
              </p:nvGrpSpPr>
              <p:grpSpPr>
                <a:xfrm>
                  <a:off x="3941378" y="2603243"/>
                  <a:ext cx="3202061" cy="1066110"/>
                  <a:chOff x="7939341" y="3037317"/>
                  <a:chExt cx="897649" cy="353919"/>
                </a:xfrm>
              </p:grpSpPr>
              <p:sp>
                <p:nvSpPr>
                  <p:cNvPr id="8003" name="Google Shape;8003;p5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4" name="Google Shape;8004;p5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5" name="Google Shape;8005;p5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6" name="Google Shape;8006;p5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007" name="Google Shape;8007;p51"/>
              <p:cNvGrpSpPr/>
              <p:nvPr/>
            </p:nvGrpSpPr>
            <p:grpSpPr>
              <a:xfrm>
                <a:off x="8676619" y="4967420"/>
                <a:ext cx="393760" cy="218578"/>
                <a:chOff x="7493876" y="2774731"/>
                <a:chExt cx="1481958" cy="894622"/>
              </a:xfrm>
            </p:grpSpPr>
            <p:sp>
              <p:nvSpPr>
                <p:cNvPr id="8008" name="Google Shape;8008;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009" name="Google Shape;8009;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010" name="Google Shape;8010;p51"/>
                <p:cNvGrpSpPr/>
                <p:nvPr/>
              </p:nvGrpSpPr>
              <p:grpSpPr>
                <a:xfrm>
                  <a:off x="7713663" y="2848339"/>
                  <a:ext cx="1042107" cy="425543"/>
                  <a:chOff x="7786941" y="2884917"/>
                  <a:chExt cx="897649" cy="353919"/>
                </a:xfrm>
              </p:grpSpPr>
              <p:sp>
                <p:nvSpPr>
                  <p:cNvPr id="8011" name="Google Shape;8011;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12" name="Google Shape;8012;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13" name="Google Shape;8013;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14" name="Google Shape;8014;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015" name="Google Shape;8015;p51"/>
              <p:cNvGrpSpPr/>
              <p:nvPr/>
            </p:nvGrpSpPr>
            <p:grpSpPr>
              <a:xfrm>
                <a:off x="8311520" y="5194433"/>
                <a:ext cx="309740" cy="190838"/>
                <a:chOff x="3668110" y="2448910"/>
                <a:chExt cx="3794234" cy="2165130"/>
              </a:xfrm>
            </p:grpSpPr>
            <p:sp>
              <p:nvSpPr>
                <p:cNvPr id="8016" name="Google Shape;8016;p5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17" name="Google Shape;8017;p5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018" name="Google Shape;8018;p51"/>
                <p:cNvGrpSpPr/>
                <p:nvPr/>
              </p:nvGrpSpPr>
              <p:grpSpPr>
                <a:xfrm>
                  <a:off x="3941378" y="2603243"/>
                  <a:ext cx="3202061" cy="1066110"/>
                  <a:chOff x="7939341" y="3037317"/>
                  <a:chExt cx="897649" cy="353919"/>
                </a:xfrm>
              </p:grpSpPr>
              <p:sp>
                <p:nvSpPr>
                  <p:cNvPr id="8019" name="Google Shape;8019;p5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20" name="Google Shape;8020;p5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21" name="Google Shape;8021;p5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22" name="Google Shape;8022;p5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023" name="Google Shape;8023;p51"/>
              <p:cNvGrpSpPr/>
              <p:nvPr/>
            </p:nvGrpSpPr>
            <p:grpSpPr>
              <a:xfrm>
                <a:off x="9247893" y="4775686"/>
                <a:ext cx="393760" cy="218578"/>
                <a:chOff x="7493876" y="2774731"/>
                <a:chExt cx="1481958" cy="894622"/>
              </a:xfrm>
            </p:grpSpPr>
            <p:sp>
              <p:nvSpPr>
                <p:cNvPr id="8024" name="Google Shape;8024;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025" name="Google Shape;8025;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026" name="Google Shape;8026;p51"/>
                <p:cNvGrpSpPr/>
                <p:nvPr/>
              </p:nvGrpSpPr>
              <p:grpSpPr>
                <a:xfrm>
                  <a:off x="7713663" y="2848339"/>
                  <a:ext cx="1042107" cy="425543"/>
                  <a:chOff x="7786941" y="2884917"/>
                  <a:chExt cx="897649" cy="353919"/>
                </a:xfrm>
              </p:grpSpPr>
              <p:sp>
                <p:nvSpPr>
                  <p:cNvPr id="8027" name="Google Shape;8027;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28" name="Google Shape;8028;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29" name="Google Shape;8029;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30" name="Google Shape;8030;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ntenna_stylized" id="8031" name="Google Shape;8031;p51"/>
              <p:cNvPicPr preferRelativeResize="0"/>
              <p:nvPr/>
            </p:nvPicPr>
            <p:blipFill rotWithShape="1">
              <a:blip r:embed="rId22">
                <a:alphaModFix/>
              </a:blip>
              <a:srcRect b="0" l="0" r="0" t="0"/>
              <a:stretch/>
            </p:blipFill>
            <p:spPr>
              <a:xfrm>
                <a:off x="9201681" y="5852809"/>
                <a:ext cx="307702" cy="168813"/>
              </a:xfrm>
              <a:prstGeom prst="rect">
                <a:avLst/>
              </a:prstGeom>
              <a:noFill/>
              <a:ln>
                <a:noFill/>
              </a:ln>
            </p:spPr>
          </p:pic>
          <p:pic>
            <p:nvPicPr>
              <p:cNvPr descr="antenna_stylized" id="8032" name="Google Shape;8032;p51"/>
              <p:cNvPicPr preferRelativeResize="0"/>
              <p:nvPr/>
            </p:nvPicPr>
            <p:blipFill rotWithShape="1">
              <a:blip r:embed="rId22">
                <a:alphaModFix/>
              </a:blip>
              <a:srcRect b="0" l="0" r="0" t="0"/>
              <a:stretch/>
            </p:blipFill>
            <p:spPr>
              <a:xfrm>
                <a:off x="9534746" y="5795138"/>
                <a:ext cx="316707" cy="138962"/>
              </a:xfrm>
              <a:prstGeom prst="rect">
                <a:avLst/>
              </a:prstGeom>
              <a:noFill/>
              <a:ln>
                <a:noFill/>
              </a:ln>
            </p:spPr>
          </p:pic>
        </p:grpSp>
      </p:grpSp>
      <p:sp>
        <p:nvSpPr>
          <p:cNvPr id="8033" name="Google Shape;8033;p51"/>
          <p:cNvSpPr/>
          <p:nvPr/>
        </p:nvSpPr>
        <p:spPr>
          <a:xfrm>
            <a:off x="7165428" y="1458055"/>
            <a:ext cx="4771884"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034" name="Google Shape;8034;p51"/>
          <p:cNvGrpSpPr/>
          <p:nvPr/>
        </p:nvGrpSpPr>
        <p:grpSpPr>
          <a:xfrm>
            <a:off x="10812889" y="3368642"/>
            <a:ext cx="890572" cy="1290085"/>
            <a:chOff x="10812889" y="3368642"/>
            <a:chExt cx="890572" cy="1290085"/>
          </a:xfrm>
        </p:grpSpPr>
        <p:sp>
          <p:nvSpPr>
            <p:cNvPr id="8035" name="Google Shape;8035;p51"/>
            <p:cNvSpPr/>
            <p:nvPr/>
          </p:nvSpPr>
          <p:spPr>
            <a:xfrm>
              <a:off x="10812889" y="3368642"/>
              <a:ext cx="81304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36" name="Google Shape;8036;p51"/>
            <p:cNvSpPr/>
            <p:nvPr/>
          </p:nvSpPr>
          <p:spPr>
            <a:xfrm>
              <a:off x="10890418" y="4148658"/>
              <a:ext cx="81304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037" name="Google Shape;8037;p51"/>
          <p:cNvGrpSpPr/>
          <p:nvPr/>
        </p:nvGrpSpPr>
        <p:grpSpPr>
          <a:xfrm>
            <a:off x="10925982" y="4188911"/>
            <a:ext cx="657413" cy="451816"/>
            <a:chOff x="10925982" y="4188911"/>
            <a:chExt cx="657413" cy="451816"/>
          </a:xfrm>
        </p:grpSpPr>
        <p:grpSp>
          <p:nvGrpSpPr>
            <p:cNvPr id="8038" name="Google Shape;8038;p51"/>
            <p:cNvGrpSpPr/>
            <p:nvPr/>
          </p:nvGrpSpPr>
          <p:grpSpPr>
            <a:xfrm>
              <a:off x="11093556" y="4188911"/>
              <a:ext cx="489839" cy="451816"/>
              <a:chOff x="5103720" y="2693365"/>
              <a:chExt cx="611650" cy="414788"/>
            </a:xfrm>
          </p:grpSpPr>
          <p:cxnSp>
            <p:nvCxnSpPr>
              <p:cNvPr id="8039" name="Google Shape;8039;p51"/>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8040" name="Google Shape;8040;p51"/>
              <p:cNvGrpSpPr/>
              <p:nvPr/>
            </p:nvGrpSpPr>
            <p:grpSpPr>
              <a:xfrm>
                <a:off x="5275406" y="2693365"/>
                <a:ext cx="439964" cy="414788"/>
                <a:chOff x="5275406" y="2711455"/>
                <a:chExt cx="452949" cy="405518"/>
              </a:xfrm>
            </p:grpSpPr>
            <p:pic>
              <p:nvPicPr>
                <p:cNvPr descr="server_rack.png" id="8041" name="Google Shape;8041;p51"/>
                <p:cNvPicPr preferRelativeResize="0"/>
                <p:nvPr/>
              </p:nvPicPr>
              <p:blipFill rotWithShape="1">
                <a:blip r:embed="rId23">
                  <a:alphaModFix/>
                </a:blip>
                <a:srcRect b="0" l="0" r="0" t="0"/>
                <a:stretch/>
              </p:blipFill>
              <p:spPr>
                <a:xfrm>
                  <a:off x="5537367" y="2770786"/>
                  <a:ext cx="190988" cy="313366"/>
                </a:xfrm>
                <a:prstGeom prst="rect">
                  <a:avLst/>
                </a:prstGeom>
                <a:noFill/>
                <a:ln>
                  <a:noFill/>
                </a:ln>
              </p:spPr>
            </p:pic>
            <p:pic>
              <p:nvPicPr>
                <p:cNvPr descr="server_rack.png" id="8042" name="Google Shape;8042;p51"/>
                <p:cNvPicPr preferRelativeResize="0"/>
                <p:nvPr/>
              </p:nvPicPr>
              <p:blipFill rotWithShape="1">
                <a:blip r:embed="rId23">
                  <a:alphaModFix/>
                </a:blip>
                <a:srcRect b="0" l="0" r="0" t="0"/>
                <a:stretch/>
              </p:blipFill>
              <p:spPr>
                <a:xfrm>
                  <a:off x="5275406" y="2764002"/>
                  <a:ext cx="190988" cy="313366"/>
                </a:xfrm>
                <a:prstGeom prst="rect">
                  <a:avLst/>
                </a:prstGeom>
                <a:noFill/>
                <a:ln>
                  <a:noFill/>
                </a:ln>
              </p:spPr>
            </p:pic>
            <p:pic>
              <p:nvPicPr>
                <p:cNvPr descr="server_rack.png" id="8043" name="Google Shape;8043;p51"/>
                <p:cNvPicPr preferRelativeResize="0"/>
                <p:nvPr/>
              </p:nvPicPr>
              <p:blipFill rotWithShape="1">
                <a:blip r:embed="rId23">
                  <a:alphaModFix/>
                </a:blip>
                <a:srcRect b="0" l="0" r="0" t="0"/>
                <a:stretch/>
              </p:blipFill>
              <p:spPr>
                <a:xfrm>
                  <a:off x="5385676" y="2711455"/>
                  <a:ext cx="247152" cy="405518"/>
                </a:xfrm>
                <a:prstGeom prst="rect">
                  <a:avLst/>
                </a:prstGeom>
                <a:noFill/>
                <a:ln>
                  <a:noFill/>
                </a:ln>
              </p:spPr>
            </p:pic>
          </p:grpSp>
        </p:grpSp>
        <p:grpSp>
          <p:nvGrpSpPr>
            <p:cNvPr id="8044" name="Google Shape;8044;p51"/>
            <p:cNvGrpSpPr/>
            <p:nvPr/>
          </p:nvGrpSpPr>
          <p:grpSpPr>
            <a:xfrm>
              <a:off x="10925982" y="4369125"/>
              <a:ext cx="228295" cy="120400"/>
              <a:chOff x="7493876" y="2774731"/>
              <a:chExt cx="1481958" cy="894622"/>
            </a:xfrm>
          </p:grpSpPr>
          <p:sp>
            <p:nvSpPr>
              <p:cNvPr id="8045" name="Google Shape;8045;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046" name="Google Shape;8046;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047" name="Google Shape;8047;p51"/>
              <p:cNvGrpSpPr/>
              <p:nvPr/>
            </p:nvGrpSpPr>
            <p:grpSpPr>
              <a:xfrm>
                <a:off x="7713663" y="2848339"/>
                <a:ext cx="1042107" cy="425543"/>
                <a:chOff x="7786941" y="2884917"/>
                <a:chExt cx="897649" cy="353919"/>
              </a:xfrm>
            </p:grpSpPr>
            <p:sp>
              <p:nvSpPr>
                <p:cNvPr id="8048" name="Google Shape;8048;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49" name="Google Shape;8049;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50" name="Google Shape;8050;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51" name="Google Shape;8051;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8052" name="Google Shape;8052;p51"/>
          <p:cNvGrpSpPr/>
          <p:nvPr/>
        </p:nvGrpSpPr>
        <p:grpSpPr>
          <a:xfrm>
            <a:off x="10884085" y="3428485"/>
            <a:ext cx="604586" cy="405973"/>
            <a:chOff x="10884085" y="3428485"/>
            <a:chExt cx="604586" cy="405973"/>
          </a:xfrm>
        </p:grpSpPr>
        <p:grpSp>
          <p:nvGrpSpPr>
            <p:cNvPr id="8053" name="Google Shape;8053;p51"/>
            <p:cNvGrpSpPr/>
            <p:nvPr/>
          </p:nvGrpSpPr>
          <p:grpSpPr>
            <a:xfrm>
              <a:off x="10884085" y="3601365"/>
              <a:ext cx="170989" cy="97052"/>
              <a:chOff x="7493876" y="2774731"/>
              <a:chExt cx="1481958" cy="894622"/>
            </a:xfrm>
          </p:grpSpPr>
          <p:sp>
            <p:nvSpPr>
              <p:cNvPr id="8054" name="Google Shape;8054;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055" name="Google Shape;8055;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056" name="Google Shape;8056;p51"/>
              <p:cNvGrpSpPr/>
              <p:nvPr/>
            </p:nvGrpSpPr>
            <p:grpSpPr>
              <a:xfrm>
                <a:off x="7713663" y="2848339"/>
                <a:ext cx="1042107" cy="425543"/>
                <a:chOff x="7786941" y="2884917"/>
                <a:chExt cx="897649" cy="353919"/>
              </a:xfrm>
            </p:grpSpPr>
            <p:sp>
              <p:nvSpPr>
                <p:cNvPr id="8057" name="Google Shape;8057;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58" name="Google Shape;8058;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59" name="Google Shape;8059;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60" name="Google Shape;8060;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061" name="Google Shape;8061;p51"/>
            <p:cNvGrpSpPr/>
            <p:nvPr/>
          </p:nvGrpSpPr>
          <p:grpSpPr>
            <a:xfrm>
              <a:off x="11064947" y="3428485"/>
              <a:ext cx="423724" cy="405973"/>
              <a:chOff x="5103720" y="2693365"/>
              <a:chExt cx="611650" cy="414788"/>
            </a:xfrm>
          </p:grpSpPr>
          <p:cxnSp>
            <p:nvCxnSpPr>
              <p:cNvPr id="8062" name="Google Shape;8062;p51"/>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8063" name="Google Shape;8063;p51"/>
              <p:cNvGrpSpPr/>
              <p:nvPr/>
            </p:nvGrpSpPr>
            <p:grpSpPr>
              <a:xfrm>
                <a:off x="5275406" y="2693365"/>
                <a:ext cx="439964" cy="414788"/>
                <a:chOff x="5275406" y="2711455"/>
                <a:chExt cx="452949" cy="405518"/>
              </a:xfrm>
            </p:grpSpPr>
            <p:pic>
              <p:nvPicPr>
                <p:cNvPr descr="server_rack.png" id="8064" name="Google Shape;8064;p51"/>
                <p:cNvPicPr preferRelativeResize="0"/>
                <p:nvPr/>
              </p:nvPicPr>
              <p:blipFill rotWithShape="1">
                <a:blip r:embed="rId23">
                  <a:alphaModFix/>
                </a:blip>
                <a:srcRect b="0" l="0" r="0" t="0"/>
                <a:stretch/>
              </p:blipFill>
              <p:spPr>
                <a:xfrm>
                  <a:off x="5537367" y="2770786"/>
                  <a:ext cx="190988" cy="313366"/>
                </a:xfrm>
                <a:prstGeom prst="rect">
                  <a:avLst/>
                </a:prstGeom>
                <a:noFill/>
                <a:ln>
                  <a:noFill/>
                </a:ln>
              </p:spPr>
            </p:pic>
            <p:pic>
              <p:nvPicPr>
                <p:cNvPr descr="server_rack.png" id="8065" name="Google Shape;8065;p51"/>
                <p:cNvPicPr preferRelativeResize="0"/>
                <p:nvPr/>
              </p:nvPicPr>
              <p:blipFill rotWithShape="1">
                <a:blip r:embed="rId23">
                  <a:alphaModFix/>
                </a:blip>
                <a:srcRect b="0" l="0" r="0" t="0"/>
                <a:stretch/>
              </p:blipFill>
              <p:spPr>
                <a:xfrm>
                  <a:off x="5275406" y="2764002"/>
                  <a:ext cx="190988" cy="313366"/>
                </a:xfrm>
                <a:prstGeom prst="rect">
                  <a:avLst/>
                </a:prstGeom>
                <a:noFill/>
                <a:ln>
                  <a:noFill/>
                </a:ln>
              </p:spPr>
            </p:pic>
            <p:pic>
              <p:nvPicPr>
                <p:cNvPr descr="server_rack.png" id="8066" name="Google Shape;8066;p51"/>
                <p:cNvPicPr preferRelativeResize="0"/>
                <p:nvPr/>
              </p:nvPicPr>
              <p:blipFill rotWithShape="1">
                <a:blip r:embed="rId23">
                  <a:alphaModFix/>
                </a:blip>
                <a:srcRect b="0" l="0" r="0" t="0"/>
                <a:stretch/>
              </p:blipFill>
              <p:spPr>
                <a:xfrm>
                  <a:off x="5385676" y="2711455"/>
                  <a:ext cx="247152" cy="405518"/>
                </a:xfrm>
                <a:prstGeom prst="rect">
                  <a:avLst/>
                </a:prstGeom>
                <a:noFill/>
                <a:ln>
                  <a:noFill/>
                </a:ln>
              </p:spPr>
            </p:pic>
          </p:grpSp>
        </p:grpSp>
      </p:grpSp>
      <p:pic>
        <p:nvPicPr>
          <p:cNvPr descr="Big Data. Monster Storage: The Northeast Storage Exchange | MGHPCC" id="8067" name="Google Shape;8067;p51"/>
          <p:cNvPicPr preferRelativeResize="0"/>
          <p:nvPr/>
        </p:nvPicPr>
        <p:blipFill rotWithShape="1">
          <a:blip r:embed="rId24">
            <a:alphaModFix/>
          </a:blip>
          <a:srcRect b="0" l="0" r="0" t="0"/>
          <a:stretch/>
        </p:blipFill>
        <p:spPr>
          <a:xfrm>
            <a:off x="927848" y="3263334"/>
            <a:ext cx="4773705" cy="2363233"/>
          </a:xfrm>
          <a:prstGeom prst="rect">
            <a:avLst/>
          </a:prstGeom>
          <a:noFill/>
          <a:ln>
            <a:noFill/>
          </a:ln>
        </p:spPr>
      </p:pic>
      <p:sp>
        <p:nvSpPr>
          <p:cNvPr id="8068" name="Google Shape;8068;p51"/>
          <p:cNvSpPr txBox="1"/>
          <p:nvPr/>
        </p:nvSpPr>
        <p:spPr>
          <a:xfrm flipH="1">
            <a:off x="860610" y="5688106"/>
            <a:ext cx="510988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1" lang="en-US" sz="1400" u="none" cap="none" strike="noStrike">
                <a:solidFill>
                  <a:srgbClr val="000000"/>
                </a:solidFill>
                <a:latin typeface="Calibri"/>
                <a:ea typeface="Calibri"/>
                <a:cs typeface="Calibri"/>
                <a:sym typeface="Calibri"/>
              </a:rPr>
              <a:t>Courtesy: </a:t>
            </a:r>
            <a:r>
              <a:rPr b="0" i="0" lang="en-US" sz="1400" u="none" cap="none" strike="noStrike">
                <a:solidFill>
                  <a:srgbClr val="000000"/>
                </a:solidFill>
                <a:latin typeface="Calibri"/>
                <a:ea typeface="Calibri"/>
                <a:cs typeface="Calibri"/>
                <a:sym typeface="Calibri"/>
              </a:rPr>
              <a:t>Massachusetts Green High Performance Computing Center (mghpcc.org)</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2" name="Shape 8072"/>
        <p:cNvGrpSpPr/>
        <p:nvPr/>
      </p:nvGrpSpPr>
      <p:grpSpPr>
        <a:xfrm>
          <a:off x="0" y="0"/>
          <a:ext cx="0" cy="0"/>
          <a:chOff x="0" y="0"/>
          <a:chExt cx="0" cy="0"/>
        </a:xfrm>
      </p:grpSpPr>
      <p:sp>
        <p:nvSpPr>
          <p:cNvPr id="8073" name="Google Shape;8073;p52"/>
          <p:cNvSpPr txBox="1"/>
          <p:nvPr>
            <p:ph type="title"/>
          </p:nvPr>
        </p:nvSpPr>
        <p:spPr>
          <a:xfrm>
            <a:off x="581025" y="702310"/>
            <a:ext cx="11029315" cy="80581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Switching</a:t>
            </a:r>
            <a:endParaRPr/>
          </a:p>
        </p:txBody>
      </p:sp>
      <p:sp>
        <p:nvSpPr>
          <p:cNvPr id="8074" name="Google Shape;8074;p52"/>
          <p:cNvSpPr txBox="1"/>
          <p:nvPr>
            <p:ph idx="1" type="body"/>
          </p:nvPr>
        </p:nvSpPr>
        <p:spPr>
          <a:xfrm>
            <a:off x="581827" y="1787144"/>
            <a:ext cx="11029615" cy="3634486"/>
          </a:xfrm>
          <a:prstGeom prst="rect">
            <a:avLst/>
          </a:prstGeom>
          <a:noFill/>
          <a:ln>
            <a:noFill/>
          </a:ln>
        </p:spPr>
        <p:txBody>
          <a:bodyPr anchorCtr="0" anchor="ctr" bIns="45700" lIns="91425" spcFirstLastPara="1" rIns="91425" wrap="square" tIns="45700">
            <a:normAutofit lnSpcReduction="10000"/>
          </a:bodyPr>
          <a:lstStyle/>
          <a:p>
            <a:pPr indent="-306070" lvl="0" marL="306070" rtl="0" algn="l">
              <a:lnSpc>
                <a:spcPct val="110000"/>
              </a:lnSpc>
              <a:spcBef>
                <a:spcPts val="0"/>
              </a:spcBef>
              <a:spcAft>
                <a:spcPts val="0"/>
              </a:spcAft>
              <a:buSzPts val="2208"/>
              <a:buFont typeface="Noto Sans Symbols"/>
              <a:buChar char="⮚"/>
            </a:pPr>
            <a:r>
              <a:rPr lang="en-US"/>
              <a:t>We have discussed that internet is a network of networks in which two or more networks are connected to each other via switches and routers.</a:t>
            </a:r>
            <a:endParaRPr/>
          </a:p>
          <a:p>
            <a:pPr indent="-306070" lvl="0" marL="306070" rtl="0" algn="l">
              <a:lnSpc>
                <a:spcPct val="110000"/>
              </a:lnSpc>
              <a:spcBef>
                <a:spcPts val="1080"/>
              </a:spcBef>
              <a:spcAft>
                <a:spcPts val="0"/>
              </a:spcAft>
              <a:buSzPts val="2208"/>
              <a:buFont typeface="Noto Sans Symbols"/>
              <a:buChar char="⮚"/>
            </a:pPr>
            <a:r>
              <a:rPr lang="en-US"/>
              <a:t>Switching is the process of transferring data packets from one device to another in a network, or from one network to another via switches.</a:t>
            </a:r>
            <a:endParaRPr/>
          </a:p>
          <a:p>
            <a:pPr indent="-306070" lvl="0" marL="306070" rtl="0" algn="l">
              <a:lnSpc>
                <a:spcPct val="110000"/>
              </a:lnSpc>
              <a:spcBef>
                <a:spcPts val="1080"/>
              </a:spcBef>
              <a:spcAft>
                <a:spcPts val="0"/>
              </a:spcAft>
              <a:buSzPts val="2208"/>
              <a:buFont typeface="Noto Sans Symbols"/>
              <a:buChar char="⮚"/>
            </a:pPr>
            <a:r>
              <a:rPr lang="en-US"/>
              <a:t>There are two types of switching is popular in computer networks - </a:t>
            </a:r>
            <a:endParaRPr/>
          </a:p>
          <a:p>
            <a:pPr indent="-306069" lvl="1" marL="629920" rtl="0" algn="l">
              <a:spcBef>
                <a:spcPts val="1000"/>
              </a:spcBef>
              <a:spcAft>
                <a:spcPts val="0"/>
              </a:spcAft>
              <a:buSzPts val="1840"/>
              <a:buChar char="◼"/>
            </a:pPr>
            <a:r>
              <a:rPr lang="en-US"/>
              <a:t>Circuit Switching</a:t>
            </a:r>
            <a:endParaRPr/>
          </a:p>
          <a:p>
            <a:pPr indent="-306069" lvl="1" marL="629920" rtl="0" algn="l">
              <a:spcBef>
                <a:spcPts val="1000"/>
              </a:spcBef>
              <a:spcAft>
                <a:spcPts val="0"/>
              </a:spcAft>
              <a:buSzPts val="1840"/>
              <a:buChar char="◼"/>
            </a:pPr>
            <a:r>
              <a:rPr lang="en-US"/>
              <a:t>Packet Switching</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8" name="Shape 8078"/>
        <p:cNvGrpSpPr/>
        <p:nvPr/>
      </p:nvGrpSpPr>
      <p:grpSpPr>
        <a:xfrm>
          <a:off x="0" y="0"/>
          <a:ext cx="0" cy="0"/>
          <a:chOff x="0" y="0"/>
          <a:chExt cx="0" cy="0"/>
        </a:xfrm>
      </p:grpSpPr>
      <p:sp>
        <p:nvSpPr>
          <p:cNvPr id="8079" name="Google Shape;8079;p53"/>
          <p:cNvSpPr txBox="1"/>
          <p:nvPr>
            <p:ph type="title"/>
          </p:nvPr>
        </p:nvSpPr>
        <p:spPr>
          <a:xfrm>
            <a:off x="581025" y="702310"/>
            <a:ext cx="11029315" cy="84772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Circuit Switching</a:t>
            </a:r>
            <a:endParaRPr/>
          </a:p>
        </p:txBody>
      </p:sp>
      <p:sp>
        <p:nvSpPr>
          <p:cNvPr id="8080" name="Google Shape;8080;p53"/>
          <p:cNvSpPr txBox="1"/>
          <p:nvPr>
            <p:ph idx="1" type="body"/>
          </p:nvPr>
        </p:nvSpPr>
        <p:spPr>
          <a:xfrm>
            <a:off x="581827" y="1840484"/>
            <a:ext cx="11029615" cy="3634486"/>
          </a:xfrm>
          <a:prstGeom prst="rect">
            <a:avLst/>
          </a:prstGeom>
          <a:noFill/>
          <a:ln>
            <a:noFill/>
          </a:ln>
        </p:spPr>
        <p:txBody>
          <a:bodyPr anchorCtr="0" anchor="ctr" bIns="45700" lIns="91425" spcFirstLastPara="1" rIns="91425" wrap="square" tIns="45700">
            <a:normAutofit/>
          </a:bodyPr>
          <a:lstStyle/>
          <a:p>
            <a:pPr indent="-306070" lvl="0" marL="306070" rtl="0" algn="l">
              <a:lnSpc>
                <a:spcPct val="110000"/>
              </a:lnSpc>
              <a:spcBef>
                <a:spcPts val="0"/>
              </a:spcBef>
              <a:spcAft>
                <a:spcPts val="0"/>
              </a:spcAft>
              <a:buSzPts val="2208"/>
              <a:buFont typeface="Noto Sans Symbols"/>
              <a:buChar char="⮚"/>
            </a:pPr>
            <a:r>
              <a:rPr lang="en-US"/>
              <a:t>In a circuit-switched network, a dedicated connection, called a </a:t>
            </a:r>
            <a:r>
              <a:rPr b="1" lang="en-US"/>
              <a:t>circuit</a:t>
            </a:r>
            <a:r>
              <a:rPr lang="en-US"/>
              <a:t>, is always available between two end systems; the switch can only make it active or inactive.</a:t>
            </a:r>
            <a:endParaRPr/>
          </a:p>
          <a:p>
            <a:pPr indent="-306070" lvl="0" marL="306070" rtl="0" algn="l">
              <a:lnSpc>
                <a:spcPct val="110000"/>
              </a:lnSpc>
              <a:spcBef>
                <a:spcPts val="1080"/>
              </a:spcBef>
              <a:spcAft>
                <a:spcPts val="0"/>
              </a:spcAft>
              <a:buSzPts val="2208"/>
              <a:buFont typeface="Noto Sans Symbols"/>
              <a:buChar char="⮚"/>
            </a:pPr>
            <a:r>
              <a:rPr lang="en-US"/>
              <a:t>In circuit-switched networks, the resources needed along a path (buffers, link transmission rate) to provide for communication between the end systems are reserved for the duration of the communication session between the end systems.</a:t>
            </a:r>
            <a:endParaRPr/>
          </a:p>
          <a:p>
            <a:pPr indent="-306070" lvl="0" marL="306070" rtl="0" algn="l">
              <a:lnSpc>
                <a:spcPct val="110000"/>
              </a:lnSpc>
              <a:spcBef>
                <a:spcPts val="1080"/>
              </a:spcBef>
              <a:spcAft>
                <a:spcPts val="0"/>
              </a:spcAft>
              <a:buSzPts val="2208"/>
              <a:buFont typeface="Noto Sans Symbols"/>
              <a:buChar char="⮚"/>
            </a:pPr>
            <a:r>
              <a:rPr lang="en-US"/>
              <a:t>Traditional telephone networks are examples of circuit-switched networks.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4" name="Shape 8084"/>
        <p:cNvGrpSpPr/>
        <p:nvPr/>
      </p:nvGrpSpPr>
      <p:grpSpPr>
        <a:xfrm>
          <a:off x="0" y="0"/>
          <a:ext cx="0" cy="0"/>
          <a:chOff x="0" y="0"/>
          <a:chExt cx="0" cy="0"/>
        </a:xfrm>
      </p:grpSpPr>
      <p:sp>
        <p:nvSpPr>
          <p:cNvPr id="8085" name="Google Shape;8085;p54"/>
          <p:cNvSpPr txBox="1"/>
          <p:nvPr>
            <p:ph type="title"/>
          </p:nvPr>
        </p:nvSpPr>
        <p:spPr>
          <a:xfrm>
            <a:off x="581025" y="702310"/>
            <a:ext cx="11029315" cy="78232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Circuit Switching</a:t>
            </a:r>
            <a:endParaRPr/>
          </a:p>
        </p:txBody>
      </p:sp>
      <p:sp>
        <p:nvSpPr>
          <p:cNvPr id="8086" name="Google Shape;8086;p54"/>
          <p:cNvSpPr txBox="1"/>
          <p:nvPr>
            <p:ph idx="1" type="body"/>
          </p:nvPr>
        </p:nvSpPr>
        <p:spPr>
          <a:xfrm>
            <a:off x="581025" y="1850390"/>
            <a:ext cx="5846445" cy="4880610"/>
          </a:xfrm>
          <a:prstGeom prst="rect">
            <a:avLst/>
          </a:prstGeom>
          <a:noFill/>
          <a:ln>
            <a:noFill/>
          </a:ln>
        </p:spPr>
        <p:txBody>
          <a:bodyPr anchorCtr="0" anchor="ctr" bIns="45700" lIns="91425" spcFirstLastPara="1" rIns="91425" wrap="square" tIns="45700">
            <a:normAutofit fontScale="80000"/>
          </a:bodyPr>
          <a:lstStyle/>
          <a:p>
            <a:pPr indent="-306069" lvl="0" marL="306070" rtl="0" algn="l">
              <a:lnSpc>
                <a:spcPct val="110000"/>
              </a:lnSpc>
              <a:spcBef>
                <a:spcPts val="0"/>
              </a:spcBef>
              <a:spcAft>
                <a:spcPts val="0"/>
              </a:spcAft>
              <a:buSzPct val="92000"/>
              <a:buFont typeface="Noto Sans Symbols"/>
              <a:buChar char="⮚"/>
            </a:pPr>
            <a:r>
              <a:rPr lang="en-US"/>
              <a:t>In the example, a dedicated connection (in blue) is created between two end systems. This connection or circuit will be reserved for the entire duration of communication.</a:t>
            </a:r>
            <a:endParaRPr/>
          </a:p>
          <a:p>
            <a:pPr indent="-306069" lvl="0" marL="306070" rtl="0" algn="l">
              <a:lnSpc>
                <a:spcPct val="110000"/>
              </a:lnSpc>
              <a:spcBef>
                <a:spcPts val="984"/>
              </a:spcBef>
              <a:spcAft>
                <a:spcPts val="0"/>
              </a:spcAft>
              <a:buSzPct val="92000"/>
              <a:buFont typeface="Noto Sans Symbols"/>
              <a:buChar char="⮚"/>
            </a:pPr>
            <a:r>
              <a:rPr lang="en-US"/>
              <a:t>Because each link has four circuits, for each link used by the end-to-end connection, the connection gets one fourth of the link’s total transmission capacity for the duration of the connection. Thus, for example, if each link between adjacent switches has a transmission rate of 1 Mbps, then each end-to-end circuit-switch connection gets 250 kbps of dedicated transmission rate.</a:t>
            </a:r>
            <a:endParaRPr/>
          </a:p>
        </p:txBody>
      </p:sp>
      <p:pic>
        <p:nvPicPr>
          <p:cNvPr id="8087" name="Google Shape;8087;p54"/>
          <p:cNvPicPr preferRelativeResize="0"/>
          <p:nvPr/>
        </p:nvPicPr>
        <p:blipFill rotWithShape="1">
          <a:blip r:embed="rId3">
            <a:alphaModFix/>
          </a:blip>
          <a:srcRect b="0" l="0" r="0" t="0"/>
          <a:stretch/>
        </p:blipFill>
        <p:spPr>
          <a:xfrm>
            <a:off x="6427470" y="1689735"/>
            <a:ext cx="5567680" cy="34321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1" name="Shape 8091"/>
        <p:cNvGrpSpPr/>
        <p:nvPr/>
      </p:nvGrpSpPr>
      <p:grpSpPr>
        <a:xfrm>
          <a:off x="0" y="0"/>
          <a:ext cx="0" cy="0"/>
          <a:chOff x="0" y="0"/>
          <a:chExt cx="0" cy="0"/>
        </a:xfrm>
      </p:grpSpPr>
      <p:sp>
        <p:nvSpPr>
          <p:cNvPr id="8092" name="Google Shape;8092;p55"/>
          <p:cNvSpPr txBox="1"/>
          <p:nvPr>
            <p:ph type="title"/>
          </p:nvPr>
        </p:nvSpPr>
        <p:spPr>
          <a:xfrm>
            <a:off x="581025" y="702310"/>
            <a:ext cx="11029315" cy="65595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Packet Switching</a:t>
            </a:r>
            <a:endParaRPr/>
          </a:p>
        </p:txBody>
      </p:sp>
      <p:sp>
        <p:nvSpPr>
          <p:cNvPr id="8093" name="Google Shape;8093;p55"/>
          <p:cNvSpPr txBox="1"/>
          <p:nvPr>
            <p:ph idx="1" type="body"/>
          </p:nvPr>
        </p:nvSpPr>
        <p:spPr>
          <a:xfrm>
            <a:off x="581660" y="1510030"/>
            <a:ext cx="11029315" cy="5005070"/>
          </a:xfrm>
          <a:prstGeom prst="rect">
            <a:avLst/>
          </a:prstGeom>
          <a:noFill/>
          <a:ln>
            <a:noFill/>
          </a:ln>
        </p:spPr>
        <p:txBody>
          <a:bodyPr anchorCtr="0" anchor="ctr" bIns="45700" lIns="91425" spcFirstLastPara="1" rIns="91425" wrap="square" tIns="45700">
            <a:normAutofit lnSpcReduction="10000"/>
          </a:bodyPr>
          <a:lstStyle/>
          <a:p>
            <a:pPr indent="-306070" lvl="0" marL="306070" rtl="0" algn="l">
              <a:lnSpc>
                <a:spcPct val="110000"/>
              </a:lnSpc>
              <a:spcBef>
                <a:spcPts val="0"/>
              </a:spcBef>
              <a:spcAft>
                <a:spcPts val="0"/>
              </a:spcAft>
              <a:buSzPts val="2208"/>
              <a:buFont typeface="Noto Sans Symbols"/>
              <a:buChar char="⮚"/>
            </a:pPr>
            <a:r>
              <a:rPr lang="en-US"/>
              <a:t>In a network application, end-systems exchanges messages with each other. These messages can be anything like a connection request or maybe some data transfer message like an email, file transfer, etc.</a:t>
            </a:r>
            <a:endParaRPr/>
          </a:p>
          <a:p>
            <a:pPr indent="-306070" lvl="0" marL="306070" rtl="0" algn="l">
              <a:lnSpc>
                <a:spcPct val="110000"/>
              </a:lnSpc>
              <a:spcBef>
                <a:spcPts val="1080"/>
              </a:spcBef>
              <a:spcAft>
                <a:spcPts val="0"/>
              </a:spcAft>
              <a:buSzPts val="2208"/>
              <a:buFont typeface="Noto Sans Symbols"/>
              <a:buChar char="⮚"/>
            </a:pPr>
            <a:r>
              <a:rPr lang="en-US"/>
              <a:t>To send a message from a source end-system to a destination end-system, the source breaks long messages into smaller chunks of data known as </a:t>
            </a:r>
            <a:r>
              <a:rPr b="1" lang="en-US"/>
              <a:t>packets</a:t>
            </a:r>
            <a:r>
              <a:rPr lang="en-US"/>
              <a:t>. </a:t>
            </a:r>
            <a:endParaRPr/>
          </a:p>
          <a:p>
            <a:pPr indent="-306070" lvl="0" marL="306070" rtl="0" algn="l">
              <a:lnSpc>
                <a:spcPct val="110000"/>
              </a:lnSpc>
              <a:spcBef>
                <a:spcPts val="1080"/>
              </a:spcBef>
              <a:spcAft>
                <a:spcPts val="0"/>
              </a:spcAft>
              <a:buSzPts val="2208"/>
              <a:buFont typeface="Noto Sans Symbols"/>
              <a:buChar char="⮚"/>
            </a:pPr>
            <a:r>
              <a:rPr lang="en-US"/>
              <a:t>Between source and destination, each packet travels through communication links and </a:t>
            </a:r>
            <a:r>
              <a:rPr i="1" lang="en-US"/>
              <a:t>packet switches </a:t>
            </a:r>
            <a:r>
              <a:rPr lang="en-US"/>
              <a:t>(routers, link-layer switches, etc.).</a:t>
            </a:r>
            <a:endParaRPr/>
          </a:p>
          <a:p>
            <a:pPr indent="-306070" lvl="0" marL="306070" rtl="0" algn="l">
              <a:lnSpc>
                <a:spcPct val="110000"/>
              </a:lnSpc>
              <a:spcBef>
                <a:spcPts val="1080"/>
              </a:spcBef>
              <a:spcAft>
                <a:spcPts val="0"/>
              </a:spcAft>
              <a:buSzPts val="2208"/>
              <a:buFont typeface="Noto Sans Symbols"/>
              <a:buChar char="⮚"/>
            </a:pPr>
            <a:r>
              <a:rPr lang="en-US"/>
              <a:t>Packets are transmitted over each communication link at full transmission rate of the link. So if a source end system or a packet switch is sending a packet of </a:t>
            </a:r>
            <a:r>
              <a:rPr b="1" i="1" lang="en-US"/>
              <a:t>L bits </a:t>
            </a:r>
            <a:r>
              <a:rPr lang="en-US"/>
              <a:t>over a link with transmission rate</a:t>
            </a:r>
            <a:r>
              <a:rPr b="1" lang="en-US"/>
              <a:t> </a:t>
            </a:r>
            <a:r>
              <a:rPr b="1" i="1" lang="en-US"/>
              <a:t>R bits / second</a:t>
            </a:r>
            <a:r>
              <a:rPr lang="en-US"/>
              <a:t> then the time to transmit the packet is</a:t>
            </a:r>
            <a:r>
              <a:rPr b="1" lang="en-US"/>
              <a:t> </a:t>
            </a:r>
            <a:r>
              <a:rPr b="1" i="1" lang="en-US"/>
              <a:t>L / R seconds</a:t>
            </a:r>
            <a:r>
              <a:rPr i="1" lang="en-US"/>
              <a:t>.</a:t>
            </a:r>
            <a:endParaRPr i="1"/>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98" name="Shape 8098"/>
        <p:cNvGrpSpPr/>
        <p:nvPr/>
      </p:nvGrpSpPr>
      <p:grpSpPr>
        <a:xfrm>
          <a:off x="0" y="0"/>
          <a:ext cx="0" cy="0"/>
          <a:chOff x="0" y="0"/>
          <a:chExt cx="0" cy="0"/>
        </a:xfrm>
      </p:grpSpPr>
      <p:sp>
        <p:nvSpPr>
          <p:cNvPr id="8099" name="Google Shape;8099;p56"/>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Two key network-core functions</a:t>
            </a:r>
            <a:endParaRPr/>
          </a:p>
        </p:txBody>
      </p:sp>
      <p:sp>
        <p:nvSpPr>
          <p:cNvPr id="8100" name="Google Shape;8100;p56"/>
          <p:cNvSpPr/>
          <p:nvPr/>
        </p:nvSpPr>
        <p:spPr>
          <a:xfrm>
            <a:off x="5006052" y="4251228"/>
            <a:ext cx="2848871" cy="1480906"/>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101" name="Google Shape;8101;p56"/>
          <p:cNvSpPr/>
          <p:nvPr/>
        </p:nvSpPr>
        <p:spPr>
          <a:xfrm>
            <a:off x="5644427" y="4554393"/>
            <a:ext cx="543096" cy="295229"/>
          </a:xfrm>
          <a:custGeom>
            <a:rect b="b" l="l" r="r" t="t"/>
            <a:pathLst>
              <a:path extrusionOk="0" h="186" w="342">
                <a:moveTo>
                  <a:pt x="0" y="186"/>
                </a:moveTo>
                <a:lnTo>
                  <a:pt x="342" y="0"/>
                </a:ln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102" name="Google Shape;8102;p56"/>
          <p:cNvSpPr/>
          <p:nvPr/>
        </p:nvSpPr>
        <p:spPr>
          <a:xfrm>
            <a:off x="6686155" y="4548044"/>
            <a:ext cx="504984" cy="307927"/>
          </a:xfrm>
          <a:custGeom>
            <a:rect b="b" l="l" r="r" t="t"/>
            <a:pathLst>
              <a:path extrusionOk="0" h="194" w="318">
                <a:moveTo>
                  <a:pt x="0" y="0"/>
                </a:moveTo>
                <a:lnTo>
                  <a:pt x="318" y="194"/>
                </a:ln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103" name="Google Shape;8103;p56"/>
          <p:cNvSpPr/>
          <p:nvPr/>
        </p:nvSpPr>
        <p:spPr>
          <a:xfrm>
            <a:off x="5620607" y="4940095"/>
            <a:ext cx="481164" cy="238088"/>
          </a:xfrm>
          <a:custGeom>
            <a:rect b="b" l="l" r="r" t="t"/>
            <a:pathLst>
              <a:path extrusionOk="0" h="174" w="294">
                <a:moveTo>
                  <a:pt x="0" y="0"/>
                </a:moveTo>
                <a:lnTo>
                  <a:pt x="294" y="174"/>
                </a:ln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104" name="Google Shape;8104;p56"/>
          <p:cNvSpPr/>
          <p:nvPr/>
        </p:nvSpPr>
        <p:spPr>
          <a:xfrm>
            <a:off x="6568643" y="4916286"/>
            <a:ext cx="628848" cy="247611"/>
          </a:xfrm>
          <a:custGeom>
            <a:rect b="b" l="l" r="r" t="t"/>
            <a:pathLst>
              <a:path extrusionOk="0" h="174" w="378">
                <a:moveTo>
                  <a:pt x="0" y="174"/>
                </a:moveTo>
                <a:lnTo>
                  <a:pt x="378" y="0"/>
                </a:ln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105" name="Google Shape;8105;p56"/>
          <p:cNvSpPr/>
          <p:nvPr/>
        </p:nvSpPr>
        <p:spPr>
          <a:xfrm>
            <a:off x="7235603" y="4970253"/>
            <a:ext cx="206440" cy="507920"/>
          </a:xfrm>
          <a:custGeom>
            <a:rect b="b" l="l" r="r" t="t"/>
            <a:pathLst>
              <a:path extrusionOk="0" h="500" w="118">
                <a:moveTo>
                  <a:pt x="0" y="500"/>
                </a:moveTo>
                <a:lnTo>
                  <a:pt x="118" y="0"/>
                </a:ln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106" name="Google Shape;8106;p56"/>
          <p:cNvSpPr/>
          <p:nvPr/>
        </p:nvSpPr>
        <p:spPr>
          <a:xfrm>
            <a:off x="6000139" y="5503569"/>
            <a:ext cx="736832" cy="74601"/>
          </a:xfrm>
          <a:custGeom>
            <a:rect b="b" l="l" r="r" t="t"/>
            <a:pathLst>
              <a:path extrusionOk="0" h="32" w="370">
                <a:moveTo>
                  <a:pt x="370" y="32"/>
                </a:moveTo>
                <a:lnTo>
                  <a:pt x="0" y="0"/>
                </a:ln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107" name="Google Shape;8107;p56"/>
          <p:cNvSpPr/>
          <p:nvPr/>
        </p:nvSpPr>
        <p:spPr>
          <a:xfrm>
            <a:off x="5463395" y="4963904"/>
            <a:ext cx="193736" cy="425383"/>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8108" name="Google Shape;8108;p56"/>
          <p:cNvGrpSpPr/>
          <p:nvPr/>
        </p:nvGrpSpPr>
        <p:grpSpPr>
          <a:xfrm>
            <a:off x="5240209" y="4473413"/>
            <a:ext cx="623918" cy="823754"/>
            <a:chOff x="5240209" y="4473413"/>
            <a:chExt cx="623918" cy="823754"/>
          </a:xfrm>
        </p:grpSpPr>
        <p:sp>
          <p:nvSpPr>
            <p:cNvPr id="8109" name="Google Shape;8109;p56"/>
            <p:cNvSpPr txBox="1"/>
            <p:nvPr/>
          </p:nvSpPr>
          <p:spPr>
            <a:xfrm>
              <a:off x="5552962" y="4473413"/>
              <a:ext cx="311165" cy="3666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b="0" i="0" sz="1800" u="none" cap="none" strike="noStrike">
                <a:solidFill>
                  <a:srgbClr val="000000"/>
                </a:solidFill>
                <a:latin typeface="Arial"/>
                <a:ea typeface="Arial"/>
                <a:cs typeface="Arial"/>
                <a:sym typeface="Arial"/>
              </a:endParaRPr>
            </a:p>
          </p:txBody>
        </p:sp>
        <p:sp>
          <p:nvSpPr>
            <p:cNvPr id="8110" name="Google Shape;8110;p56"/>
            <p:cNvSpPr txBox="1"/>
            <p:nvPr/>
          </p:nvSpPr>
          <p:spPr>
            <a:xfrm>
              <a:off x="5491046" y="4887671"/>
              <a:ext cx="296876" cy="3364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b="0" i="0" sz="1600" u="none" cap="none" strike="noStrike">
                <a:solidFill>
                  <a:srgbClr val="000000"/>
                </a:solidFill>
                <a:latin typeface="Arial"/>
                <a:ea typeface="Arial"/>
                <a:cs typeface="Arial"/>
                <a:sym typeface="Arial"/>
              </a:endParaRPr>
            </a:p>
          </p:txBody>
        </p:sp>
        <p:sp>
          <p:nvSpPr>
            <p:cNvPr id="8111" name="Google Shape;8111;p56"/>
            <p:cNvSpPr txBox="1"/>
            <p:nvPr/>
          </p:nvSpPr>
          <p:spPr>
            <a:xfrm>
              <a:off x="5240209" y="4960682"/>
              <a:ext cx="296876" cy="3364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b="0" i="0" sz="1600" u="none" cap="none" strike="noStrike">
                <a:solidFill>
                  <a:srgbClr val="000000"/>
                </a:solidFill>
                <a:latin typeface="Arial"/>
                <a:ea typeface="Arial"/>
                <a:cs typeface="Arial"/>
                <a:sym typeface="Arial"/>
              </a:endParaRPr>
            </a:p>
          </p:txBody>
        </p:sp>
      </p:grpSp>
      <p:cxnSp>
        <p:nvCxnSpPr>
          <p:cNvPr id="8112" name="Google Shape;8112;p56"/>
          <p:cNvCxnSpPr/>
          <p:nvPr/>
        </p:nvCxnSpPr>
        <p:spPr>
          <a:xfrm flipH="1">
            <a:off x="3738363" y="4863862"/>
            <a:ext cx="1408179" cy="914224"/>
          </a:xfrm>
          <a:prstGeom prst="straightConnector1">
            <a:avLst/>
          </a:prstGeom>
          <a:noFill/>
          <a:ln cap="flat" cmpd="sng" w="9525">
            <a:solidFill>
              <a:srgbClr val="000000"/>
            </a:solidFill>
            <a:prstDash val="solid"/>
            <a:round/>
            <a:headEnd len="sm" w="sm" type="none"/>
            <a:tailEnd len="sm" w="sm" type="none"/>
          </a:ln>
        </p:spPr>
      </p:cxnSp>
      <p:grpSp>
        <p:nvGrpSpPr>
          <p:cNvPr id="8113" name="Google Shape;8113;p56"/>
          <p:cNvGrpSpPr/>
          <p:nvPr/>
        </p:nvGrpSpPr>
        <p:grpSpPr>
          <a:xfrm>
            <a:off x="2749550" y="4990185"/>
            <a:ext cx="2699778" cy="1631390"/>
            <a:chOff x="2749550" y="4990185"/>
            <a:chExt cx="2699778" cy="1631390"/>
          </a:xfrm>
        </p:grpSpPr>
        <p:grpSp>
          <p:nvGrpSpPr>
            <p:cNvPr id="8114" name="Google Shape;8114;p56"/>
            <p:cNvGrpSpPr/>
            <p:nvPr/>
          </p:nvGrpSpPr>
          <p:grpSpPr>
            <a:xfrm rot="-2012368">
              <a:off x="3755686" y="5363530"/>
              <a:ext cx="1447107" cy="317452"/>
              <a:chOff x="2437928" y="4562790"/>
              <a:chExt cx="1446652" cy="317502"/>
            </a:xfrm>
          </p:grpSpPr>
          <p:sp>
            <p:nvSpPr>
              <p:cNvPr id="8115" name="Google Shape;8115;p56"/>
              <p:cNvSpPr/>
              <p:nvPr/>
            </p:nvSpPr>
            <p:spPr>
              <a:xfrm>
                <a:off x="2437928" y="4606491"/>
                <a:ext cx="1147455" cy="238116"/>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116" name="Google Shape;8116;p56"/>
              <p:cNvCxnSpPr/>
              <p:nvPr/>
            </p:nvCxnSpPr>
            <p:spPr>
              <a:xfrm>
                <a:off x="3462418" y="4739659"/>
                <a:ext cx="422162" cy="0"/>
              </a:xfrm>
              <a:prstGeom prst="straightConnector1">
                <a:avLst/>
              </a:prstGeom>
              <a:noFill/>
              <a:ln cap="flat" cmpd="sng" w="9525">
                <a:solidFill>
                  <a:srgbClr val="3333CC"/>
                </a:solidFill>
                <a:prstDash val="solid"/>
                <a:round/>
                <a:headEnd len="sm" w="sm" type="none"/>
                <a:tailEnd len="med" w="med" type="triangle"/>
              </a:ln>
            </p:spPr>
          </p:cxnSp>
          <p:sp>
            <p:nvSpPr>
              <p:cNvPr id="8117" name="Google Shape;8117;p56"/>
              <p:cNvSpPr/>
              <p:nvPr/>
            </p:nvSpPr>
            <p:spPr>
              <a:xfrm>
                <a:off x="3067594" y="4610052"/>
                <a:ext cx="426923" cy="239704"/>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18" name="Google Shape;8118;p56"/>
              <p:cNvSpPr txBox="1"/>
              <p:nvPr/>
            </p:nvSpPr>
            <p:spPr>
              <a:xfrm rot="289934">
                <a:off x="3019653" y="4584228"/>
                <a:ext cx="520561" cy="2746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b="0" i="0" sz="1200" u="none" cap="none" strike="noStrike">
                  <a:solidFill>
                    <a:srgbClr val="000000"/>
                  </a:solidFill>
                  <a:latin typeface="Arial"/>
                  <a:ea typeface="Arial"/>
                  <a:cs typeface="Arial"/>
                  <a:sym typeface="Arial"/>
                </a:endParaRPr>
              </a:p>
            </p:txBody>
          </p:sp>
        </p:grpSp>
        <p:sp>
          <p:nvSpPr>
            <p:cNvPr id="8119" name="Google Shape;8119;p56"/>
            <p:cNvSpPr txBox="1"/>
            <p:nvPr/>
          </p:nvSpPr>
          <p:spPr>
            <a:xfrm>
              <a:off x="2749550" y="6036800"/>
              <a:ext cx="269977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destination address in arriving</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packet’s header</a:t>
              </a:r>
              <a:endParaRPr b="0" i="0" sz="1600" u="none" cap="none" strike="noStrike">
                <a:solidFill>
                  <a:srgbClr val="000000"/>
                </a:solidFill>
                <a:latin typeface="Calibri"/>
                <a:ea typeface="Calibri"/>
                <a:cs typeface="Calibri"/>
                <a:sym typeface="Calibri"/>
              </a:endParaRPr>
            </a:p>
          </p:txBody>
        </p:sp>
        <p:cxnSp>
          <p:nvCxnSpPr>
            <p:cNvPr id="8120" name="Google Shape;8120;p56"/>
            <p:cNvCxnSpPr/>
            <p:nvPr/>
          </p:nvCxnSpPr>
          <p:spPr>
            <a:xfrm rot="10800000">
              <a:off x="4633924" y="5622613"/>
              <a:ext cx="0" cy="501571"/>
            </a:xfrm>
            <a:prstGeom prst="straightConnector1">
              <a:avLst/>
            </a:prstGeom>
            <a:noFill/>
            <a:ln cap="flat" cmpd="sng" w="9525">
              <a:solidFill>
                <a:srgbClr val="000000"/>
              </a:solidFill>
              <a:prstDash val="solid"/>
              <a:round/>
              <a:headEnd len="sm" w="sm" type="none"/>
              <a:tailEnd len="med" w="med" type="triangle"/>
            </a:ln>
          </p:spPr>
        </p:cxnSp>
      </p:grpSp>
      <p:grpSp>
        <p:nvGrpSpPr>
          <p:cNvPr id="8121" name="Google Shape;8121;p56"/>
          <p:cNvGrpSpPr/>
          <p:nvPr/>
        </p:nvGrpSpPr>
        <p:grpSpPr>
          <a:xfrm>
            <a:off x="6355851" y="3632200"/>
            <a:ext cx="578032" cy="815847"/>
            <a:chOff x="6355851" y="3632200"/>
            <a:chExt cx="578032" cy="815847"/>
          </a:xfrm>
        </p:grpSpPr>
        <p:sp>
          <p:nvSpPr>
            <p:cNvPr id="8122" name="Google Shape;8122;p56"/>
            <p:cNvSpPr/>
            <p:nvPr/>
          </p:nvSpPr>
          <p:spPr>
            <a:xfrm flipH="1">
              <a:off x="6355851" y="4076630"/>
              <a:ext cx="578032" cy="371417"/>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rgbClr val="D8D8D8"/>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8123" name="Google Shape;8123;p56"/>
            <p:cNvGrpSpPr/>
            <p:nvPr/>
          </p:nvGrpSpPr>
          <p:grpSpPr>
            <a:xfrm>
              <a:off x="6363791" y="3632200"/>
              <a:ext cx="551036" cy="452367"/>
              <a:chOff x="2886" y="1668"/>
              <a:chExt cx="347" cy="285"/>
            </a:xfrm>
          </p:grpSpPr>
          <p:sp>
            <p:nvSpPr>
              <p:cNvPr id="8124" name="Google Shape;8124;p56"/>
              <p:cNvSpPr/>
              <p:nvPr/>
            </p:nvSpPr>
            <p:spPr>
              <a:xfrm>
                <a:off x="2886" y="1668"/>
                <a:ext cx="347" cy="285"/>
              </a:xfrm>
              <a:prstGeom prst="rect">
                <a:avLst/>
              </a:prstGeom>
              <a:solidFill>
                <a:srgbClr val="D8D8D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25" name="Google Shape;8125;p56"/>
              <p:cNvSpPr/>
              <p:nvPr/>
            </p:nvSpPr>
            <p:spPr>
              <a:xfrm>
                <a:off x="2905" y="1674"/>
                <a:ext cx="314" cy="74"/>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26" name="Google Shape;8126;p56"/>
              <p:cNvSpPr/>
              <p:nvPr/>
            </p:nvSpPr>
            <p:spPr>
              <a:xfrm>
                <a:off x="2913" y="1785"/>
                <a:ext cx="300" cy="1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127" name="Google Shape;8127;p56"/>
              <p:cNvCxnSpPr/>
              <p:nvPr/>
            </p:nvCxnSpPr>
            <p:spPr>
              <a:xfrm>
                <a:off x="3082" y="1811"/>
                <a:ext cx="1" cy="130"/>
              </a:xfrm>
              <a:prstGeom prst="straightConnector1">
                <a:avLst/>
              </a:prstGeom>
              <a:noFill/>
              <a:ln cap="flat" cmpd="sng" w="9525">
                <a:solidFill>
                  <a:srgbClr val="000000"/>
                </a:solidFill>
                <a:prstDash val="solid"/>
                <a:round/>
                <a:headEnd len="sm" w="sm" type="none"/>
                <a:tailEnd len="sm" w="sm" type="none"/>
              </a:ln>
            </p:spPr>
          </p:cxnSp>
          <p:cxnSp>
            <p:nvCxnSpPr>
              <p:cNvPr id="8128" name="Google Shape;8128;p56"/>
              <p:cNvCxnSpPr/>
              <p:nvPr/>
            </p:nvCxnSpPr>
            <p:spPr>
              <a:xfrm>
                <a:off x="2913" y="1842"/>
                <a:ext cx="300" cy="0"/>
              </a:xfrm>
              <a:prstGeom prst="straightConnector1">
                <a:avLst/>
              </a:prstGeom>
              <a:noFill/>
              <a:ln cap="flat" cmpd="sng" w="9525">
                <a:solidFill>
                  <a:srgbClr val="000000"/>
                </a:solidFill>
                <a:prstDash val="solid"/>
                <a:round/>
                <a:headEnd len="sm" w="sm" type="none"/>
                <a:tailEnd len="sm" w="sm" type="none"/>
              </a:ln>
            </p:spPr>
          </p:cxnSp>
          <p:cxnSp>
            <p:nvCxnSpPr>
              <p:cNvPr id="8129" name="Google Shape;8129;p56"/>
              <p:cNvCxnSpPr/>
              <p:nvPr/>
            </p:nvCxnSpPr>
            <p:spPr>
              <a:xfrm>
                <a:off x="2912" y="1812"/>
                <a:ext cx="300" cy="0"/>
              </a:xfrm>
              <a:prstGeom prst="straightConnector1">
                <a:avLst/>
              </a:prstGeom>
              <a:noFill/>
              <a:ln cap="flat" cmpd="sng" w="9525">
                <a:solidFill>
                  <a:srgbClr val="000000"/>
                </a:solidFill>
                <a:prstDash val="solid"/>
                <a:round/>
                <a:headEnd len="sm" w="sm" type="none"/>
                <a:tailEnd len="sm" w="sm" type="none"/>
              </a:ln>
            </p:spPr>
          </p:cxnSp>
          <p:sp>
            <p:nvSpPr>
              <p:cNvPr id="8130" name="Google Shape;8130;p56"/>
              <p:cNvSpPr/>
              <p:nvPr/>
            </p:nvSpPr>
            <p:spPr>
              <a:xfrm rot="5400000">
                <a:off x="3051" y="1745"/>
                <a:ext cx="29" cy="41"/>
              </a:xfrm>
              <a:prstGeom prst="rightArrow">
                <a:avLst>
                  <a:gd fmla="val 51167" name="adj1"/>
                  <a:gd fmla="val 39736" name="adj2"/>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8131" name="Google Shape;8131;p56"/>
          <p:cNvGrpSpPr/>
          <p:nvPr/>
        </p:nvGrpSpPr>
        <p:grpSpPr>
          <a:xfrm>
            <a:off x="7355160" y="3958273"/>
            <a:ext cx="578032" cy="822878"/>
            <a:chOff x="7355160" y="3958273"/>
            <a:chExt cx="578032" cy="822878"/>
          </a:xfrm>
        </p:grpSpPr>
        <p:sp>
          <p:nvSpPr>
            <p:cNvPr id="8132" name="Google Shape;8132;p56"/>
            <p:cNvSpPr/>
            <p:nvPr/>
          </p:nvSpPr>
          <p:spPr>
            <a:xfrm flipH="1">
              <a:off x="7355160" y="4409734"/>
              <a:ext cx="578032" cy="371417"/>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rgbClr val="D8D8D8"/>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8133" name="Google Shape;8133;p56"/>
            <p:cNvGrpSpPr/>
            <p:nvPr/>
          </p:nvGrpSpPr>
          <p:grpSpPr>
            <a:xfrm>
              <a:off x="7360606" y="3958273"/>
              <a:ext cx="551036" cy="452367"/>
              <a:chOff x="2886" y="1668"/>
              <a:chExt cx="347" cy="285"/>
            </a:xfrm>
          </p:grpSpPr>
          <p:sp>
            <p:nvSpPr>
              <p:cNvPr id="8134" name="Google Shape;8134;p56"/>
              <p:cNvSpPr/>
              <p:nvPr/>
            </p:nvSpPr>
            <p:spPr>
              <a:xfrm>
                <a:off x="2886" y="1668"/>
                <a:ext cx="347" cy="285"/>
              </a:xfrm>
              <a:prstGeom prst="rect">
                <a:avLst/>
              </a:prstGeom>
              <a:solidFill>
                <a:srgbClr val="D8D8D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35" name="Google Shape;8135;p56"/>
              <p:cNvSpPr/>
              <p:nvPr/>
            </p:nvSpPr>
            <p:spPr>
              <a:xfrm>
                <a:off x="2905" y="1674"/>
                <a:ext cx="314" cy="74"/>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36" name="Google Shape;8136;p56"/>
              <p:cNvSpPr/>
              <p:nvPr/>
            </p:nvSpPr>
            <p:spPr>
              <a:xfrm>
                <a:off x="2913" y="1785"/>
                <a:ext cx="300" cy="1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137" name="Google Shape;8137;p56"/>
              <p:cNvCxnSpPr/>
              <p:nvPr/>
            </p:nvCxnSpPr>
            <p:spPr>
              <a:xfrm>
                <a:off x="3082" y="1811"/>
                <a:ext cx="1" cy="130"/>
              </a:xfrm>
              <a:prstGeom prst="straightConnector1">
                <a:avLst/>
              </a:prstGeom>
              <a:noFill/>
              <a:ln cap="flat" cmpd="sng" w="9525">
                <a:solidFill>
                  <a:srgbClr val="000000"/>
                </a:solidFill>
                <a:prstDash val="solid"/>
                <a:round/>
                <a:headEnd len="sm" w="sm" type="none"/>
                <a:tailEnd len="sm" w="sm" type="none"/>
              </a:ln>
            </p:spPr>
          </p:cxnSp>
          <p:cxnSp>
            <p:nvCxnSpPr>
              <p:cNvPr id="8138" name="Google Shape;8138;p56"/>
              <p:cNvCxnSpPr/>
              <p:nvPr/>
            </p:nvCxnSpPr>
            <p:spPr>
              <a:xfrm>
                <a:off x="2913" y="1842"/>
                <a:ext cx="300" cy="0"/>
              </a:xfrm>
              <a:prstGeom prst="straightConnector1">
                <a:avLst/>
              </a:prstGeom>
              <a:noFill/>
              <a:ln cap="flat" cmpd="sng" w="9525">
                <a:solidFill>
                  <a:srgbClr val="000000"/>
                </a:solidFill>
                <a:prstDash val="solid"/>
                <a:round/>
                <a:headEnd len="sm" w="sm" type="none"/>
                <a:tailEnd len="sm" w="sm" type="none"/>
              </a:ln>
            </p:spPr>
          </p:cxnSp>
          <p:cxnSp>
            <p:nvCxnSpPr>
              <p:cNvPr id="8139" name="Google Shape;8139;p56"/>
              <p:cNvCxnSpPr/>
              <p:nvPr/>
            </p:nvCxnSpPr>
            <p:spPr>
              <a:xfrm>
                <a:off x="2912" y="1812"/>
                <a:ext cx="300" cy="0"/>
              </a:xfrm>
              <a:prstGeom prst="straightConnector1">
                <a:avLst/>
              </a:prstGeom>
              <a:noFill/>
              <a:ln cap="flat" cmpd="sng" w="9525">
                <a:solidFill>
                  <a:srgbClr val="000000"/>
                </a:solidFill>
                <a:prstDash val="solid"/>
                <a:round/>
                <a:headEnd len="sm" w="sm" type="none"/>
                <a:tailEnd len="sm" w="sm" type="none"/>
              </a:ln>
            </p:spPr>
          </p:cxnSp>
          <p:sp>
            <p:nvSpPr>
              <p:cNvPr id="8140" name="Google Shape;8140;p56"/>
              <p:cNvSpPr/>
              <p:nvPr/>
            </p:nvSpPr>
            <p:spPr>
              <a:xfrm rot="5400000">
                <a:off x="3051" y="1745"/>
                <a:ext cx="29" cy="41"/>
              </a:xfrm>
              <a:prstGeom prst="rightArrow">
                <a:avLst>
                  <a:gd fmla="val 51167" name="adj1"/>
                  <a:gd fmla="val 39736" name="adj2"/>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8141" name="Google Shape;8141;p56"/>
          <p:cNvGrpSpPr/>
          <p:nvPr/>
        </p:nvGrpSpPr>
        <p:grpSpPr>
          <a:xfrm>
            <a:off x="7006931" y="5622613"/>
            <a:ext cx="560563" cy="811086"/>
            <a:chOff x="7006931" y="5622613"/>
            <a:chExt cx="560563" cy="811086"/>
          </a:xfrm>
        </p:grpSpPr>
        <p:sp>
          <p:nvSpPr>
            <p:cNvPr id="8142" name="Google Shape;8142;p56"/>
            <p:cNvSpPr/>
            <p:nvPr/>
          </p:nvSpPr>
          <p:spPr>
            <a:xfrm rot="10800000">
              <a:off x="7024398" y="5622613"/>
              <a:ext cx="543096" cy="371417"/>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rgbClr val="D8D8D8"/>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143" name="Google Shape;8143;p56"/>
            <p:cNvSpPr/>
            <p:nvPr/>
          </p:nvSpPr>
          <p:spPr>
            <a:xfrm>
              <a:off x="7006931" y="5981332"/>
              <a:ext cx="551036" cy="452367"/>
            </a:xfrm>
            <a:prstGeom prst="rect">
              <a:avLst/>
            </a:prstGeom>
            <a:solidFill>
              <a:srgbClr val="D8D8D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44" name="Google Shape;8144;p56"/>
            <p:cNvSpPr/>
            <p:nvPr/>
          </p:nvSpPr>
          <p:spPr>
            <a:xfrm>
              <a:off x="7037103" y="5990856"/>
              <a:ext cx="498632" cy="117457"/>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45" name="Google Shape;8145;p56"/>
            <p:cNvSpPr/>
            <p:nvPr/>
          </p:nvSpPr>
          <p:spPr>
            <a:xfrm>
              <a:off x="7049807" y="6167041"/>
              <a:ext cx="476400" cy="24761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146" name="Google Shape;8146;p56"/>
            <p:cNvCxnSpPr/>
            <p:nvPr/>
          </p:nvCxnSpPr>
          <p:spPr>
            <a:xfrm>
              <a:off x="7318179" y="6208309"/>
              <a:ext cx="1588" cy="206343"/>
            </a:xfrm>
            <a:prstGeom prst="straightConnector1">
              <a:avLst/>
            </a:prstGeom>
            <a:noFill/>
            <a:ln cap="flat" cmpd="sng" w="9525">
              <a:solidFill>
                <a:srgbClr val="000000"/>
              </a:solidFill>
              <a:prstDash val="solid"/>
              <a:round/>
              <a:headEnd len="sm" w="sm" type="none"/>
              <a:tailEnd len="sm" w="sm" type="none"/>
            </a:ln>
          </p:spPr>
        </p:cxnSp>
        <p:cxnSp>
          <p:nvCxnSpPr>
            <p:cNvPr id="8147" name="Google Shape;8147;p56"/>
            <p:cNvCxnSpPr/>
            <p:nvPr/>
          </p:nvCxnSpPr>
          <p:spPr>
            <a:xfrm>
              <a:off x="7049807" y="6257514"/>
              <a:ext cx="476400" cy="0"/>
            </a:xfrm>
            <a:prstGeom prst="straightConnector1">
              <a:avLst/>
            </a:prstGeom>
            <a:noFill/>
            <a:ln cap="flat" cmpd="sng" w="9525">
              <a:solidFill>
                <a:srgbClr val="000000"/>
              </a:solidFill>
              <a:prstDash val="solid"/>
              <a:round/>
              <a:headEnd len="sm" w="sm" type="none"/>
              <a:tailEnd len="sm" w="sm" type="none"/>
            </a:ln>
          </p:spPr>
        </p:cxnSp>
        <p:cxnSp>
          <p:nvCxnSpPr>
            <p:cNvPr id="8148" name="Google Shape;8148;p56"/>
            <p:cNvCxnSpPr/>
            <p:nvPr/>
          </p:nvCxnSpPr>
          <p:spPr>
            <a:xfrm>
              <a:off x="7048219" y="6209896"/>
              <a:ext cx="476400" cy="0"/>
            </a:xfrm>
            <a:prstGeom prst="straightConnector1">
              <a:avLst/>
            </a:prstGeom>
            <a:noFill/>
            <a:ln cap="flat" cmpd="sng" w="9525">
              <a:solidFill>
                <a:srgbClr val="000000"/>
              </a:solidFill>
              <a:prstDash val="solid"/>
              <a:round/>
              <a:headEnd len="sm" w="sm" type="none"/>
              <a:tailEnd len="sm" w="sm" type="none"/>
            </a:ln>
          </p:spPr>
        </p:cxnSp>
        <p:sp>
          <p:nvSpPr>
            <p:cNvPr id="8149" name="Google Shape;8149;p56"/>
            <p:cNvSpPr/>
            <p:nvPr/>
          </p:nvSpPr>
          <p:spPr>
            <a:xfrm rot="5400000">
              <a:off x="7268962" y="6103535"/>
              <a:ext cx="46030" cy="65108"/>
            </a:xfrm>
            <a:prstGeom prst="rightArrow">
              <a:avLst>
                <a:gd fmla="val 51167" name="adj1"/>
                <a:gd fmla="val 39736" name="adj2"/>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8150" name="Google Shape;8150;p56"/>
          <p:cNvGrpSpPr/>
          <p:nvPr/>
        </p:nvGrpSpPr>
        <p:grpSpPr>
          <a:xfrm>
            <a:off x="6311387" y="5299841"/>
            <a:ext cx="553609" cy="931601"/>
            <a:chOff x="6311387" y="5299841"/>
            <a:chExt cx="553609" cy="931601"/>
          </a:xfrm>
        </p:grpSpPr>
        <p:sp>
          <p:nvSpPr>
            <p:cNvPr id="8151" name="Google Shape;8151;p56"/>
            <p:cNvSpPr/>
            <p:nvPr/>
          </p:nvSpPr>
          <p:spPr>
            <a:xfrm rot="10800000">
              <a:off x="6312396" y="5299841"/>
              <a:ext cx="552600" cy="477654"/>
            </a:xfrm>
            <a:custGeom>
              <a:rect b="b" l="l" r="r" t="t"/>
              <a:pathLst>
                <a:path extrusionOk="0" h="10559" w="10175">
                  <a:moveTo>
                    <a:pt x="0" y="9"/>
                  </a:moveTo>
                  <a:cubicBezTo>
                    <a:pt x="3957" y="3502"/>
                    <a:pt x="6049" y="5781"/>
                    <a:pt x="7574" y="10364"/>
                  </a:cubicBezTo>
                  <a:cubicBezTo>
                    <a:pt x="8329" y="10279"/>
                    <a:pt x="8572" y="10781"/>
                    <a:pt x="9265" y="10438"/>
                  </a:cubicBezTo>
                  <a:cubicBezTo>
                    <a:pt x="8877" y="5033"/>
                    <a:pt x="9018" y="4253"/>
                    <a:pt x="10175" y="0"/>
                  </a:cubicBezTo>
                  <a:lnTo>
                    <a:pt x="0" y="9"/>
                  </a:lnTo>
                  <a:close/>
                </a:path>
              </a:pathLst>
            </a:custGeom>
            <a:gradFill>
              <a:gsLst>
                <a:gs pos="0">
                  <a:srgbClr val="D8D8D8"/>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8152" name="Google Shape;8152;p56"/>
            <p:cNvGrpSpPr/>
            <p:nvPr/>
          </p:nvGrpSpPr>
          <p:grpSpPr>
            <a:xfrm>
              <a:off x="6311387" y="5779075"/>
              <a:ext cx="551036" cy="452367"/>
              <a:chOff x="2886" y="1668"/>
              <a:chExt cx="347" cy="285"/>
            </a:xfrm>
          </p:grpSpPr>
          <p:sp>
            <p:nvSpPr>
              <p:cNvPr id="8153" name="Google Shape;8153;p56"/>
              <p:cNvSpPr/>
              <p:nvPr/>
            </p:nvSpPr>
            <p:spPr>
              <a:xfrm>
                <a:off x="2886" y="1668"/>
                <a:ext cx="347" cy="285"/>
              </a:xfrm>
              <a:prstGeom prst="rect">
                <a:avLst/>
              </a:prstGeom>
              <a:solidFill>
                <a:srgbClr val="D8D8D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54" name="Google Shape;8154;p56"/>
              <p:cNvSpPr/>
              <p:nvPr/>
            </p:nvSpPr>
            <p:spPr>
              <a:xfrm>
                <a:off x="2905" y="1674"/>
                <a:ext cx="314" cy="74"/>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55" name="Google Shape;8155;p56"/>
              <p:cNvSpPr/>
              <p:nvPr/>
            </p:nvSpPr>
            <p:spPr>
              <a:xfrm>
                <a:off x="2913" y="1785"/>
                <a:ext cx="300" cy="1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156" name="Google Shape;8156;p56"/>
              <p:cNvCxnSpPr/>
              <p:nvPr/>
            </p:nvCxnSpPr>
            <p:spPr>
              <a:xfrm>
                <a:off x="3082" y="1811"/>
                <a:ext cx="1" cy="130"/>
              </a:xfrm>
              <a:prstGeom prst="straightConnector1">
                <a:avLst/>
              </a:prstGeom>
              <a:noFill/>
              <a:ln cap="flat" cmpd="sng" w="9525">
                <a:solidFill>
                  <a:srgbClr val="000000"/>
                </a:solidFill>
                <a:prstDash val="solid"/>
                <a:round/>
                <a:headEnd len="sm" w="sm" type="none"/>
                <a:tailEnd len="sm" w="sm" type="none"/>
              </a:ln>
            </p:spPr>
          </p:cxnSp>
          <p:cxnSp>
            <p:nvCxnSpPr>
              <p:cNvPr id="8157" name="Google Shape;8157;p56"/>
              <p:cNvCxnSpPr/>
              <p:nvPr/>
            </p:nvCxnSpPr>
            <p:spPr>
              <a:xfrm>
                <a:off x="2913" y="1842"/>
                <a:ext cx="300" cy="0"/>
              </a:xfrm>
              <a:prstGeom prst="straightConnector1">
                <a:avLst/>
              </a:prstGeom>
              <a:noFill/>
              <a:ln cap="flat" cmpd="sng" w="9525">
                <a:solidFill>
                  <a:srgbClr val="000000"/>
                </a:solidFill>
                <a:prstDash val="solid"/>
                <a:round/>
                <a:headEnd len="sm" w="sm" type="none"/>
                <a:tailEnd len="sm" w="sm" type="none"/>
              </a:ln>
            </p:spPr>
          </p:cxnSp>
          <p:cxnSp>
            <p:nvCxnSpPr>
              <p:cNvPr id="8158" name="Google Shape;8158;p56"/>
              <p:cNvCxnSpPr/>
              <p:nvPr/>
            </p:nvCxnSpPr>
            <p:spPr>
              <a:xfrm>
                <a:off x="2912" y="1812"/>
                <a:ext cx="300" cy="0"/>
              </a:xfrm>
              <a:prstGeom prst="straightConnector1">
                <a:avLst/>
              </a:prstGeom>
              <a:noFill/>
              <a:ln cap="flat" cmpd="sng" w="9525">
                <a:solidFill>
                  <a:srgbClr val="000000"/>
                </a:solidFill>
                <a:prstDash val="solid"/>
                <a:round/>
                <a:headEnd len="sm" w="sm" type="none"/>
                <a:tailEnd len="sm" w="sm" type="none"/>
              </a:ln>
            </p:spPr>
          </p:cxnSp>
          <p:sp>
            <p:nvSpPr>
              <p:cNvPr id="8159" name="Google Shape;8159;p56"/>
              <p:cNvSpPr/>
              <p:nvPr/>
            </p:nvSpPr>
            <p:spPr>
              <a:xfrm rot="5400000">
                <a:off x="3051" y="1745"/>
                <a:ext cx="29" cy="41"/>
              </a:xfrm>
              <a:prstGeom prst="rightArrow">
                <a:avLst>
                  <a:gd fmla="val 51167" name="adj1"/>
                  <a:gd fmla="val 39736" name="adj2"/>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8160" name="Google Shape;8160;p56"/>
          <p:cNvGrpSpPr/>
          <p:nvPr/>
        </p:nvGrpSpPr>
        <p:grpSpPr>
          <a:xfrm>
            <a:off x="5655543" y="5606741"/>
            <a:ext cx="562152" cy="799974"/>
            <a:chOff x="5655543" y="5606741"/>
            <a:chExt cx="562152" cy="799974"/>
          </a:xfrm>
        </p:grpSpPr>
        <p:sp>
          <p:nvSpPr>
            <p:cNvPr id="8161" name="Google Shape;8161;p56"/>
            <p:cNvSpPr/>
            <p:nvPr/>
          </p:nvSpPr>
          <p:spPr>
            <a:xfrm rot="10800000">
              <a:off x="5674599" y="5606741"/>
              <a:ext cx="543096" cy="371417"/>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rgbClr val="D8D8D8"/>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8162" name="Google Shape;8162;p56"/>
            <p:cNvGrpSpPr/>
            <p:nvPr/>
          </p:nvGrpSpPr>
          <p:grpSpPr>
            <a:xfrm>
              <a:off x="5655543" y="5954348"/>
              <a:ext cx="551036" cy="452367"/>
              <a:chOff x="2886" y="1668"/>
              <a:chExt cx="347" cy="285"/>
            </a:xfrm>
          </p:grpSpPr>
          <p:sp>
            <p:nvSpPr>
              <p:cNvPr id="8163" name="Google Shape;8163;p56"/>
              <p:cNvSpPr/>
              <p:nvPr/>
            </p:nvSpPr>
            <p:spPr>
              <a:xfrm>
                <a:off x="2886" y="1668"/>
                <a:ext cx="347" cy="285"/>
              </a:xfrm>
              <a:prstGeom prst="rect">
                <a:avLst/>
              </a:prstGeom>
              <a:solidFill>
                <a:srgbClr val="D8D8D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64" name="Google Shape;8164;p56"/>
              <p:cNvSpPr/>
              <p:nvPr/>
            </p:nvSpPr>
            <p:spPr>
              <a:xfrm>
                <a:off x="2905" y="1674"/>
                <a:ext cx="314" cy="74"/>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65" name="Google Shape;8165;p56"/>
              <p:cNvSpPr/>
              <p:nvPr/>
            </p:nvSpPr>
            <p:spPr>
              <a:xfrm>
                <a:off x="2913" y="1785"/>
                <a:ext cx="300" cy="1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166" name="Google Shape;8166;p56"/>
              <p:cNvCxnSpPr/>
              <p:nvPr/>
            </p:nvCxnSpPr>
            <p:spPr>
              <a:xfrm>
                <a:off x="3082" y="1811"/>
                <a:ext cx="1" cy="130"/>
              </a:xfrm>
              <a:prstGeom prst="straightConnector1">
                <a:avLst/>
              </a:prstGeom>
              <a:noFill/>
              <a:ln cap="flat" cmpd="sng" w="9525">
                <a:solidFill>
                  <a:srgbClr val="000000"/>
                </a:solidFill>
                <a:prstDash val="solid"/>
                <a:round/>
                <a:headEnd len="sm" w="sm" type="none"/>
                <a:tailEnd len="sm" w="sm" type="none"/>
              </a:ln>
            </p:spPr>
          </p:cxnSp>
          <p:cxnSp>
            <p:nvCxnSpPr>
              <p:cNvPr id="8167" name="Google Shape;8167;p56"/>
              <p:cNvCxnSpPr/>
              <p:nvPr/>
            </p:nvCxnSpPr>
            <p:spPr>
              <a:xfrm>
                <a:off x="2913" y="1842"/>
                <a:ext cx="300" cy="0"/>
              </a:xfrm>
              <a:prstGeom prst="straightConnector1">
                <a:avLst/>
              </a:prstGeom>
              <a:noFill/>
              <a:ln cap="flat" cmpd="sng" w="9525">
                <a:solidFill>
                  <a:srgbClr val="000000"/>
                </a:solidFill>
                <a:prstDash val="solid"/>
                <a:round/>
                <a:headEnd len="sm" w="sm" type="none"/>
                <a:tailEnd len="sm" w="sm" type="none"/>
              </a:ln>
            </p:spPr>
          </p:cxnSp>
          <p:cxnSp>
            <p:nvCxnSpPr>
              <p:cNvPr id="8168" name="Google Shape;8168;p56"/>
              <p:cNvCxnSpPr/>
              <p:nvPr/>
            </p:nvCxnSpPr>
            <p:spPr>
              <a:xfrm>
                <a:off x="2912" y="1812"/>
                <a:ext cx="300" cy="0"/>
              </a:xfrm>
              <a:prstGeom prst="straightConnector1">
                <a:avLst/>
              </a:prstGeom>
              <a:noFill/>
              <a:ln cap="flat" cmpd="sng" w="9525">
                <a:solidFill>
                  <a:srgbClr val="000000"/>
                </a:solidFill>
                <a:prstDash val="solid"/>
                <a:round/>
                <a:headEnd len="sm" w="sm" type="none"/>
                <a:tailEnd len="sm" w="sm" type="none"/>
              </a:ln>
            </p:spPr>
          </p:cxnSp>
          <p:sp>
            <p:nvSpPr>
              <p:cNvPr id="8169" name="Google Shape;8169;p56"/>
              <p:cNvSpPr/>
              <p:nvPr/>
            </p:nvSpPr>
            <p:spPr>
              <a:xfrm rot="5400000">
                <a:off x="3051" y="1745"/>
                <a:ext cx="29" cy="41"/>
              </a:xfrm>
              <a:prstGeom prst="rightArrow">
                <a:avLst>
                  <a:gd fmla="val 51167" name="adj1"/>
                  <a:gd fmla="val 39736" name="adj2"/>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8170" name="Google Shape;8170;p56"/>
          <p:cNvGrpSpPr/>
          <p:nvPr/>
        </p:nvGrpSpPr>
        <p:grpSpPr>
          <a:xfrm>
            <a:off x="7049868" y="4738514"/>
            <a:ext cx="578032" cy="285706"/>
            <a:chOff x="7493876" y="2774731"/>
            <a:chExt cx="1481958" cy="894622"/>
          </a:xfrm>
        </p:grpSpPr>
        <p:sp>
          <p:nvSpPr>
            <p:cNvPr id="8171" name="Google Shape;8171;p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172" name="Google Shape;8172;p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173" name="Google Shape;8173;p56"/>
            <p:cNvGrpSpPr/>
            <p:nvPr/>
          </p:nvGrpSpPr>
          <p:grpSpPr>
            <a:xfrm>
              <a:off x="7713663" y="2848339"/>
              <a:ext cx="1042107" cy="425543"/>
              <a:chOff x="7786941" y="2884917"/>
              <a:chExt cx="897649" cy="353919"/>
            </a:xfrm>
          </p:grpSpPr>
          <p:sp>
            <p:nvSpPr>
              <p:cNvPr id="8174" name="Google Shape;8174;p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75" name="Google Shape;8175;p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76" name="Google Shape;8176;p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77" name="Google Shape;8177;p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78" name="Google Shape;8178;p56"/>
          <p:cNvGrpSpPr/>
          <p:nvPr/>
        </p:nvGrpSpPr>
        <p:grpSpPr>
          <a:xfrm>
            <a:off x="6681740" y="5392274"/>
            <a:ext cx="578032" cy="285706"/>
            <a:chOff x="7493876" y="2774731"/>
            <a:chExt cx="1481958" cy="894622"/>
          </a:xfrm>
        </p:grpSpPr>
        <p:sp>
          <p:nvSpPr>
            <p:cNvPr id="8179" name="Google Shape;8179;p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180" name="Google Shape;8180;p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181" name="Google Shape;8181;p56"/>
            <p:cNvGrpSpPr/>
            <p:nvPr/>
          </p:nvGrpSpPr>
          <p:grpSpPr>
            <a:xfrm>
              <a:off x="7713663" y="2848339"/>
              <a:ext cx="1042107" cy="425543"/>
              <a:chOff x="7786941" y="2884917"/>
              <a:chExt cx="897649" cy="353919"/>
            </a:xfrm>
          </p:grpSpPr>
          <p:sp>
            <p:nvSpPr>
              <p:cNvPr id="8182" name="Google Shape;8182;p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83" name="Google Shape;8183;p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84" name="Google Shape;8184;p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85" name="Google Shape;8185;p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86" name="Google Shape;8186;p56"/>
          <p:cNvGrpSpPr/>
          <p:nvPr/>
        </p:nvGrpSpPr>
        <p:grpSpPr>
          <a:xfrm>
            <a:off x="5525266" y="5343605"/>
            <a:ext cx="578032" cy="285706"/>
            <a:chOff x="7493876" y="2774731"/>
            <a:chExt cx="1481958" cy="894622"/>
          </a:xfrm>
        </p:grpSpPr>
        <p:sp>
          <p:nvSpPr>
            <p:cNvPr id="8187" name="Google Shape;8187;p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188" name="Google Shape;8188;p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189" name="Google Shape;8189;p56"/>
            <p:cNvGrpSpPr/>
            <p:nvPr/>
          </p:nvGrpSpPr>
          <p:grpSpPr>
            <a:xfrm>
              <a:off x="7713663" y="2848339"/>
              <a:ext cx="1042107" cy="425543"/>
              <a:chOff x="7786941" y="2884917"/>
              <a:chExt cx="897649" cy="353919"/>
            </a:xfrm>
          </p:grpSpPr>
          <p:sp>
            <p:nvSpPr>
              <p:cNvPr id="8190" name="Google Shape;8190;p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91" name="Google Shape;8191;p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92" name="Google Shape;8192;p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93" name="Google Shape;8193;p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94" name="Google Shape;8194;p56"/>
          <p:cNvGrpSpPr/>
          <p:nvPr/>
        </p:nvGrpSpPr>
        <p:grpSpPr>
          <a:xfrm>
            <a:off x="6130766" y="4428206"/>
            <a:ext cx="578032" cy="285706"/>
            <a:chOff x="7493876" y="2774731"/>
            <a:chExt cx="1481958" cy="894622"/>
          </a:xfrm>
        </p:grpSpPr>
        <p:sp>
          <p:nvSpPr>
            <p:cNvPr id="8195" name="Google Shape;8195;p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196" name="Google Shape;8196;p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197" name="Google Shape;8197;p56"/>
            <p:cNvGrpSpPr/>
            <p:nvPr/>
          </p:nvGrpSpPr>
          <p:grpSpPr>
            <a:xfrm>
              <a:off x="7713663" y="2848339"/>
              <a:ext cx="1042107" cy="425543"/>
              <a:chOff x="7786941" y="2884917"/>
              <a:chExt cx="897649" cy="353919"/>
            </a:xfrm>
          </p:grpSpPr>
          <p:sp>
            <p:nvSpPr>
              <p:cNvPr id="8198" name="Google Shape;8198;p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99" name="Google Shape;8199;p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00" name="Google Shape;8200;p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01" name="Google Shape;8201;p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202" name="Google Shape;8202;p56"/>
          <p:cNvGrpSpPr/>
          <p:nvPr/>
        </p:nvGrpSpPr>
        <p:grpSpPr>
          <a:xfrm>
            <a:off x="6041427" y="5026045"/>
            <a:ext cx="578032" cy="285706"/>
            <a:chOff x="7493876" y="2774731"/>
            <a:chExt cx="1481958" cy="894622"/>
          </a:xfrm>
        </p:grpSpPr>
        <p:sp>
          <p:nvSpPr>
            <p:cNvPr id="8203" name="Google Shape;8203;p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204" name="Google Shape;8204;p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205" name="Google Shape;8205;p56"/>
            <p:cNvGrpSpPr/>
            <p:nvPr/>
          </p:nvGrpSpPr>
          <p:grpSpPr>
            <a:xfrm>
              <a:off x="7713663" y="2848339"/>
              <a:ext cx="1042107" cy="425543"/>
              <a:chOff x="7786941" y="2884917"/>
              <a:chExt cx="897649" cy="353919"/>
            </a:xfrm>
          </p:grpSpPr>
          <p:sp>
            <p:nvSpPr>
              <p:cNvPr id="8206" name="Google Shape;8206;p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07" name="Google Shape;8207;p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08" name="Google Shape;8208;p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09" name="Google Shape;8209;p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210" name="Google Shape;8210;p56"/>
          <p:cNvGrpSpPr/>
          <p:nvPr/>
        </p:nvGrpSpPr>
        <p:grpSpPr>
          <a:xfrm>
            <a:off x="5094748" y="4736342"/>
            <a:ext cx="578032" cy="285706"/>
            <a:chOff x="7493876" y="2774731"/>
            <a:chExt cx="1481958" cy="894622"/>
          </a:xfrm>
        </p:grpSpPr>
        <p:sp>
          <p:nvSpPr>
            <p:cNvPr id="8211" name="Google Shape;8211;p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212" name="Google Shape;8212;p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213" name="Google Shape;8213;p56"/>
            <p:cNvGrpSpPr/>
            <p:nvPr/>
          </p:nvGrpSpPr>
          <p:grpSpPr>
            <a:xfrm>
              <a:off x="7713663" y="2848339"/>
              <a:ext cx="1042107" cy="425543"/>
              <a:chOff x="7786941" y="2884917"/>
              <a:chExt cx="897649" cy="353919"/>
            </a:xfrm>
          </p:grpSpPr>
          <p:sp>
            <p:nvSpPr>
              <p:cNvPr id="8214" name="Google Shape;8214;p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15" name="Google Shape;8215;p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16" name="Google Shape;8216;p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17" name="Google Shape;8217;p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218" name="Google Shape;8218;p56"/>
          <p:cNvGrpSpPr/>
          <p:nvPr/>
        </p:nvGrpSpPr>
        <p:grpSpPr>
          <a:xfrm>
            <a:off x="3563785" y="1706808"/>
            <a:ext cx="2317750" cy="3038266"/>
            <a:chOff x="3563785" y="1706808"/>
            <a:chExt cx="2317750" cy="3038266"/>
          </a:xfrm>
        </p:grpSpPr>
        <p:sp>
          <p:nvSpPr>
            <p:cNvPr id="8219" name="Google Shape;8219;p56"/>
            <p:cNvSpPr/>
            <p:nvPr/>
          </p:nvSpPr>
          <p:spPr>
            <a:xfrm rot="-5400000">
              <a:off x="4355018" y="3236963"/>
              <a:ext cx="721461" cy="2294761"/>
            </a:xfrm>
            <a:custGeom>
              <a:rect b="b" l="l" r="r" t="t"/>
              <a:pathLst>
                <a:path extrusionOk="0" h="10126" w="9799">
                  <a:moveTo>
                    <a:pt x="9563" y="0"/>
                  </a:moveTo>
                  <a:cubicBezTo>
                    <a:pt x="6380" y="3447"/>
                    <a:pt x="4378" y="4742"/>
                    <a:pt x="0" y="7515"/>
                  </a:cubicBezTo>
                  <a:cubicBezTo>
                    <a:pt x="19" y="7790"/>
                    <a:pt x="36" y="8067"/>
                    <a:pt x="55" y="8343"/>
                  </a:cubicBezTo>
                  <a:cubicBezTo>
                    <a:pt x="3592" y="8754"/>
                    <a:pt x="6787" y="8518"/>
                    <a:pt x="9611" y="10126"/>
                  </a:cubicBezTo>
                  <a:cubicBezTo>
                    <a:pt x="9580" y="4725"/>
                    <a:pt x="10082" y="3581"/>
                    <a:pt x="9563" y="0"/>
                  </a:cubicBezTo>
                  <a:close/>
                </a:path>
              </a:pathLst>
            </a:custGeom>
            <a:gradFill>
              <a:gsLst>
                <a:gs pos="0">
                  <a:srgbClr val="BFBFBF"/>
                </a:gs>
                <a:gs pos="75000">
                  <a:srgbClr val="D8D8D8"/>
                </a:gs>
                <a:gs pos="100000">
                  <a:srgbClr val="FFFFFF"/>
                </a:gs>
              </a:gsLst>
              <a:lin ang="108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220" name="Google Shape;8220;p56"/>
            <p:cNvSpPr/>
            <p:nvPr/>
          </p:nvSpPr>
          <p:spPr>
            <a:xfrm>
              <a:off x="3563785" y="1706808"/>
              <a:ext cx="2317750" cy="2333625"/>
            </a:xfrm>
            <a:prstGeom prst="rect">
              <a:avLst/>
            </a:prstGeom>
            <a:solidFill>
              <a:srgbClr val="D8D8D8"/>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21" name="Google Shape;8221;p56"/>
            <p:cNvSpPr/>
            <p:nvPr/>
          </p:nvSpPr>
          <p:spPr>
            <a:xfrm>
              <a:off x="3689197" y="1759196"/>
              <a:ext cx="2095500" cy="604837"/>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22" name="Google Shape;8222;p56"/>
            <p:cNvSpPr txBox="1"/>
            <p:nvPr/>
          </p:nvSpPr>
          <p:spPr>
            <a:xfrm>
              <a:off x="3812415" y="1866181"/>
              <a:ext cx="1863725"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routing algorithm</a:t>
              </a:r>
              <a:endParaRPr b="0" i="0" sz="1800" u="none" cap="none" strike="noStrike">
                <a:solidFill>
                  <a:srgbClr val="000000"/>
                </a:solidFill>
                <a:latin typeface="Calibri"/>
                <a:ea typeface="Calibri"/>
                <a:cs typeface="Calibri"/>
                <a:sym typeface="Calibri"/>
              </a:endParaRPr>
            </a:p>
          </p:txBody>
        </p:sp>
        <p:sp>
          <p:nvSpPr>
            <p:cNvPr id="8223" name="Google Shape;8223;p56"/>
            <p:cNvSpPr/>
            <p:nvPr/>
          </p:nvSpPr>
          <p:spPr>
            <a:xfrm>
              <a:off x="3743172" y="2586219"/>
              <a:ext cx="2005013" cy="135737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24" name="Google Shape;8224;p56"/>
            <p:cNvSpPr txBox="1"/>
            <p:nvPr/>
          </p:nvSpPr>
          <p:spPr>
            <a:xfrm>
              <a:off x="3706660" y="2864096"/>
              <a:ext cx="12128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header value</a:t>
              </a:r>
              <a:endParaRPr b="0" i="0" sz="1400" u="none" cap="none" strike="noStrike">
                <a:solidFill>
                  <a:srgbClr val="000000"/>
                </a:solidFill>
                <a:latin typeface="Arial"/>
                <a:ea typeface="Arial"/>
                <a:cs typeface="Arial"/>
                <a:sym typeface="Arial"/>
              </a:endParaRPr>
            </a:p>
          </p:txBody>
        </p:sp>
        <p:sp>
          <p:nvSpPr>
            <p:cNvPr id="8225" name="Google Shape;8225;p56"/>
            <p:cNvSpPr txBox="1"/>
            <p:nvPr/>
          </p:nvSpPr>
          <p:spPr>
            <a:xfrm>
              <a:off x="4773460" y="2865683"/>
              <a:ext cx="104140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output link</a:t>
              </a:r>
              <a:endParaRPr b="0" i="0" sz="1400" u="none" cap="none" strike="noStrike">
                <a:solidFill>
                  <a:srgbClr val="000000"/>
                </a:solidFill>
                <a:latin typeface="Arial"/>
                <a:ea typeface="Arial"/>
                <a:cs typeface="Arial"/>
                <a:sym typeface="Arial"/>
              </a:endParaRPr>
            </a:p>
          </p:txBody>
        </p:sp>
        <p:cxnSp>
          <p:nvCxnSpPr>
            <p:cNvPr id="8226" name="Google Shape;8226;p56"/>
            <p:cNvCxnSpPr/>
            <p:nvPr/>
          </p:nvCxnSpPr>
          <p:spPr>
            <a:xfrm>
              <a:off x="4871885" y="2876796"/>
              <a:ext cx="7937" cy="1066800"/>
            </a:xfrm>
            <a:prstGeom prst="straightConnector1">
              <a:avLst/>
            </a:prstGeom>
            <a:noFill/>
            <a:ln cap="flat" cmpd="sng" w="9525">
              <a:solidFill>
                <a:srgbClr val="000000"/>
              </a:solidFill>
              <a:prstDash val="solid"/>
              <a:round/>
              <a:headEnd len="sm" w="sm" type="none"/>
              <a:tailEnd len="sm" w="sm" type="none"/>
            </a:ln>
          </p:spPr>
        </p:cxnSp>
        <p:sp>
          <p:nvSpPr>
            <p:cNvPr id="8227" name="Google Shape;8227;p56"/>
            <p:cNvSpPr txBox="1"/>
            <p:nvPr/>
          </p:nvSpPr>
          <p:spPr>
            <a:xfrm>
              <a:off x="4362297" y="3148258"/>
              <a:ext cx="520700" cy="8223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0100</a:t>
              </a:r>
              <a:endParaRPr b="0" i="0" sz="12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0101</a:t>
              </a:r>
              <a:endParaRPr b="0" i="0" sz="12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b="0" i="0" sz="12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1001</a:t>
              </a:r>
              <a:endParaRPr b="0" i="0" sz="1200" u="none" cap="none" strike="noStrike">
                <a:solidFill>
                  <a:srgbClr val="000000"/>
                </a:solidFill>
                <a:latin typeface="Arial"/>
                <a:ea typeface="Arial"/>
                <a:cs typeface="Arial"/>
                <a:sym typeface="Arial"/>
              </a:endParaRPr>
            </a:p>
          </p:txBody>
        </p:sp>
        <p:sp>
          <p:nvSpPr>
            <p:cNvPr id="8228" name="Google Shape;8228;p56"/>
            <p:cNvSpPr txBox="1"/>
            <p:nvPr/>
          </p:nvSpPr>
          <p:spPr>
            <a:xfrm>
              <a:off x="4887760" y="3148258"/>
              <a:ext cx="268287" cy="8223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b="0" i="0" sz="1200" u="none" cap="none" strike="noStrike">
                <a:solidFill>
                  <a:srgbClr val="000000"/>
                </a:solidFill>
                <a:latin typeface="Arial"/>
                <a:ea typeface="Arial"/>
                <a:cs typeface="Arial"/>
                <a:sym typeface="Arial"/>
              </a:endParaRPr>
            </a:p>
          </p:txBody>
        </p:sp>
        <p:cxnSp>
          <p:nvCxnSpPr>
            <p:cNvPr id="8229" name="Google Shape;8229;p56"/>
            <p:cNvCxnSpPr/>
            <p:nvPr/>
          </p:nvCxnSpPr>
          <p:spPr>
            <a:xfrm>
              <a:off x="3743172" y="3133971"/>
              <a:ext cx="2006600" cy="0"/>
            </a:xfrm>
            <a:prstGeom prst="straightConnector1">
              <a:avLst/>
            </a:prstGeom>
            <a:noFill/>
            <a:ln cap="flat" cmpd="sng" w="9525">
              <a:solidFill>
                <a:srgbClr val="000000"/>
              </a:solidFill>
              <a:prstDash val="solid"/>
              <a:round/>
              <a:headEnd len="sm" w="sm" type="none"/>
              <a:tailEnd len="sm" w="sm" type="none"/>
            </a:ln>
          </p:spPr>
        </p:cxnSp>
        <p:cxnSp>
          <p:nvCxnSpPr>
            <p:cNvPr id="8230" name="Google Shape;8230;p56"/>
            <p:cNvCxnSpPr/>
            <p:nvPr/>
          </p:nvCxnSpPr>
          <p:spPr>
            <a:xfrm>
              <a:off x="3735235" y="2886321"/>
              <a:ext cx="2006600" cy="0"/>
            </a:xfrm>
            <a:prstGeom prst="straightConnector1">
              <a:avLst/>
            </a:prstGeom>
            <a:noFill/>
            <a:ln cap="flat" cmpd="sng" w="9525">
              <a:solidFill>
                <a:srgbClr val="000000"/>
              </a:solidFill>
              <a:prstDash val="solid"/>
              <a:round/>
              <a:headEnd len="sm" w="sm" type="none"/>
              <a:tailEnd len="sm" w="sm" type="none"/>
            </a:ln>
          </p:spPr>
        </p:cxnSp>
        <p:sp>
          <p:nvSpPr>
            <p:cNvPr id="8231" name="Google Shape;8231;p56"/>
            <p:cNvSpPr txBox="1"/>
            <p:nvPr/>
          </p:nvSpPr>
          <p:spPr>
            <a:xfrm>
              <a:off x="3671421" y="2588130"/>
              <a:ext cx="2181852"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local forwarding table</a:t>
              </a:r>
              <a:endParaRPr b="0" i="0" sz="1600" u="none" cap="none" strike="noStrike">
                <a:solidFill>
                  <a:srgbClr val="000000"/>
                </a:solidFill>
                <a:latin typeface="Calibri"/>
                <a:ea typeface="Calibri"/>
                <a:cs typeface="Calibri"/>
                <a:sym typeface="Calibri"/>
              </a:endParaRPr>
            </a:p>
          </p:txBody>
        </p:sp>
        <p:sp>
          <p:nvSpPr>
            <p:cNvPr id="8232" name="Google Shape;8232;p56"/>
            <p:cNvSpPr/>
            <p:nvPr/>
          </p:nvSpPr>
          <p:spPr>
            <a:xfrm rot="5400000">
              <a:off x="4641697" y="2356096"/>
              <a:ext cx="241300" cy="273050"/>
            </a:xfrm>
            <a:prstGeom prst="rightArrow">
              <a:avLst>
                <a:gd fmla="val 51167" name="adj1"/>
                <a:gd fmla="val 39736" name="adj2"/>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233" name="Google Shape;8233;p56"/>
          <p:cNvSpPr txBox="1"/>
          <p:nvPr>
            <p:ph idx="1" type="body"/>
          </p:nvPr>
        </p:nvSpPr>
        <p:spPr>
          <a:xfrm>
            <a:off x="332534" y="2514905"/>
            <a:ext cx="2930611" cy="3063265"/>
          </a:xfrm>
          <a:prstGeom prst="rect">
            <a:avLst/>
          </a:prstGeom>
          <a:noFill/>
          <a:ln>
            <a:noFill/>
          </a:ln>
        </p:spPr>
        <p:txBody>
          <a:bodyPr anchorCtr="0" anchor="t" bIns="45700" lIns="91425" spcFirstLastPara="1" rIns="91425" wrap="square" tIns="45700">
            <a:normAutofit fontScale="92500" lnSpcReduction="10000"/>
          </a:bodyPr>
          <a:lstStyle/>
          <a:p>
            <a:pPr indent="0" lvl="0" marL="130175" rtl="0" algn="l">
              <a:lnSpc>
                <a:spcPct val="90000"/>
              </a:lnSpc>
              <a:spcBef>
                <a:spcPts val="0"/>
              </a:spcBef>
              <a:spcAft>
                <a:spcPts val="0"/>
              </a:spcAft>
              <a:buSzPct val="100000"/>
              <a:buNone/>
            </a:pPr>
            <a:r>
              <a:rPr i="1" lang="en-US" sz="3000">
                <a:solidFill>
                  <a:srgbClr val="C00000"/>
                </a:solidFill>
              </a:rPr>
              <a:t>Forwarding</a:t>
            </a:r>
            <a:r>
              <a:rPr i="1" lang="en-US">
                <a:solidFill>
                  <a:srgbClr val="C00000"/>
                </a:solidFill>
              </a:rPr>
              <a:t>:</a:t>
            </a:r>
            <a:r>
              <a:rPr lang="en-US">
                <a:solidFill>
                  <a:srgbClr val="C00000"/>
                </a:solidFill>
              </a:rPr>
              <a:t> </a:t>
            </a:r>
            <a:endParaRPr>
              <a:solidFill>
                <a:srgbClr val="C00000"/>
              </a:solidFill>
            </a:endParaRPr>
          </a:p>
          <a:p>
            <a:pPr indent="-222250" lvl="0" marL="352425" rtl="0" algn="l">
              <a:lnSpc>
                <a:spcPct val="90000"/>
              </a:lnSpc>
              <a:spcBef>
                <a:spcPts val="1000"/>
              </a:spcBef>
              <a:spcAft>
                <a:spcPts val="0"/>
              </a:spcAft>
              <a:buSzPct val="100000"/>
              <a:buChar char="▪"/>
            </a:pPr>
            <a:r>
              <a:rPr lang="en-US"/>
              <a:t>aka “switching”</a:t>
            </a:r>
            <a:endParaRPr/>
          </a:p>
          <a:p>
            <a:pPr indent="-222250" lvl="0" marL="352425" rtl="0" algn="l">
              <a:lnSpc>
                <a:spcPct val="90000"/>
              </a:lnSpc>
              <a:spcBef>
                <a:spcPts val="1000"/>
              </a:spcBef>
              <a:spcAft>
                <a:spcPts val="0"/>
              </a:spcAft>
              <a:buSzPct val="100000"/>
              <a:buChar char="▪"/>
            </a:pPr>
            <a:r>
              <a:rPr i="1" lang="en-US">
                <a:solidFill>
                  <a:srgbClr val="C00000"/>
                </a:solidFill>
              </a:rPr>
              <a:t>local</a:t>
            </a:r>
            <a:r>
              <a:rPr i="1" lang="en-US"/>
              <a:t> </a:t>
            </a:r>
            <a:r>
              <a:rPr lang="en-US"/>
              <a:t>action: move arriving packets from router’s input link to appropriate router output link</a:t>
            </a:r>
            <a:endParaRPr/>
          </a:p>
          <a:p>
            <a:pPr indent="-57784" lvl="0" marL="352425" rtl="0" algn="l">
              <a:lnSpc>
                <a:spcPct val="90000"/>
              </a:lnSpc>
              <a:spcBef>
                <a:spcPts val="1000"/>
              </a:spcBef>
              <a:spcAft>
                <a:spcPts val="0"/>
              </a:spcAft>
              <a:buSzPct val="100000"/>
              <a:buNone/>
            </a:pPr>
            <a:r>
              <a:t/>
            </a:r>
            <a:endParaRPr/>
          </a:p>
        </p:txBody>
      </p:sp>
      <p:cxnSp>
        <p:nvCxnSpPr>
          <p:cNvPr id="8234" name="Google Shape;8234;p56"/>
          <p:cNvCxnSpPr/>
          <p:nvPr/>
        </p:nvCxnSpPr>
        <p:spPr>
          <a:xfrm>
            <a:off x="2389758" y="2757407"/>
            <a:ext cx="1281663" cy="0"/>
          </a:xfrm>
          <a:prstGeom prst="straightConnector1">
            <a:avLst/>
          </a:prstGeom>
          <a:noFill/>
          <a:ln cap="flat" cmpd="sng" w="19050">
            <a:solidFill>
              <a:srgbClr val="C00000"/>
            </a:solidFill>
            <a:prstDash val="solid"/>
            <a:round/>
            <a:headEnd len="sm" w="sm" type="none"/>
            <a:tailEnd len="sm" w="sm" type="none"/>
          </a:ln>
        </p:spPr>
      </p:cxnSp>
      <p:grpSp>
        <p:nvGrpSpPr>
          <p:cNvPr id="8235" name="Google Shape;8235;p56"/>
          <p:cNvGrpSpPr/>
          <p:nvPr/>
        </p:nvGrpSpPr>
        <p:grpSpPr>
          <a:xfrm>
            <a:off x="3744796" y="2580320"/>
            <a:ext cx="2017520" cy="338554"/>
            <a:chOff x="6181202" y="4326532"/>
            <a:chExt cx="2017520" cy="338554"/>
          </a:xfrm>
        </p:grpSpPr>
        <p:sp>
          <p:nvSpPr>
            <p:cNvPr id="8236" name="Google Shape;8236;p56"/>
            <p:cNvSpPr/>
            <p:nvPr/>
          </p:nvSpPr>
          <p:spPr>
            <a:xfrm>
              <a:off x="6192122" y="4338108"/>
              <a:ext cx="2006600" cy="295974"/>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37" name="Google Shape;8237;p56"/>
            <p:cNvSpPr txBox="1"/>
            <p:nvPr/>
          </p:nvSpPr>
          <p:spPr>
            <a:xfrm>
              <a:off x="6181202" y="4326532"/>
              <a:ext cx="200567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local forwarding table</a:t>
              </a:r>
              <a:endParaRPr b="0" i="0" sz="1600" u="none" cap="none" strike="noStrike">
                <a:solidFill>
                  <a:srgbClr val="FFFFFF"/>
                </a:solidFill>
                <a:latin typeface="Calibri"/>
                <a:ea typeface="Calibri"/>
                <a:cs typeface="Calibri"/>
                <a:sym typeface="Calibri"/>
              </a:endParaRPr>
            </a:p>
          </p:txBody>
        </p:sp>
      </p:grpSp>
      <p:grpSp>
        <p:nvGrpSpPr>
          <p:cNvPr id="8238" name="Google Shape;8238;p56"/>
          <p:cNvGrpSpPr/>
          <p:nvPr/>
        </p:nvGrpSpPr>
        <p:grpSpPr>
          <a:xfrm>
            <a:off x="5698975" y="3819688"/>
            <a:ext cx="2183401" cy="2394971"/>
            <a:chOff x="5698975" y="3819688"/>
            <a:chExt cx="2183401" cy="2394971"/>
          </a:xfrm>
        </p:grpSpPr>
        <p:sp>
          <p:nvSpPr>
            <p:cNvPr id="8239" name="Google Shape;8239;p56"/>
            <p:cNvSpPr/>
            <p:nvPr/>
          </p:nvSpPr>
          <p:spPr>
            <a:xfrm>
              <a:off x="7050700" y="6168940"/>
              <a:ext cx="47640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0" name="Google Shape;8240;p56"/>
            <p:cNvSpPr/>
            <p:nvPr/>
          </p:nvSpPr>
          <p:spPr>
            <a:xfrm>
              <a:off x="6359921" y="5968768"/>
              <a:ext cx="47640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1" name="Google Shape;8241;p56"/>
            <p:cNvSpPr/>
            <p:nvPr/>
          </p:nvSpPr>
          <p:spPr>
            <a:xfrm>
              <a:off x="5698975" y="6141541"/>
              <a:ext cx="47640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2" name="Google Shape;8242;p56"/>
            <p:cNvSpPr/>
            <p:nvPr/>
          </p:nvSpPr>
          <p:spPr>
            <a:xfrm>
              <a:off x="7405975" y="4146032"/>
              <a:ext cx="47640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3" name="Google Shape;8243;p56"/>
            <p:cNvSpPr/>
            <p:nvPr/>
          </p:nvSpPr>
          <p:spPr>
            <a:xfrm>
              <a:off x="6407517" y="3819688"/>
              <a:ext cx="47640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8244" name="Google Shape;8244;p56"/>
          <p:cNvSpPr txBox="1"/>
          <p:nvPr/>
        </p:nvSpPr>
        <p:spPr>
          <a:xfrm>
            <a:off x="8430283" y="1824271"/>
            <a:ext cx="3555414" cy="3006243"/>
          </a:xfrm>
          <a:prstGeom prst="rect">
            <a:avLst/>
          </a:prstGeom>
          <a:noFill/>
          <a:ln>
            <a:noFill/>
          </a:ln>
        </p:spPr>
        <p:txBody>
          <a:bodyPr anchorCtr="0" anchor="t" bIns="45700" lIns="91425" spcFirstLastPara="1" rIns="91425" wrap="square" tIns="45700">
            <a:normAutofit/>
          </a:bodyPr>
          <a:lstStyle/>
          <a:p>
            <a:pPr indent="0" lvl="0" marL="11430" marR="0" rtl="0" algn="l">
              <a:lnSpc>
                <a:spcPct val="90000"/>
              </a:lnSpc>
              <a:spcBef>
                <a:spcPts val="0"/>
              </a:spcBef>
              <a:spcAft>
                <a:spcPts val="0"/>
              </a:spcAft>
              <a:buClr>
                <a:srgbClr val="0000A3"/>
              </a:buClr>
              <a:buSzPts val="3000"/>
              <a:buFont typeface="Noto Sans Symbols"/>
              <a:buNone/>
            </a:pPr>
            <a:r>
              <a:rPr b="0" i="1" lang="en-US" sz="3000" u="none" cap="none" strike="noStrike">
                <a:solidFill>
                  <a:srgbClr val="C00000"/>
                </a:solidFill>
                <a:latin typeface="Calibri"/>
                <a:ea typeface="Calibri"/>
                <a:cs typeface="Calibri"/>
                <a:sym typeface="Calibri"/>
              </a:rPr>
              <a:t>Routing: </a:t>
            </a:r>
            <a:endParaRPr b="0" i="1" sz="3000" u="none" cap="none" strike="noStrike">
              <a:solidFill>
                <a:srgbClr val="C00000"/>
              </a:solidFill>
              <a:latin typeface="Calibri"/>
              <a:ea typeface="Calibri"/>
              <a:cs typeface="Calibri"/>
              <a:sym typeface="Calibri"/>
            </a:endParaRPr>
          </a:p>
          <a:p>
            <a:pPr indent="-285750" lvl="0" marL="400050"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global</a:t>
            </a:r>
            <a:r>
              <a:rPr b="0" i="0" lang="en-US" sz="2800" u="none" cap="none" strike="noStrike">
                <a:solidFill>
                  <a:srgbClr val="000000"/>
                </a:solidFill>
                <a:latin typeface="Calibri"/>
                <a:ea typeface="Calibri"/>
                <a:cs typeface="Calibri"/>
                <a:sym typeface="Calibri"/>
              </a:rPr>
              <a:t> action: determine source-destination paths taken by packets</a:t>
            </a:r>
            <a:endParaRPr b="0" i="0" sz="2800" u="none" cap="none" strike="noStrike">
              <a:solidFill>
                <a:srgbClr val="000000"/>
              </a:solidFill>
              <a:latin typeface="Calibri"/>
              <a:ea typeface="Calibri"/>
              <a:cs typeface="Calibri"/>
              <a:sym typeface="Calibri"/>
            </a:endParaRPr>
          </a:p>
          <a:p>
            <a:pPr indent="-285750" lvl="0" marL="40005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routing algorithms</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245" name="Google Shape;8245;p56"/>
          <p:cNvSpPr/>
          <p:nvPr/>
        </p:nvSpPr>
        <p:spPr>
          <a:xfrm>
            <a:off x="4869344" y="4824326"/>
            <a:ext cx="1041867" cy="336451"/>
          </a:xfrm>
          <a:custGeom>
            <a:rect b="b" l="l" r="r" t="t"/>
            <a:pathLst>
              <a:path extrusionOk="0" h="14797" w="10844">
                <a:moveTo>
                  <a:pt x="0" y="14797"/>
                </a:moveTo>
                <a:cubicBezTo>
                  <a:pt x="2168" y="9517"/>
                  <a:pt x="5654" y="-1331"/>
                  <a:pt x="7042" y="135"/>
                </a:cubicBezTo>
                <a:cubicBezTo>
                  <a:pt x="8563" y="1950"/>
                  <a:pt x="9984" y="6698"/>
                  <a:pt x="10844" y="9978"/>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8246" name="Google Shape;8246;p56"/>
          <p:cNvGrpSpPr/>
          <p:nvPr/>
        </p:nvGrpSpPr>
        <p:grpSpPr>
          <a:xfrm>
            <a:off x="3689197" y="1759195"/>
            <a:ext cx="2095500" cy="604837"/>
            <a:chOff x="3839579" y="1912090"/>
            <a:chExt cx="2095500" cy="604837"/>
          </a:xfrm>
        </p:grpSpPr>
        <p:sp>
          <p:nvSpPr>
            <p:cNvPr id="8247" name="Google Shape;8247;p56"/>
            <p:cNvSpPr/>
            <p:nvPr/>
          </p:nvSpPr>
          <p:spPr>
            <a:xfrm>
              <a:off x="3839579" y="1912090"/>
              <a:ext cx="2095500" cy="60483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8248" name="Google Shape;8248;p56"/>
            <p:cNvSpPr txBox="1"/>
            <p:nvPr/>
          </p:nvSpPr>
          <p:spPr>
            <a:xfrm>
              <a:off x="3964815" y="2018581"/>
              <a:ext cx="1863725"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routing algorithm</a:t>
              </a:r>
              <a:endParaRPr b="0" i="0" sz="1800" u="none" cap="none" strike="noStrike">
                <a:solidFill>
                  <a:srgbClr val="FFFFFF"/>
                </a:solidFill>
                <a:latin typeface="Calibri"/>
                <a:ea typeface="Calibri"/>
                <a:cs typeface="Calibri"/>
                <a:sym typeface="Calibri"/>
              </a:endParaRPr>
            </a:p>
          </p:txBody>
        </p:sp>
      </p:grpSp>
      <p:sp>
        <p:nvSpPr>
          <p:cNvPr id="8249" name="Google Shape;8249;p56"/>
          <p:cNvSpPr/>
          <p:nvPr/>
        </p:nvSpPr>
        <p:spPr>
          <a:xfrm>
            <a:off x="5748185" y="4775202"/>
            <a:ext cx="2423480" cy="399173"/>
          </a:xfrm>
          <a:custGeom>
            <a:rect b="b" l="l" r="r" t="t"/>
            <a:pathLst>
              <a:path extrusionOk="0" h="399173" w="2423480">
                <a:moveTo>
                  <a:pt x="0" y="142112"/>
                </a:moveTo>
                <a:cubicBezTo>
                  <a:pt x="175313" y="277993"/>
                  <a:pt x="350627" y="413874"/>
                  <a:pt x="613863" y="397888"/>
                </a:cubicBezTo>
                <a:cubicBezTo>
                  <a:pt x="877099" y="381902"/>
                  <a:pt x="1277816" y="112272"/>
                  <a:pt x="1579419" y="46196"/>
                </a:cubicBezTo>
                <a:cubicBezTo>
                  <a:pt x="1881022" y="-19880"/>
                  <a:pt x="2065394" y="5697"/>
                  <a:pt x="2423480" y="1434"/>
                </a:cubicBezTo>
              </a:path>
            </a:pathLst>
          </a:custGeom>
          <a:noFill/>
          <a:ln cap="flat" cmpd="sng" w="444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250" name="Google Shape;8250;p56"/>
          <p:cNvGrpSpPr/>
          <p:nvPr/>
        </p:nvGrpSpPr>
        <p:grpSpPr>
          <a:xfrm>
            <a:off x="5600948" y="2059246"/>
            <a:ext cx="2852523" cy="3990269"/>
            <a:chOff x="5600948" y="2059246"/>
            <a:chExt cx="2852523" cy="3990269"/>
          </a:xfrm>
        </p:grpSpPr>
        <p:cxnSp>
          <p:nvCxnSpPr>
            <p:cNvPr id="8251" name="Google Shape;8251;p56"/>
            <p:cNvCxnSpPr/>
            <p:nvPr/>
          </p:nvCxnSpPr>
          <p:spPr>
            <a:xfrm rot="10800000">
              <a:off x="5600948" y="2062812"/>
              <a:ext cx="2852523" cy="0"/>
            </a:xfrm>
            <a:prstGeom prst="straightConnector1">
              <a:avLst/>
            </a:prstGeom>
            <a:noFill/>
            <a:ln cap="flat" cmpd="sng" w="19050">
              <a:solidFill>
                <a:srgbClr val="C00000"/>
              </a:solidFill>
              <a:prstDash val="solid"/>
              <a:round/>
              <a:headEnd len="sm" w="sm" type="none"/>
              <a:tailEnd len="sm" w="sm" type="none"/>
            </a:ln>
          </p:spPr>
        </p:cxnSp>
        <p:cxnSp>
          <p:nvCxnSpPr>
            <p:cNvPr id="8252" name="Google Shape;8252;p56"/>
            <p:cNvCxnSpPr/>
            <p:nvPr/>
          </p:nvCxnSpPr>
          <p:spPr>
            <a:xfrm flipH="1">
              <a:off x="6643279" y="2072337"/>
              <a:ext cx="1781930" cy="1569387"/>
            </a:xfrm>
            <a:prstGeom prst="straightConnector1">
              <a:avLst/>
            </a:prstGeom>
            <a:noFill/>
            <a:ln cap="flat" cmpd="sng" w="19050">
              <a:solidFill>
                <a:srgbClr val="C00000"/>
              </a:solidFill>
              <a:prstDash val="solid"/>
              <a:round/>
              <a:headEnd len="sm" w="sm" type="none"/>
              <a:tailEnd len="sm" w="sm" type="none"/>
            </a:ln>
          </p:spPr>
        </p:cxnSp>
        <p:cxnSp>
          <p:nvCxnSpPr>
            <p:cNvPr id="8253" name="Google Shape;8253;p56"/>
            <p:cNvCxnSpPr/>
            <p:nvPr/>
          </p:nvCxnSpPr>
          <p:spPr>
            <a:xfrm flipH="1">
              <a:off x="7640094" y="2059246"/>
              <a:ext cx="802722" cy="1908551"/>
            </a:xfrm>
            <a:prstGeom prst="straightConnector1">
              <a:avLst/>
            </a:prstGeom>
            <a:noFill/>
            <a:ln cap="flat" cmpd="sng" w="19050">
              <a:solidFill>
                <a:srgbClr val="C00000"/>
              </a:solidFill>
              <a:prstDash val="solid"/>
              <a:round/>
              <a:headEnd len="sm" w="sm" type="none"/>
              <a:tailEnd len="sm" w="sm" type="none"/>
            </a:ln>
          </p:spPr>
        </p:cxnSp>
        <p:grpSp>
          <p:nvGrpSpPr>
            <p:cNvPr id="8254" name="Google Shape;8254;p56"/>
            <p:cNvGrpSpPr/>
            <p:nvPr/>
          </p:nvGrpSpPr>
          <p:grpSpPr>
            <a:xfrm>
              <a:off x="6178887" y="2060294"/>
              <a:ext cx="2270632" cy="3989221"/>
              <a:chOff x="6178887" y="2060294"/>
              <a:chExt cx="2270632" cy="3989221"/>
            </a:xfrm>
          </p:grpSpPr>
          <p:sp>
            <p:nvSpPr>
              <p:cNvPr id="8255" name="Google Shape;8255;p56"/>
              <p:cNvSpPr/>
              <p:nvPr/>
            </p:nvSpPr>
            <p:spPr>
              <a:xfrm>
                <a:off x="6852213" y="2060294"/>
                <a:ext cx="1597306" cy="3796496"/>
              </a:xfrm>
              <a:custGeom>
                <a:rect b="b" l="l" r="r" t="t"/>
                <a:pathLst>
                  <a:path extrusionOk="0" h="3796496" w="1597306">
                    <a:moveTo>
                      <a:pt x="1597306" y="0"/>
                    </a:moveTo>
                    <a:lnTo>
                      <a:pt x="925974" y="3784921"/>
                    </a:lnTo>
                    <a:lnTo>
                      <a:pt x="0" y="3796496"/>
                    </a:lnTo>
                    <a:lnTo>
                      <a:pt x="0" y="3796496"/>
                    </a:lnTo>
                  </a:path>
                </a:pathLst>
              </a:cu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256" name="Google Shape;8256;p56"/>
              <p:cNvCxnSpPr>
                <a:stCxn id="8255" idx="1"/>
              </p:cNvCxnSpPr>
              <p:nvPr/>
            </p:nvCxnSpPr>
            <p:spPr>
              <a:xfrm flipH="1">
                <a:off x="7535787" y="5845215"/>
                <a:ext cx="242400" cy="204300"/>
              </a:xfrm>
              <a:prstGeom prst="straightConnector1">
                <a:avLst/>
              </a:prstGeom>
              <a:noFill/>
              <a:ln cap="flat" cmpd="sng" w="19050">
                <a:solidFill>
                  <a:srgbClr val="C00000"/>
                </a:solidFill>
                <a:prstDash val="solid"/>
                <a:round/>
                <a:headEnd len="sm" w="sm" type="none"/>
                <a:tailEnd len="sm" w="sm" type="none"/>
              </a:ln>
            </p:spPr>
          </p:cxnSp>
          <p:cxnSp>
            <p:nvCxnSpPr>
              <p:cNvPr id="8257" name="Google Shape;8257;p56"/>
              <p:cNvCxnSpPr>
                <a:stCxn id="8255" idx="1"/>
              </p:cNvCxnSpPr>
              <p:nvPr/>
            </p:nvCxnSpPr>
            <p:spPr>
              <a:xfrm flipH="1">
                <a:off x="6178887" y="5845215"/>
                <a:ext cx="1599300" cy="182400"/>
              </a:xfrm>
              <a:prstGeom prst="straightConnector1">
                <a:avLst/>
              </a:prstGeom>
              <a:noFill/>
              <a:ln cap="flat" cmpd="sng" w="19050">
                <a:solidFill>
                  <a:srgbClr val="C00000"/>
                </a:solidFill>
                <a:prstDash val="solid"/>
                <a:round/>
                <a:headEnd len="sm" w="sm" type="none"/>
                <a:tailEnd len="sm" w="sm" type="none"/>
              </a:ln>
            </p:spPr>
          </p:cxnSp>
        </p:grpSp>
      </p:grpSp>
      <p:grpSp>
        <p:nvGrpSpPr>
          <p:cNvPr id="8258" name="Google Shape;8258;p56"/>
          <p:cNvGrpSpPr/>
          <p:nvPr/>
        </p:nvGrpSpPr>
        <p:grpSpPr>
          <a:xfrm>
            <a:off x="5679271" y="3642935"/>
            <a:ext cx="2210121" cy="2467075"/>
            <a:chOff x="5679271" y="3642935"/>
            <a:chExt cx="2210121" cy="2467075"/>
          </a:xfrm>
        </p:grpSpPr>
        <p:sp>
          <p:nvSpPr>
            <p:cNvPr id="8259" name="Google Shape;8259;p56"/>
            <p:cNvSpPr/>
            <p:nvPr/>
          </p:nvSpPr>
          <p:spPr>
            <a:xfrm>
              <a:off x="7044350" y="5992553"/>
              <a:ext cx="498632" cy="11745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60" name="Google Shape;8260;p56"/>
            <p:cNvSpPr/>
            <p:nvPr/>
          </p:nvSpPr>
          <p:spPr>
            <a:xfrm>
              <a:off x="6344311" y="5792457"/>
              <a:ext cx="498632" cy="11745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61" name="Google Shape;8261;p56"/>
            <p:cNvSpPr/>
            <p:nvPr/>
          </p:nvSpPr>
          <p:spPr>
            <a:xfrm>
              <a:off x="5679271" y="5968768"/>
              <a:ext cx="498632" cy="11745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62" name="Google Shape;8262;p56"/>
            <p:cNvSpPr/>
            <p:nvPr/>
          </p:nvSpPr>
          <p:spPr>
            <a:xfrm>
              <a:off x="7390760" y="3969843"/>
              <a:ext cx="498632" cy="11745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63" name="Google Shape;8263;p56"/>
            <p:cNvSpPr/>
            <p:nvPr/>
          </p:nvSpPr>
          <p:spPr>
            <a:xfrm>
              <a:off x="6395551" y="3642935"/>
              <a:ext cx="498632" cy="11745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18"/>
                                        </p:tgtEl>
                                        <p:attrNameLst>
                                          <p:attrName>style.visibility</p:attrName>
                                        </p:attrNameLst>
                                      </p:cBhvr>
                                      <p:to>
                                        <p:strVal val="visible"/>
                                      </p:to>
                                    </p:set>
                                    <p:animEffect filter="fade" transition="in">
                                      <p:cBhvr>
                                        <p:cTn dur="500"/>
                                        <p:tgtEl>
                                          <p:spTgt spid="8218"/>
                                        </p:tgtEl>
                                      </p:cBhvr>
                                    </p:animEffect>
                                  </p:childTnLst>
                                </p:cTn>
                              </p:par>
                              <p:par>
                                <p:cTn fill="hold" nodeType="withEffect" presetClass="entr" presetID="10" presetSubtype="0">
                                  <p:stCondLst>
                                    <p:cond delay="0"/>
                                  </p:stCondLst>
                                  <p:childTnLst>
                                    <p:set>
                                      <p:cBhvr>
                                        <p:cTn dur="1" fill="hold">
                                          <p:stCondLst>
                                            <p:cond delay="0"/>
                                          </p:stCondLst>
                                        </p:cTn>
                                        <p:tgtEl>
                                          <p:spTgt spid="8121"/>
                                        </p:tgtEl>
                                        <p:attrNameLst>
                                          <p:attrName>style.visibility</p:attrName>
                                        </p:attrNameLst>
                                      </p:cBhvr>
                                      <p:to>
                                        <p:strVal val="visible"/>
                                      </p:to>
                                    </p:set>
                                    <p:animEffect filter="fade" transition="in">
                                      <p:cBhvr>
                                        <p:cTn dur="500"/>
                                        <p:tgtEl>
                                          <p:spTgt spid="8121"/>
                                        </p:tgtEl>
                                      </p:cBhvr>
                                    </p:animEffect>
                                  </p:childTnLst>
                                </p:cTn>
                              </p:par>
                              <p:par>
                                <p:cTn fill="hold" nodeType="withEffect" presetClass="entr" presetID="10" presetSubtype="0">
                                  <p:stCondLst>
                                    <p:cond delay="0"/>
                                  </p:stCondLst>
                                  <p:childTnLst>
                                    <p:set>
                                      <p:cBhvr>
                                        <p:cTn dur="1" fill="hold">
                                          <p:stCondLst>
                                            <p:cond delay="0"/>
                                          </p:stCondLst>
                                        </p:cTn>
                                        <p:tgtEl>
                                          <p:spTgt spid="8131"/>
                                        </p:tgtEl>
                                        <p:attrNameLst>
                                          <p:attrName>style.visibility</p:attrName>
                                        </p:attrNameLst>
                                      </p:cBhvr>
                                      <p:to>
                                        <p:strVal val="visible"/>
                                      </p:to>
                                    </p:set>
                                    <p:animEffect filter="fade" transition="in">
                                      <p:cBhvr>
                                        <p:cTn dur="500"/>
                                        <p:tgtEl>
                                          <p:spTgt spid="8131"/>
                                        </p:tgtEl>
                                      </p:cBhvr>
                                    </p:animEffect>
                                  </p:childTnLst>
                                </p:cTn>
                              </p:par>
                              <p:par>
                                <p:cTn fill="hold" nodeType="withEffect" presetClass="entr" presetID="10" presetSubtype="0">
                                  <p:stCondLst>
                                    <p:cond delay="0"/>
                                  </p:stCondLst>
                                  <p:childTnLst>
                                    <p:set>
                                      <p:cBhvr>
                                        <p:cTn dur="1" fill="hold">
                                          <p:stCondLst>
                                            <p:cond delay="0"/>
                                          </p:stCondLst>
                                        </p:cTn>
                                        <p:tgtEl>
                                          <p:spTgt spid="8160"/>
                                        </p:tgtEl>
                                        <p:attrNameLst>
                                          <p:attrName>style.visibility</p:attrName>
                                        </p:attrNameLst>
                                      </p:cBhvr>
                                      <p:to>
                                        <p:strVal val="visible"/>
                                      </p:to>
                                    </p:set>
                                    <p:animEffect filter="fade" transition="in">
                                      <p:cBhvr>
                                        <p:cTn dur="500"/>
                                        <p:tgtEl>
                                          <p:spTgt spid="8160"/>
                                        </p:tgtEl>
                                      </p:cBhvr>
                                    </p:animEffect>
                                  </p:childTnLst>
                                </p:cTn>
                              </p:par>
                              <p:par>
                                <p:cTn fill="hold" nodeType="withEffect" presetClass="entr" presetID="10" presetSubtype="0">
                                  <p:stCondLst>
                                    <p:cond delay="0"/>
                                  </p:stCondLst>
                                  <p:childTnLst>
                                    <p:set>
                                      <p:cBhvr>
                                        <p:cTn dur="1" fill="hold">
                                          <p:stCondLst>
                                            <p:cond delay="0"/>
                                          </p:stCondLst>
                                        </p:cTn>
                                        <p:tgtEl>
                                          <p:spTgt spid="8150"/>
                                        </p:tgtEl>
                                        <p:attrNameLst>
                                          <p:attrName>style.visibility</p:attrName>
                                        </p:attrNameLst>
                                      </p:cBhvr>
                                      <p:to>
                                        <p:strVal val="visible"/>
                                      </p:to>
                                    </p:set>
                                    <p:animEffect filter="fade" transition="in">
                                      <p:cBhvr>
                                        <p:cTn dur="500"/>
                                        <p:tgtEl>
                                          <p:spTgt spid="8150"/>
                                        </p:tgtEl>
                                      </p:cBhvr>
                                    </p:animEffect>
                                  </p:childTnLst>
                                </p:cTn>
                              </p:par>
                              <p:par>
                                <p:cTn fill="hold" nodeType="withEffect" presetClass="entr" presetID="10" presetSubtype="0">
                                  <p:stCondLst>
                                    <p:cond delay="0"/>
                                  </p:stCondLst>
                                  <p:childTnLst>
                                    <p:set>
                                      <p:cBhvr>
                                        <p:cTn dur="1" fill="hold">
                                          <p:stCondLst>
                                            <p:cond delay="0"/>
                                          </p:stCondLst>
                                        </p:cTn>
                                        <p:tgtEl>
                                          <p:spTgt spid="8141"/>
                                        </p:tgtEl>
                                        <p:attrNameLst>
                                          <p:attrName>style.visibility</p:attrName>
                                        </p:attrNameLst>
                                      </p:cBhvr>
                                      <p:to>
                                        <p:strVal val="visible"/>
                                      </p:to>
                                    </p:set>
                                    <p:animEffect filter="fade" transition="in">
                                      <p:cBhvr>
                                        <p:cTn dur="500"/>
                                        <p:tgtEl>
                                          <p:spTgt spid="8141"/>
                                        </p:tgtEl>
                                      </p:cBhvr>
                                    </p:animEffect>
                                  </p:childTnLst>
                                </p:cTn>
                              </p:par>
                              <p:par>
                                <p:cTn fill="hold" nodeType="withEffect" presetClass="entr" presetID="10" presetSubtype="0">
                                  <p:stCondLst>
                                    <p:cond delay="0"/>
                                  </p:stCondLst>
                                  <p:childTnLst>
                                    <p:set>
                                      <p:cBhvr>
                                        <p:cTn dur="1" fill="hold">
                                          <p:stCondLst>
                                            <p:cond delay="0"/>
                                          </p:stCondLst>
                                        </p:cTn>
                                        <p:tgtEl>
                                          <p:spTgt spid="8108"/>
                                        </p:tgtEl>
                                        <p:attrNameLst>
                                          <p:attrName>style.visibility</p:attrName>
                                        </p:attrNameLst>
                                      </p:cBhvr>
                                      <p:to>
                                        <p:strVal val="visible"/>
                                      </p:to>
                                    </p:set>
                                    <p:animEffect filter="fade" transition="in">
                                      <p:cBhvr>
                                        <p:cTn dur="500"/>
                                        <p:tgtEl>
                                          <p:spTgt spid="8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5"/>
                                        </p:tgtEl>
                                        <p:attrNameLst>
                                          <p:attrName>style.visibility</p:attrName>
                                        </p:attrNameLst>
                                      </p:cBhvr>
                                      <p:to>
                                        <p:strVal val="visible"/>
                                      </p:to>
                                    </p:set>
                                    <p:animEffect filter="fade" transition="in">
                                      <p:cBhvr>
                                        <p:cTn dur="500"/>
                                        <p:tgtEl>
                                          <p:spTgt spid="8235"/>
                                        </p:tgtEl>
                                      </p:cBhvr>
                                    </p:animEffect>
                                  </p:childTnLst>
                                </p:cTn>
                              </p:par>
                              <p:par>
                                <p:cTn fill="hold" nodeType="withEffect" presetClass="entr" presetID="10" presetSubtype="0">
                                  <p:stCondLst>
                                    <p:cond delay="0"/>
                                  </p:stCondLst>
                                  <p:childTnLst>
                                    <p:set>
                                      <p:cBhvr>
                                        <p:cTn dur="1" fill="hold">
                                          <p:stCondLst>
                                            <p:cond delay="0"/>
                                          </p:stCondLst>
                                        </p:cTn>
                                        <p:tgtEl>
                                          <p:spTgt spid="8234"/>
                                        </p:tgtEl>
                                        <p:attrNameLst>
                                          <p:attrName>style.visibility</p:attrName>
                                        </p:attrNameLst>
                                      </p:cBhvr>
                                      <p:to>
                                        <p:strVal val="visible"/>
                                      </p:to>
                                    </p:set>
                                    <p:animEffect filter="fade" transition="in">
                                      <p:cBhvr>
                                        <p:cTn dur="500"/>
                                        <p:tgtEl>
                                          <p:spTgt spid="8234"/>
                                        </p:tgtEl>
                                      </p:cBhvr>
                                    </p:animEffect>
                                  </p:childTnLst>
                                </p:cTn>
                              </p:par>
                              <p:par>
                                <p:cTn fill="hold" nodeType="withEffect" presetClass="entr" presetID="10" presetSubtype="0">
                                  <p:stCondLst>
                                    <p:cond delay="0"/>
                                  </p:stCondLst>
                                  <p:childTnLst>
                                    <p:set>
                                      <p:cBhvr>
                                        <p:cTn dur="1" fill="hold">
                                          <p:stCondLst>
                                            <p:cond delay="0"/>
                                          </p:stCondLst>
                                        </p:cTn>
                                        <p:tgtEl>
                                          <p:spTgt spid="8233">
                                            <p:txEl>
                                              <p:pRg end="0" st="0"/>
                                            </p:txEl>
                                          </p:spTgt>
                                        </p:tgtEl>
                                        <p:attrNameLst>
                                          <p:attrName>style.visibility</p:attrName>
                                        </p:attrNameLst>
                                      </p:cBhvr>
                                      <p:to>
                                        <p:strVal val="visible"/>
                                      </p:to>
                                    </p:set>
                                    <p:animEffect filter="fade" transition="in">
                                      <p:cBhvr>
                                        <p:cTn dur="500"/>
                                        <p:tgtEl>
                                          <p:spTgt spid="823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8233">
                                            <p:txEl>
                                              <p:pRg end="1" st="1"/>
                                            </p:txEl>
                                          </p:spTgt>
                                        </p:tgtEl>
                                        <p:attrNameLst>
                                          <p:attrName>style.visibility</p:attrName>
                                        </p:attrNameLst>
                                      </p:cBhvr>
                                      <p:to>
                                        <p:strVal val="visible"/>
                                      </p:to>
                                    </p:set>
                                    <p:animEffect filter="fade" transition="in">
                                      <p:cBhvr>
                                        <p:cTn dur="500"/>
                                        <p:tgtEl>
                                          <p:spTgt spid="823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8233">
                                            <p:txEl>
                                              <p:pRg end="2" st="2"/>
                                            </p:txEl>
                                          </p:spTgt>
                                        </p:tgtEl>
                                        <p:attrNameLst>
                                          <p:attrName>style.visibility</p:attrName>
                                        </p:attrNameLst>
                                      </p:cBhvr>
                                      <p:to>
                                        <p:strVal val="visible"/>
                                      </p:to>
                                    </p:set>
                                    <p:animEffect filter="fade" transition="in">
                                      <p:cBhvr>
                                        <p:cTn dur="500"/>
                                        <p:tgtEl>
                                          <p:spTgt spid="823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8233">
                                            <p:txEl>
                                              <p:pRg end="3" st="3"/>
                                            </p:txEl>
                                          </p:spTgt>
                                        </p:tgtEl>
                                        <p:attrNameLst>
                                          <p:attrName>style.visibility</p:attrName>
                                        </p:attrNameLst>
                                      </p:cBhvr>
                                      <p:to>
                                        <p:strVal val="visible"/>
                                      </p:to>
                                    </p:set>
                                    <p:animEffect filter="fade" transition="in">
                                      <p:cBhvr>
                                        <p:cTn dur="500"/>
                                        <p:tgtEl>
                                          <p:spTgt spid="8233">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8238"/>
                                        </p:tgtEl>
                                        <p:attrNameLst>
                                          <p:attrName>style.visibility</p:attrName>
                                        </p:attrNameLst>
                                      </p:cBhvr>
                                      <p:to>
                                        <p:strVal val="visible"/>
                                      </p:to>
                                    </p:set>
                                    <p:animEffect filter="fade" transition="in">
                                      <p:cBhvr>
                                        <p:cTn dur="500"/>
                                        <p:tgtEl>
                                          <p:spTgt spid="8238"/>
                                        </p:tgtEl>
                                      </p:cBhvr>
                                    </p:animEffect>
                                  </p:childTnLst>
                                </p:cTn>
                              </p:par>
                              <p:par>
                                <p:cTn fill="hold" nodeType="withEffect" presetClass="entr" presetID="10" presetSubtype="0">
                                  <p:stCondLst>
                                    <p:cond delay="0"/>
                                  </p:stCondLst>
                                  <p:childTnLst>
                                    <p:set>
                                      <p:cBhvr>
                                        <p:cTn dur="1" fill="hold">
                                          <p:stCondLst>
                                            <p:cond delay="0"/>
                                          </p:stCondLst>
                                        </p:cTn>
                                        <p:tgtEl>
                                          <p:spTgt spid="8113"/>
                                        </p:tgtEl>
                                        <p:attrNameLst>
                                          <p:attrName>style.visibility</p:attrName>
                                        </p:attrNameLst>
                                      </p:cBhvr>
                                      <p:to>
                                        <p:strVal val="visible"/>
                                      </p:to>
                                    </p:set>
                                    <p:animEffect filter="fade" transition="in">
                                      <p:cBhvr>
                                        <p:cTn dur="500"/>
                                        <p:tgtEl>
                                          <p:spTgt spid="8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235"/>
                                        </p:tgtEl>
                                      </p:cBhvr>
                                    </p:animEffect>
                                    <p:set>
                                      <p:cBhvr>
                                        <p:cTn dur="1" fill="hold">
                                          <p:stCondLst>
                                            <p:cond delay="500"/>
                                          </p:stCondLst>
                                        </p:cTn>
                                        <p:tgtEl>
                                          <p:spTgt spid="823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238"/>
                                        </p:tgtEl>
                                      </p:cBhvr>
                                    </p:animEffect>
                                    <p:set>
                                      <p:cBhvr>
                                        <p:cTn dur="1" fill="hold">
                                          <p:stCondLst>
                                            <p:cond delay="500"/>
                                          </p:stCondLst>
                                        </p:cTn>
                                        <p:tgtEl>
                                          <p:spTgt spid="823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245"/>
                                        </p:tgtEl>
                                        <p:attrNameLst>
                                          <p:attrName>style.visibility</p:attrName>
                                        </p:attrNameLst>
                                      </p:cBhvr>
                                      <p:to>
                                        <p:strVal val="visible"/>
                                      </p:to>
                                    </p:set>
                                    <p:animEffect filter="fade" transition="in">
                                      <p:cBhvr>
                                        <p:cTn dur="500"/>
                                        <p:tgtEl>
                                          <p:spTgt spid="8245"/>
                                        </p:tgtEl>
                                      </p:cBhvr>
                                    </p:animEffect>
                                  </p:childTnLst>
                                </p:cTn>
                              </p:par>
                              <p:par>
                                <p:cTn fill="hold" nodeType="withEffect" presetClass="entr" presetID="10" presetSubtype="0">
                                  <p:stCondLst>
                                    <p:cond delay="0"/>
                                  </p:stCondLst>
                                  <p:childTnLst>
                                    <p:set>
                                      <p:cBhvr>
                                        <p:cTn dur="1" fill="hold">
                                          <p:stCondLst>
                                            <p:cond delay="0"/>
                                          </p:stCondLst>
                                        </p:cTn>
                                        <p:tgtEl>
                                          <p:spTgt spid="8246"/>
                                        </p:tgtEl>
                                        <p:attrNameLst>
                                          <p:attrName>style.visibility</p:attrName>
                                        </p:attrNameLst>
                                      </p:cBhvr>
                                      <p:to>
                                        <p:strVal val="visible"/>
                                      </p:to>
                                    </p:set>
                                    <p:animEffect filter="fade" transition="in">
                                      <p:cBhvr>
                                        <p:cTn dur="500"/>
                                        <p:tgtEl>
                                          <p:spTgt spid="8246"/>
                                        </p:tgtEl>
                                      </p:cBhvr>
                                    </p:animEffect>
                                  </p:childTnLst>
                                </p:cTn>
                              </p:par>
                              <p:par>
                                <p:cTn fill="hold" nodeType="withEffect" presetClass="entr" presetID="10" presetSubtype="0">
                                  <p:stCondLst>
                                    <p:cond delay="0"/>
                                  </p:stCondLst>
                                  <p:childTnLst>
                                    <p:set>
                                      <p:cBhvr>
                                        <p:cTn dur="1" fill="hold">
                                          <p:stCondLst>
                                            <p:cond delay="0"/>
                                          </p:stCondLst>
                                        </p:cTn>
                                        <p:tgtEl>
                                          <p:spTgt spid="8250"/>
                                        </p:tgtEl>
                                        <p:attrNameLst>
                                          <p:attrName>style.visibility</p:attrName>
                                        </p:attrNameLst>
                                      </p:cBhvr>
                                      <p:to>
                                        <p:strVal val="visible"/>
                                      </p:to>
                                    </p:set>
                                    <p:animEffect filter="fade" transition="in">
                                      <p:cBhvr>
                                        <p:cTn dur="500"/>
                                        <p:tgtEl>
                                          <p:spTgt spid="8250"/>
                                        </p:tgtEl>
                                      </p:cBhvr>
                                    </p:animEffect>
                                  </p:childTnLst>
                                </p:cTn>
                              </p:par>
                              <p:par>
                                <p:cTn fill="hold" nodeType="withEffect" presetClass="entr" presetID="10" presetSubtype="0">
                                  <p:stCondLst>
                                    <p:cond delay="0"/>
                                  </p:stCondLst>
                                  <p:childTnLst>
                                    <p:set>
                                      <p:cBhvr>
                                        <p:cTn dur="1" fill="hold">
                                          <p:stCondLst>
                                            <p:cond delay="0"/>
                                          </p:stCondLst>
                                        </p:cTn>
                                        <p:tgtEl>
                                          <p:spTgt spid="8244"/>
                                        </p:tgtEl>
                                        <p:attrNameLst>
                                          <p:attrName>style.visibility</p:attrName>
                                        </p:attrNameLst>
                                      </p:cBhvr>
                                      <p:to>
                                        <p:strVal val="visible"/>
                                      </p:to>
                                    </p:set>
                                    <p:animEffect filter="fade" transition="in">
                                      <p:cBhvr>
                                        <p:cTn dur="500"/>
                                        <p:tgtEl>
                                          <p:spTgt spid="8244"/>
                                        </p:tgtEl>
                                      </p:cBhvr>
                                    </p:animEffect>
                                  </p:childTnLst>
                                </p:cTn>
                              </p:par>
                              <p:par>
                                <p:cTn fill="hold" nodeType="withEffect" presetClass="entr" presetID="10" presetSubtype="0">
                                  <p:stCondLst>
                                    <p:cond delay="0"/>
                                  </p:stCondLst>
                                  <p:childTnLst>
                                    <p:set>
                                      <p:cBhvr>
                                        <p:cTn dur="1" fill="hold">
                                          <p:stCondLst>
                                            <p:cond delay="0"/>
                                          </p:stCondLst>
                                        </p:cTn>
                                        <p:tgtEl>
                                          <p:spTgt spid="8249"/>
                                        </p:tgtEl>
                                        <p:attrNameLst>
                                          <p:attrName>style.visibility</p:attrName>
                                        </p:attrNameLst>
                                      </p:cBhvr>
                                      <p:to>
                                        <p:strVal val="visible"/>
                                      </p:to>
                                    </p:set>
                                    <p:animEffect filter="fade" transition="in">
                                      <p:cBhvr>
                                        <p:cTn dur="500"/>
                                        <p:tgtEl>
                                          <p:spTgt spid="8249"/>
                                        </p:tgtEl>
                                      </p:cBhvr>
                                    </p:animEffect>
                                  </p:childTnLst>
                                </p:cTn>
                              </p:par>
                              <p:par>
                                <p:cTn fill="hold" nodeType="withEffect" presetClass="entr" presetID="10" presetSubtype="0">
                                  <p:stCondLst>
                                    <p:cond delay="0"/>
                                  </p:stCondLst>
                                  <p:childTnLst>
                                    <p:set>
                                      <p:cBhvr>
                                        <p:cTn dur="1" fill="hold">
                                          <p:stCondLst>
                                            <p:cond delay="0"/>
                                          </p:stCondLst>
                                        </p:cTn>
                                        <p:tgtEl>
                                          <p:spTgt spid="8258"/>
                                        </p:tgtEl>
                                        <p:attrNameLst>
                                          <p:attrName>style.visibility</p:attrName>
                                        </p:attrNameLst>
                                      </p:cBhvr>
                                      <p:to>
                                        <p:strVal val="visible"/>
                                      </p:to>
                                    </p:set>
                                    <p:animEffect filter="fade" transition="in">
                                      <p:cBhvr>
                                        <p:cTn dur="500"/>
                                        <p:tgtEl>
                                          <p:spTgt spid="8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68" name="Shape 8268"/>
        <p:cNvGrpSpPr/>
        <p:nvPr/>
      </p:nvGrpSpPr>
      <p:grpSpPr>
        <a:xfrm>
          <a:off x="0" y="0"/>
          <a:ext cx="0" cy="0"/>
          <a:chOff x="0" y="0"/>
          <a:chExt cx="0" cy="0"/>
        </a:xfrm>
      </p:grpSpPr>
      <p:pic>
        <p:nvPicPr>
          <p:cNvPr id="8269" name="Google Shape;8269;p57"/>
          <p:cNvPicPr preferRelativeResize="0"/>
          <p:nvPr/>
        </p:nvPicPr>
        <p:blipFill rotWithShape="1">
          <a:blip r:embed="rId3">
            <a:alphaModFix/>
          </a:blip>
          <a:srcRect b="0" l="0" r="0" t="0"/>
          <a:stretch/>
        </p:blipFill>
        <p:spPr>
          <a:xfrm>
            <a:off x="655093" y="671089"/>
            <a:ext cx="10922758" cy="5252742"/>
          </a:xfrm>
          <a:prstGeom prst="rect">
            <a:avLst/>
          </a:prstGeom>
          <a:noFill/>
          <a:ln>
            <a:noFill/>
          </a:ln>
        </p:spPr>
      </p:pic>
      <p:sp>
        <p:nvSpPr>
          <p:cNvPr id="8270" name="Google Shape;8270;p57"/>
          <p:cNvSpPr/>
          <p:nvPr/>
        </p:nvSpPr>
        <p:spPr>
          <a:xfrm>
            <a:off x="1445846" y="2196123"/>
            <a:ext cx="9159631" cy="1414585"/>
          </a:xfrm>
          <a:custGeom>
            <a:rect b="b" l="l" r="r" t="t"/>
            <a:pathLst>
              <a:path extrusionOk="0" h="1414585" w="9159631">
                <a:moveTo>
                  <a:pt x="39077" y="1414585"/>
                </a:moveTo>
                <a:lnTo>
                  <a:pt x="31262" y="1289539"/>
                </a:lnTo>
                <a:lnTo>
                  <a:pt x="0" y="1211385"/>
                </a:lnTo>
                <a:lnTo>
                  <a:pt x="39077" y="1148862"/>
                </a:lnTo>
                <a:lnTo>
                  <a:pt x="132862" y="1109785"/>
                </a:lnTo>
                <a:lnTo>
                  <a:pt x="242277" y="984739"/>
                </a:lnTo>
                <a:lnTo>
                  <a:pt x="296985" y="937846"/>
                </a:lnTo>
                <a:lnTo>
                  <a:pt x="375139" y="930031"/>
                </a:lnTo>
                <a:lnTo>
                  <a:pt x="445477" y="898769"/>
                </a:lnTo>
                <a:lnTo>
                  <a:pt x="523631" y="883139"/>
                </a:lnTo>
                <a:lnTo>
                  <a:pt x="601785" y="804985"/>
                </a:lnTo>
                <a:lnTo>
                  <a:pt x="687754" y="734646"/>
                </a:lnTo>
                <a:lnTo>
                  <a:pt x="726831" y="625231"/>
                </a:lnTo>
                <a:lnTo>
                  <a:pt x="804985" y="554892"/>
                </a:lnTo>
                <a:lnTo>
                  <a:pt x="828431" y="531446"/>
                </a:lnTo>
                <a:lnTo>
                  <a:pt x="930031" y="578339"/>
                </a:lnTo>
                <a:lnTo>
                  <a:pt x="930031" y="578339"/>
                </a:lnTo>
                <a:lnTo>
                  <a:pt x="1031631" y="617415"/>
                </a:lnTo>
                <a:lnTo>
                  <a:pt x="1031631" y="617415"/>
                </a:lnTo>
                <a:lnTo>
                  <a:pt x="1148862" y="601785"/>
                </a:lnTo>
                <a:lnTo>
                  <a:pt x="1148862" y="601785"/>
                </a:lnTo>
                <a:lnTo>
                  <a:pt x="1266092" y="508000"/>
                </a:lnTo>
                <a:lnTo>
                  <a:pt x="1422400" y="523631"/>
                </a:lnTo>
                <a:lnTo>
                  <a:pt x="1492739" y="593969"/>
                </a:lnTo>
                <a:lnTo>
                  <a:pt x="1672492" y="601785"/>
                </a:lnTo>
                <a:lnTo>
                  <a:pt x="1672492" y="601785"/>
                </a:lnTo>
                <a:lnTo>
                  <a:pt x="1844431" y="609600"/>
                </a:lnTo>
                <a:lnTo>
                  <a:pt x="1969477" y="593969"/>
                </a:lnTo>
                <a:lnTo>
                  <a:pt x="2008554" y="570523"/>
                </a:lnTo>
                <a:lnTo>
                  <a:pt x="2016369" y="508000"/>
                </a:lnTo>
                <a:lnTo>
                  <a:pt x="2078892" y="461108"/>
                </a:lnTo>
                <a:lnTo>
                  <a:pt x="2196123" y="453292"/>
                </a:lnTo>
                <a:lnTo>
                  <a:pt x="2274277" y="398585"/>
                </a:lnTo>
                <a:lnTo>
                  <a:pt x="2344616" y="398585"/>
                </a:lnTo>
                <a:lnTo>
                  <a:pt x="2383692" y="406400"/>
                </a:lnTo>
                <a:lnTo>
                  <a:pt x="2454031" y="367323"/>
                </a:lnTo>
                <a:lnTo>
                  <a:pt x="2563446" y="382954"/>
                </a:lnTo>
                <a:lnTo>
                  <a:pt x="2735385" y="359508"/>
                </a:lnTo>
                <a:lnTo>
                  <a:pt x="2735385" y="359508"/>
                </a:lnTo>
                <a:lnTo>
                  <a:pt x="2899508" y="351692"/>
                </a:lnTo>
                <a:lnTo>
                  <a:pt x="3118339" y="484554"/>
                </a:lnTo>
                <a:lnTo>
                  <a:pt x="3141785" y="531446"/>
                </a:lnTo>
                <a:lnTo>
                  <a:pt x="3485662" y="484554"/>
                </a:lnTo>
                <a:lnTo>
                  <a:pt x="3681046" y="515815"/>
                </a:lnTo>
                <a:lnTo>
                  <a:pt x="3915508" y="500185"/>
                </a:lnTo>
                <a:lnTo>
                  <a:pt x="4079631" y="547077"/>
                </a:lnTo>
                <a:lnTo>
                  <a:pt x="4196862" y="601785"/>
                </a:lnTo>
                <a:lnTo>
                  <a:pt x="4329723" y="617415"/>
                </a:lnTo>
                <a:lnTo>
                  <a:pt x="4415692" y="570523"/>
                </a:lnTo>
                <a:lnTo>
                  <a:pt x="4712677" y="578339"/>
                </a:lnTo>
                <a:lnTo>
                  <a:pt x="4837723" y="492369"/>
                </a:lnTo>
                <a:lnTo>
                  <a:pt x="4900246" y="468923"/>
                </a:lnTo>
                <a:lnTo>
                  <a:pt x="4939323" y="414215"/>
                </a:lnTo>
                <a:lnTo>
                  <a:pt x="5205046" y="406400"/>
                </a:lnTo>
                <a:lnTo>
                  <a:pt x="5330092" y="359508"/>
                </a:lnTo>
                <a:lnTo>
                  <a:pt x="5705231" y="367323"/>
                </a:lnTo>
                <a:lnTo>
                  <a:pt x="5838092" y="390769"/>
                </a:lnTo>
                <a:lnTo>
                  <a:pt x="5900616" y="429846"/>
                </a:lnTo>
                <a:lnTo>
                  <a:pt x="6252308" y="453292"/>
                </a:lnTo>
                <a:lnTo>
                  <a:pt x="6392985" y="382954"/>
                </a:lnTo>
                <a:lnTo>
                  <a:pt x="6557108" y="390769"/>
                </a:lnTo>
                <a:lnTo>
                  <a:pt x="6619631" y="351692"/>
                </a:lnTo>
                <a:lnTo>
                  <a:pt x="6900985" y="351692"/>
                </a:lnTo>
                <a:lnTo>
                  <a:pt x="6994769" y="382954"/>
                </a:lnTo>
                <a:lnTo>
                  <a:pt x="7119816" y="390769"/>
                </a:lnTo>
                <a:lnTo>
                  <a:pt x="7221416" y="398585"/>
                </a:lnTo>
                <a:lnTo>
                  <a:pt x="7323016" y="453292"/>
                </a:lnTo>
                <a:lnTo>
                  <a:pt x="7448062" y="445477"/>
                </a:lnTo>
                <a:lnTo>
                  <a:pt x="7721600" y="328246"/>
                </a:lnTo>
                <a:lnTo>
                  <a:pt x="7963877" y="187569"/>
                </a:lnTo>
                <a:lnTo>
                  <a:pt x="8073292" y="85969"/>
                </a:lnTo>
                <a:lnTo>
                  <a:pt x="8073292" y="85969"/>
                </a:lnTo>
                <a:lnTo>
                  <a:pt x="8088923" y="31262"/>
                </a:lnTo>
                <a:lnTo>
                  <a:pt x="8253046" y="31262"/>
                </a:lnTo>
                <a:lnTo>
                  <a:pt x="8346831" y="15631"/>
                </a:lnTo>
                <a:lnTo>
                  <a:pt x="8479692" y="39077"/>
                </a:lnTo>
                <a:lnTo>
                  <a:pt x="8565662" y="0"/>
                </a:lnTo>
                <a:lnTo>
                  <a:pt x="8721969" y="7815"/>
                </a:lnTo>
                <a:lnTo>
                  <a:pt x="8862646" y="46892"/>
                </a:lnTo>
                <a:lnTo>
                  <a:pt x="8932985" y="46892"/>
                </a:lnTo>
                <a:lnTo>
                  <a:pt x="9003323" y="109415"/>
                </a:lnTo>
                <a:lnTo>
                  <a:pt x="9018954" y="179754"/>
                </a:lnTo>
                <a:lnTo>
                  <a:pt x="9097108" y="211015"/>
                </a:lnTo>
                <a:lnTo>
                  <a:pt x="9159631" y="242277"/>
                </a:lnTo>
                <a:lnTo>
                  <a:pt x="9159631" y="242277"/>
                </a:lnTo>
              </a:path>
            </a:pathLst>
          </a:custGeom>
          <a:noFill/>
          <a:ln cap="flat" cmpd="sng" w="762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71" name="Google Shape;8271;p57"/>
          <p:cNvSpPr txBox="1"/>
          <p:nvPr/>
        </p:nvSpPr>
        <p:spPr>
          <a:xfrm>
            <a:off x="4994031" y="2985477"/>
            <a:ext cx="2000548"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4800"/>
              <a:buFont typeface="Calibri"/>
              <a:buNone/>
            </a:pPr>
            <a:r>
              <a:rPr b="0" i="0" lang="en-US" sz="4800" u="none" cap="none" strike="noStrike">
                <a:solidFill>
                  <a:srgbClr val="C00000"/>
                </a:solidFill>
                <a:latin typeface="Calibri"/>
                <a:ea typeface="Calibri"/>
                <a:cs typeface="Calibri"/>
                <a:sym typeface="Calibri"/>
              </a:rPr>
              <a:t>routing</a:t>
            </a:r>
            <a:endParaRPr b="0" i="0" sz="4800" u="none" cap="none" strike="noStrike">
              <a:solidFill>
                <a:srgbClr val="C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70"/>
                                        </p:tgtEl>
                                        <p:attrNameLst>
                                          <p:attrName>style.visibility</p:attrName>
                                        </p:attrNameLst>
                                      </p:cBhvr>
                                      <p:to>
                                        <p:strVal val="visible"/>
                                      </p:to>
                                    </p:set>
                                    <p:animEffect filter="fade" transition="in">
                                      <p:cBhvr>
                                        <p:cTn dur="3000"/>
                                        <p:tgtEl>
                                          <p:spTgt spid="8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76" name="Shape 8276"/>
        <p:cNvGrpSpPr/>
        <p:nvPr/>
      </p:nvGrpSpPr>
      <p:grpSpPr>
        <a:xfrm>
          <a:off x="0" y="0"/>
          <a:ext cx="0" cy="0"/>
          <a:chOff x="0" y="0"/>
          <a:chExt cx="0" cy="0"/>
        </a:xfrm>
      </p:grpSpPr>
      <p:pic>
        <p:nvPicPr>
          <p:cNvPr id="8277" name="Google Shape;8277;p58"/>
          <p:cNvPicPr preferRelativeResize="0"/>
          <p:nvPr/>
        </p:nvPicPr>
        <p:blipFill rotWithShape="1">
          <a:blip r:embed="rId3">
            <a:alphaModFix/>
          </a:blip>
          <a:srcRect b="0" l="0" r="0" t="0"/>
          <a:stretch/>
        </p:blipFill>
        <p:spPr>
          <a:xfrm>
            <a:off x="655093" y="671089"/>
            <a:ext cx="10922758" cy="5252742"/>
          </a:xfrm>
          <a:prstGeom prst="rect">
            <a:avLst/>
          </a:prstGeom>
          <a:noFill/>
          <a:ln>
            <a:noFill/>
          </a:ln>
        </p:spPr>
      </p:pic>
      <p:sp>
        <p:nvSpPr>
          <p:cNvPr id="8278" name="Google Shape;8278;p58"/>
          <p:cNvSpPr/>
          <p:nvPr/>
        </p:nvSpPr>
        <p:spPr>
          <a:xfrm>
            <a:off x="1445846" y="2196123"/>
            <a:ext cx="9159631" cy="1414585"/>
          </a:xfrm>
          <a:custGeom>
            <a:rect b="b" l="l" r="r" t="t"/>
            <a:pathLst>
              <a:path extrusionOk="0" h="1414585" w="9159631">
                <a:moveTo>
                  <a:pt x="39077" y="1414585"/>
                </a:moveTo>
                <a:lnTo>
                  <a:pt x="31262" y="1289539"/>
                </a:lnTo>
                <a:lnTo>
                  <a:pt x="0" y="1211385"/>
                </a:lnTo>
                <a:lnTo>
                  <a:pt x="39077" y="1148862"/>
                </a:lnTo>
                <a:lnTo>
                  <a:pt x="132862" y="1109785"/>
                </a:lnTo>
                <a:lnTo>
                  <a:pt x="242277" y="984739"/>
                </a:lnTo>
                <a:lnTo>
                  <a:pt x="296985" y="937846"/>
                </a:lnTo>
                <a:lnTo>
                  <a:pt x="375139" y="930031"/>
                </a:lnTo>
                <a:lnTo>
                  <a:pt x="445477" y="898769"/>
                </a:lnTo>
                <a:lnTo>
                  <a:pt x="523631" y="883139"/>
                </a:lnTo>
                <a:lnTo>
                  <a:pt x="601785" y="804985"/>
                </a:lnTo>
                <a:lnTo>
                  <a:pt x="687754" y="734646"/>
                </a:lnTo>
                <a:lnTo>
                  <a:pt x="726831" y="625231"/>
                </a:lnTo>
                <a:lnTo>
                  <a:pt x="804985" y="554892"/>
                </a:lnTo>
                <a:lnTo>
                  <a:pt x="828431" y="531446"/>
                </a:lnTo>
                <a:lnTo>
                  <a:pt x="930031" y="578339"/>
                </a:lnTo>
                <a:lnTo>
                  <a:pt x="930031" y="578339"/>
                </a:lnTo>
                <a:lnTo>
                  <a:pt x="1031631" y="617415"/>
                </a:lnTo>
                <a:lnTo>
                  <a:pt x="1031631" y="617415"/>
                </a:lnTo>
                <a:lnTo>
                  <a:pt x="1148862" y="601785"/>
                </a:lnTo>
                <a:lnTo>
                  <a:pt x="1148862" y="601785"/>
                </a:lnTo>
                <a:lnTo>
                  <a:pt x="1266092" y="508000"/>
                </a:lnTo>
                <a:lnTo>
                  <a:pt x="1422400" y="523631"/>
                </a:lnTo>
                <a:lnTo>
                  <a:pt x="1492739" y="593969"/>
                </a:lnTo>
                <a:lnTo>
                  <a:pt x="1672492" y="601785"/>
                </a:lnTo>
                <a:lnTo>
                  <a:pt x="1672492" y="601785"/>
                </a:lnTo>
                <a:lnTo>
                  <a:pt x="1844431" y="609600"/>
                </a:lnTo>
                <a:lnTo>
                  <a:pt x="1969477" y="593969"/>
                </a:lnTo>
                <a:lnTo>
                  <a:pt x="2008554" y="570523"/>
                </a:lnTo>
                <a:lnTo>
                  <a:pt x="2016369" y="508000"/>
                </a:lnTo>
                <a:lnTo>
                  <a:pt x="2078892" y="461108"/>
                </a:lnTo>
                <a:lnTo>
                  <a:pt x="2196123" y="453292"/>
                </a:lnTo>
                <a:lnTo>
                  <a:pt x="2274277" y="398585"/>
                </a:lnTo>
                <a:lnTo>
                  <a:pt x="2344616" y="398585"/>
                </a:lnTo>
                <a:lnTo>
                  <a:pt x="2383692" y="406400"/>
                </a:lnTo>
                <a:lnTo>
                  <a:pt x="2454031" y="367323"/>
                </a:lnTo>
                <a:lnTo>
                  <a:pt x="2563446" y="382954"/>
                </a:lnTo>
                <a:lnTo>
                  <a:pt x="2735385" y="359508"/>
                </a:lnTo>
                <a:lnTo>
                  <a:pt x="2735385" y="359508"/>
                </a:lnTo>
                <a:lnTo>
                  <a:pt x="2899508" y="351692"/>
                </a:lnTo>
                <a:lnTo>
                  <a:pt x="3118339" y="484554"/>
                </a:lnTo>
                <a:lnTo>
                  <a:pt x="3141785" y="531446"/>
                </a:lnTo>
                <a:lnTo>
                  <a:pt x="3485662" y="484554"/>
                </a:lnTo>
                <a:lnTo>
                  <a:pt x="3681046" y="515815"/>
                </a:lnTo>
                <a:lnTo>
                  <a:pt x="3915508" y="500185"/>
                </a:lnTo>
                <a:lnTo>
                  <a:pt x="4079631" y="547077"/>
                </a:lnTo>
                <a:lnTo>
                  <a:pt x="4196862" y="601785"/>
                </a:lnTo>
                <a:lnTo>
                  <a:pt x="4329723" y="617415"/>
                </a:lnTo>
                <a:lnTo>
                  <a:pt x="4415692" y="570523"/>
                </a:lnTo>
                <a:lnTo>
                  <a:pt x="4712677" y="578339"/>
                </a:lnTo>
                <a:lnTo>
                  <a:pt x="4837723" y="492369"/>
                </a:lnTo>
                <a:lnTo>
                  <a:pt x="4900246" y="468923"/>
                </a:lnTo>
                <a:lnTo>
                  <a:pt x="4939323" y="414215"/>
                </a:lnTo>
                <a:lnTo>
                  <a:pt x="5205046" y="406400"/>
                </a:lnTo>
                <a:lnTo>
                  <a:pt x="5330092" y="359508"/>
                </a:lnTo>
                <a:lnTo>
                  <a:pt x="5705231" y="367323"/>
                </a:lnTo>
                <a:lnTo>
                  <a:pt x="5838092" y="390769"/>
                </a:lnTo>
                <a:lnTo>
                  <a:pt x="5900616" y="429846"/>
                </a:lnTo>
                <a:lnTo>
                  <a:pt x="6252308" y="453292"/>
                </a:lnTo>
                <a:lnTo>
                  <a:pt x="6392985" y="382954"/>
                </a:lnTo>
                <a:lnTo>
                  <a:pt x="6557108" y="390769"/>
                </a:lnTo>
                <a:lnTo>
                  <a:pt x="6619631" y="351692"/>
                </a:lnTo>
                <a:lnTo>
                  <a:pt x="6900985" y="351692"/>
                </a:lnTo>
                <a:lnTo>
                  <a:pt x="6994769" y="382954"/>
                </a:lnTo>
                <a:lnTo>
                  <a:pt x="7119816" y="390769"/>
                </a:lnTo>
                <a:lnTo>
                  <a:pt x="7221416" y="398585"/>
                </a:lnTo>
                <a:lnTo>
                  <a:pt x="7323016" y="453292"/>
                </a:lnTo>
                <a:lnTo>
                  <a:pt x="7448062" y="445477"/>
                </a:lnTo>
                <a:lnTo>
                  <a:pt x="7721600" y="328246"/>
                </a:lnTo>
                <a:lnTo>
                  <a:pt x="7963877" y="187569"/>
                </a:lnTo>
                <a:lnTo>
                  <a:pt x="8073292" y="85969"/>
                </a:lnTo>
                <a:lnTo>
                  <a:pt x="8073292" y="85969"/>
                </a:lnTo>
                <a:lnTo>
                  <a:pt x="8088923" y="31262"/>
                </a:lnTo>
                <a:lnTo>
                  <a:pt x="8253046" y="31262"/>
                </a:lnTo>
                <a:lnTo>
                  <a:pt x="8346831" y="15631"/>
                </a:lnTo>
                <a:lnTo>
                  <a:pt x="8479692" y="39077"/>
                </a:lnTo>
                <a:lnTo>
                  <a:pt x="8565662" y="0"/>
                </a:lnTo>
                <a:lnTo>
                  <a:pt x="8721969" y="7815"/>
                </a:lnTo>
                <a:lnTo>
                  <a:pt x="8862646" y="46892"/>
                </a:lnTo>
                <a:lnTo>
                  <a:pt x="8932985" y="46892"/>
                </a:lnTo>
                <a:lnTo>
                  <a:pt x="9003323" y="109415"/>
                </a:lnTo>
                <a:lnTo>
                  <a:pt x="9018954" y="179754"/>
                </a:lnTo>
                <a:lnTo>
                  <a:pt x="9097108" y="211015"/>
                </a:lnTo>
                <a:lnTo>
                  <a:pt x="9159631" y="242277"/>
                </a:lnTo>
                <a:lnTo>
                  <a:pt x="9159631" y="242277"/>
                </a:lnTo>
              </a:path>
            </a:pathLst>
          </a:custGeom>
          <a:noFill/>
          <a:ln cap="flat" cmpd="sng" w="762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279" name="Google Shape;8279;p58"/>
          <p:cNvGrpSpPr/>
          <p:nvPr/>
        </p:nvGrpSpPr>
        <p:grpSpPr>
          <a:xfrm>
            <a:off x="1527142" y="1131216"/>
            <a:ext cx="2243580" cy="2158739"/>
            <a:chOff x="1527142" y="1131216"/>
            <a:chExt cx="2243580" cy="2158739"/>
          </a:xfrm>
        </p:grpSpPr>
        <p:pic>
          <p:nvPicPr>
            <p:cNvPr descr="A close up of a map&#10;&#10;Description automatically generated" id="8280" name="Google Shape;8280;p58"/>
            <p:cNvPicPr preferRelativeResize="0"/>
            <p:nvPr/>
          </p:nvPicPr>
          <p:blipFill rotWithShape="1">
            <a:blip r:embed="rId4">
              <a:alphaModFix/>
            </a:blip>
            <a:srcRect b="0" l="0" r="0" t="0"/>
            <a:stretch/>
          </p:blipFill>
          <p:spPr>
            <a:xfrm>
              <a:off x="1668543" y="1163561"/>
              <a:ext cx="2078994" cy="1787029"/>
            </a:xfrm>
            <a:prstGeom prst="rect">
              <a:avLst/>
            </a:prstGeom>
            <a:noFill/>
            <a:ln>
              <a:noFill/>
            </a:ln>
          </p:spPr>
        </p:pic>
        <p:sp>
          <p:nvSpPr>
            <p:cNvPr id="8281" name="Google Shape;8281;p58"/>
            <p:cNvSpPr/>
            <p:nvPr/>
          </p:nvSpPr>
          <p:spPr>
            <a:xfrm>
              <a:off x="1527142" y="1131216"/>
              <a:ext cx="2243580" cy="2158739"/>
            </a:xfrm>
            <a:custGeom>
              <a:rect b="b" l="l" r="r" t="t"/>
              <a:pathLst>
                <a:path extrusionOk="0" h="2158739" w="2243580">
                  <a:moveTo>
                    <a:pt x="0" y="2158739"/>
                  </a:moveTo>
                  <a:cubicBezTo>
                    <a:pt x="84842" y="1552281"/>
                    <a:pt x="94268" y="719580"/>
                    <a:pt x="141402" y="0"/>
                  </a:cubicBezTo>
                  <a:lnTo>
                    <a:pt x="160256" y="1800520"/>
                  </a:lnTo>
                  <a:lnTo>
                    <a:pt x="2243580" y="1781666"/>
                  </a:lnTo>
                  <a:cubicBezTo>
                    <a:pt x="656735" y="1973345"/>
                    <a:pt x="568751" y="1995341"/>
                    <a:pt x="0" y="2158739"/>
                  </a:cubicBezTo>
                  <a:close/>
                </a:path>
              </a:pathLst>
            </a:custGeom>
            <a:gradFill>
              <a:gsLst>
                <a:gs pos="0">
                  <a:schemeClr val="lt1"/>
                </a:gs>
                <a:gs pos="48000">
                  <a:srgbClr val="D6DCE0"/>
                </a:gs>
                <a:gs pos="100000">
                  <a:srgbClr val="595959"/>
                </a:gs>
              </a:gsLst>
              <a:lin ang="14400000" scaled="0"/>
            </a:gradFill>
            <a:ln cap="flat" cmpd="sng" w="1270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8282" name="Google Shape;8282;p58"/>
          <p:cNvSpPr txBox="1"/>
          <p:nvPr/>
        </p:nvSpPr>
        <p:spPr>
          <a:xfrm>
            <a:off x="1649047" y="2813539"/>
            <a:ext cx="223067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600"/>
              <a:buFont typeface="Calibri"/>
              <a:buNone/>
            </a:pPr>
            <a:r>
              <a:rPr b="0" i="0" lang="en-US" sz="3600" u="none" cap="none" strike="noStrike">
                <a:solidFill>
                  <a:srgbClr val="C00000"/>
                </a:solidFill>
                <a:latin typeface="Calibri"/>
                <a:ea typeface="Calibri"/>
                <a:cs typeface="Calibri"/>
                <a:sym typeface="Calibri"/>
              </a:rPr>
              <a:t>forwarding</a:t>
            </a:r>
            <a:endParaRPr b="0" i="0" sz="3600" u="none" cap="none" strike="noStrike">
              <a:solidFill>
                <a:srgbClr val="C00000"/>
              </a:solidFill>
              <a:latin typeface="Calibri"/>
              <a:ea typeface="Calibri"/>
              <a:cs typeface="Calibri"/>
              <a:sym typeface="Calibri"/>
            </a:endParaRPr>
          </a:p>
        </p:txBody>
      </p:sp>
      <p:grpSp>
        <p:nvGrpSpPr>
          <p:cNvPr id="8283" name="Google Shape;8283;p58"/>
          <p:cNvGrpSpPr/>
          <p:nvPr/>
        </p:nvGrpSpPr>
        <p:grpSpPr>
          <a:xfrm>
            <a:off x="8758797" y="2608289"/>
            <a:ext cx="2771818" cy="2930576"/>
            <a:chOff x="8758797" y="2608289"/>
            <a:chExt cx="2771818" cy="2930576"/>
          </a:xfrm>
        </p:grpSpPr>
        <p:pic>
          <p:nvPicPr>
            <p:cNvPr id="8284" name="Google Shape;8284;p58"/>
            <p:cNvPicPr preferRelativeResize="0"/>
            <p:nvPr/>
          </p:nvPicPr>
          <p:blipFill rotWithShape="1">
            <a:blip r:embed="rId5">
              <a:alphaModFix/>
            </a:blip>
            <a:srcRect b="0" l="0" r="0" t="0"/>
            <a:stretch/>
          </p:blipFill>
          <p:spPr>
            <a:xfrm>
              <a:off x="8758797" y="2998032"/>
              <a:ext cx="2771818" cy="2540833"/>
            </a:xfrm>
            <a:prstGeom prst="rect">
              <a:avLst/>
            </a:prstGeom>
            <a:noFill/>
            <a:ln>
              <a:noFill/>
            </a:ln>
          </p:spPr>
        </p:pic>
        <p:sp>
          <p:nvSpPr>
            <p:cNvPr id="8285" name="Google Shape;8285;p58"/>
            <p:cNvSpPr/>
            <p:nvPr/>
          </p:nvSpPr>
          <p:spPr>
            <a:xfrm>
              <a:off x="8769246" y="2608289"/>
              <a:ext cx="2683239" cy="404734"/>
            </a:xfrm>
            <a:custGeom>
              <a:rect b="b" l="l" r="r" t="t"/>
              <a:pathLst>
                <a:path extrusionOk="0" h="404734" w="2683239">
                  <a:moveTo>
                    <a:pt x="239843" y="0"/>
                  </a:moveTo>
                  <a:cubicBezTo>
                    <a:pt x="234846" y="164891"/>
                    <a:pt x="259830" y="209862"/>
                    <a:pt x="0" y="404734"/>
                  </a:cubicBezTo>
                  <a:lnTo>
                    <a:pt x="2683239" y="389744"/>
                  </a:lnTo>
                  <a:cubicBezTo>
                    <a:pt x="969364" y="244839"/>
                    <a:pt x="1054308" y="189876"/>
                    <a:pt x="239843" y="0"/>
                  </a:cubicBezTo>
                  <a:close/>
                </a:path>
              </a:pathLst>
            </a:custGeom>
            <a:gradFill>
              <a:gsLst>
                <a:gs pos="0">
                  <a:srgbClr val="F5F7FC"/>
                </a:gs>
                <a:gs pos="100000">
                  <a:srgbClr val="A5A5A5"/>
                </a:gs>
              </a:gsLst>
              <a:lin ang="5400000" scaled="0"/>
            </a:gradFill>
            <a:ln cap="flat" cmpd="sng" w="1270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8286" name="Google Shape;8286;p58"/>
          <p:cNvSpPr txBox="1"/>
          <p:nvPr/>
        </p:nvSpPr>
        <p:spPr>
          <a:xfrm>
            <a:off x="9032426" y="2448581"/>
            <a:ext cx="223067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600"/>
              <a:buFont typeface="Calibri"/>
              <a:buNone/>
            </a:pPr>
            <a:r>
              <a:rPr b="0" i="0" lang="en-US" sz="3600" u="none" cap="none" strike="noStrike">
                <a:solidFill>
                  <a:srgbClr val="C00000"/>
                </a:solidFill>
                <a:latin typeface="Calibri"/>
                <a:ea typeface="Calibri"/>
                <a:cs typeface="Calibri"/>
                <a:sym typeface="Calibri"/>
              </a:rPr>
              <a:t>forwarding</a:t>
            </a:r>
            <a:endParaRPr b="0" i="0" sz="3600" u="none" cap="none" strike="noStrike">
              <a:solidFill>
                <a:srgbClr val="C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79"/>
                                        </p:tgtEl>
                                        <p:attrNameLst>
                                          <p:attrName>style.visibility</p:attrName>
                                        </p:attrNameLst>
                                      </p:cBhvr>
                                      <p:to>
                                        <p:strVal val="visible"/>
                                      </p:to>
                                    </p:set>
                                    <p:animEffect filter="fade" transition="in">
                                      <p:cBhvr>
                                        <p:cTn dur="500"/>
                                        <p:tgtEl>
                                          <p:spTgt spid="8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3"/>
                                        </p:tgtEl>
                                        <p:attrNameLst>
                                          <p:attrName>style.visibility</p:attrName>
                                        </p:attrNameLst>
                                      </p:cBhvr>
                                      <p:to>
                                        <p:strVal val="visible"/>
                                      </p:to>
                                    </p:set>
                                    <p:animEffect filter="fade" transition="in">
                                      <p:cBhvr>
                                        <p:cTn dur="500"/>
                                        <p:tgtEl>
                                          <p:spTgt spid="8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6"/>
                                        </p:tgtEl>
                                        <p:attrNameLst>
                                          <p:attrName>style.visibility</p:attrName>
                                        </p:attrNameLst>
                                      </p:cBhvr>
                                      <p:to>
                                        <p:strVal val="visible"/>
                                      </p:to>
                                    </p:set>
                                    <p:animEffect filter="fade" transition="in">
                                      <p:cBhvr>
                                        <p:cTn dur="500"/>
                                        <p:tgtEl>
                                          <p:spTgt spid="8286"/>
                                        </p:tgtEl>
                                      </p:cBhvr>
                                    </p:animEffect>
                                  </p:childTnLst>
                                </p:cTn>
                              </p:par>
                              <p:par>
                                <p:cTn fill="hold" nodeType="withEffect" presetClass="entr" presetID="10" presetSubtype="0">
                                  <p:stCondLst>
                                    <p:cond delay="0"/>
                                  </p:stCondLst>
                                  <p:childTnLst>
                                    <p:set>
                                      <p:cBhvr>
                                        <p:cTn dur="1" fill="hold">
                                          <p:stCondLst>
                                            <p:cond delay="0"/>
                                          </p:stCondLst>
                                        </p:cTn>
                                        <p:tgtEl>
                                          <p:spTgt spid="8282"/>
                                        </p:tgtEl>
                                        <p:attrNameLst>
                                          <p:attrName>style.visibility</p:attrName>
                                        </p:attrNameLst>
                                      </p:cBhvr>
                                      <p:to>
                                        <p:strVal val="visible"/>
                                      </p:to>
                                    </p:set>
                                    <p:animEffect filter="fade" transition="in">
                                      <p:cBhvr>
                                        <p:cTn dur="500"/>
                                        <p:tgtEl>
                                          <p:spTgt spid="8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1" name="Shape 8291"/>
        <p:cNvGrpSpPr/>
        <p:nvPr/>
      </p:nvGrpSpPr>
      <p:grpSpPr>
        <a:xfrm>
          <a:off x="0" y="0"/>
          <a:ext cx="0" cy="0"/>
          <a:chOff x="0" y="0"/>
          <a:chExt cx="0" cy="0"/>
        </a:xfrm>
      </p:grpSpPr>
      <p:sp>
        <p:nvSpPr>
          <p:cNvPr id="8292" name="Google Shape;8292;p59"/>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Packet-switching: store-and-forward</a:t>
            </a:r>
            <a:endParaRPr/>
          </a:p>
        </p:txBody>
      </p:sp>
      <p:sp>
        <p:nvSpPr>
          <p:cNvPr id="8293" name="Google Shape;8293;p59"/>
          <p:cNvSpPr txBox="1"/>
          <p:nvPr>
            <p:ph idx="1" type="body"/>
          </p:nvPr>
        </p:nvSpPr>
        <p:spPr>
          <a:xfrm>
            <a:off x="546246" y="3960083"/>
            <a:ext cx="7063421" cy="1805286"/>
          </a:xfrm>
          <a:prstGeom prst="rect">
            <a:avLst/>
          </a:prstGeom>
          <a:noFill/>
          <a:ln>
            <a:noFill/>
          </a:ln>
        </p:spPr>
        <p:txBody>
          <a:bodyPr anchorCtr="0" anchor="t" bIns="45700" lIns="91425" spcFirstLastPara="1" rIns="91425" wrap="square" tIns="45700">
            <a:noAutofit/>
          </a:bodyPr>
          <a:lstStyle/>
          <a:p>
            <a:pPr indent="-287655" lvl="0" marL="287655" rtl="0" algn="l">
              <a:lnSpc>
                <a:spcPct val="90000"/>
              </a:lnSpc>
              <a:spcBef>
                <a:spcPts val="0"/>
              </a:spcBef>
              <a:spcAft>
                <a:spcPts val="0"/>
              </a:spcAft>
              <a:buSzPts val="2600"/>
              <a:buChar char="▪"/>
            </a:pPr>
            <a:r>
              <a:rPr lang="en-US" sz="2600">
                <a:solidFill>
                  <a:srgbClr val="C00000"/>
                </a:solidFill>
              </a:rPr>
              <a:t>packet transmission delay: </a:t>
            </a:r>
            <a:r>
              <a:rPr lang="en-US" sz="2600"/>
              <a:t>takes </a:t>
            </a:r>
            <a:r>
              <a:rPr i="1" lang="en-US" sz="2600"/>
              <a:t>L</a:t>
            </a:r>
            <a:r>
              <a:rPr lang="en-US" sz="2600"/>
              <a:t>/</a:t>
            </a:r>
            <a:r>
              <a:rPr i="1" lang="en-US" sz="2600"/>
              <a:t>R</a:t>
            </a:r>
            <a:r>
              <a:rPr lang="en-US" sz="2600"/>
              <a:t> seconds to transmit (push out) </a:t>
            </a:r>
            <a:r>
              <a:rPr i="1" lang="en-US" sz="2600"/>
              <a:t>L</a:t>
            </a:r>
            <a:r>
              <a:rPr lang="en-US" sz="2600"/>
              <a:t>-bit packet into link at </a:t>
            </a:r>
            <a:r>
              <a:rPr i="1" lang="en-US" sz="2600"/>
              <a:t>R</a:t>
            </a:r>
            <a:r>
              <a:rPr lang="en-US" sz="2600"/>
              <a:t> bps</a:t>
            </a:r>
            <a:endParaRPr sz="2600"/>
          </a:p>
          <a:p>
            <a:pPr indent="-287655" lvl="0" marL="287655" rtl="0" algn="l">
              <a:lnSpc>
                <a:spcPct val="90000"/>
              </a:lnSpc>
              <a:spcBef>
                <a:spcPts val="1000"/>
              </a:spcBef>
              <a:spcAft>
                <a:spcPts val="0"/>
              </a:spcAft>
              <a:buSzPts val="2600"/>
              <a:buChar char="▪"/>
            </a:pPr>
            <a:r>
              <a:rPr i="1" lang="en-US" sz="2600">
                <a:solidFill>
                  <a:srgbClr val="CC0000"/>
                </a:solidFill>
              </a:rPr>
              <a:t>store and forward:</a:t>
            </a:r>
            <a:r>
              <a:rPr i="1" lang="en-US" sz="2600">
                <a:solidFill>
                  <a:srgbClr val="FF0000"/>
                </a:solidFill>
              </a:rPr>
              <a:t> </a:t>
            </a:r>
            <a:r>
              <a:rPr i="1" lang="en-US" sz="2600"/>
              <a:t>entire</a:t>
            </a:r>
            <a:r>
              <a:rPr lang="en-US" sz="2600"/>
              <a:t> packet must  arrive at router before it can be transmitted on next link</a:t>
            </a:r>
            <a:endParaRPr/>
          </a:p>
          <a:p>
            <a:pPr indent="-109854" lvl="0" marL="287655" rtl="0" algn="l">
              <a:lnSpc>
                <a:spcPct val="90000"/>
              </a:lnSpc>
              <a:spcBef>
                <a:spcPts val="400"/>
              </a:spcBef>
              <a:spcAft>
                <a:spcPts val="0"/>
              </a:spcAft>
              <a:buSzPts val="2800"/>
              <a:buNone/>
            </a:pPr>
            <a:r>
              <a:t/>
            </a:r>
            <a:endParaRPr/>
          </a:p>
          <a:p>
            <a:pPr indent="0" lvl="0" marL="174625" rtl="0" algn="l">
              <a:lnSpc>
                <a:spcPct val="90000"/>
              </a:lnSpc>
              <a:spcBef>
                <a:spcPts val="400"/>
              </a:spcBef>
              <a:spcAft>
                <a:spcPts val="0"/>
              </a:spcAft>
              <a:buSzPts val="2100"/>
              <a:buNone/>
            </a:pPr>
            <a:r>
              <a:t/>
            </a:r>
            <a:endParaRPr/>
          </a:p>
          <a:p>
            <a:pPr indent="-44450" lvl="0" marL="352425" rtl="0" algn="l">
              <a:lnSpc>
                <a:spcPct val="90000"/>
              </a:lnSpc>
              <a:spcBef>
                <a:spcPts val="400"/>
              </a:spcBef>
              <a:spcAft>
                <a:spcPts val="0"/>
              </a:spcAft>
              <a:buSzPts val="2800"/>
              <a:buNone/>
            </a:pPr>
            <a:r>
              <a:t/>
            </a:r>
            <a:endParaRPr/>
          </a:p>
        </p:txBody>
      </p:sp>
      <p:sp>
        <p:nvSpPr>
          <p:cNvPr id="8294" name="Google Shape;8294;p59"/>
          <p:cNvSpPr txBox="1"/>
          <p:nvPr/>
        </p:nvSpPr>
        <p:spPr>
          <a:xfrm>
            <a:off x="2329483" y="2650664"/>
            <a:ext cx="88197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source</a:t>
            </a:r>
            <a:endParaRPr b="0" i="0" sz="2000" u="none" cap="none" strike="noStrike">
              <a:solidFill>
                <a:srgbClr val="000000"/>
              </a:solidFill>
              <a:latin typeface="Calibri"/>
              <a:ea typeface="Calibri"/>
              <a:cs typeface="Calibri"/>
              <a:sym typeface="Calibri"/>
            </a:endParaRPr>
          </a:p>
        </p:txBody>
      </p:sp>
      <p:grpSp>
        <p:nvGrpSpPr>
          <p:cNvPr id="8295" name="Google Shape;8295;p59"/>
          <p:cNvGrpSpPr/>
          <p:nvPr/>
        </p:nvGrpSpPr>
        <p:grpSpPr>
          <a:xfrm>
            <a:off x="3152334" y="2565134"/>
            <a:ext cx="1074738" cy="595118"/>
            <a:chOff x="1816230" y="5881653"/>
            <a:chExt cx="1843339" cy="976347"/>
          </a:xfrm>
        </p:grpSpPr>
        <p:pic>
          <p:nvPicPr>
            <p:cNvPr id="8296" name="Google Shape;8296;p59"/>
            <p:cNvPicPr preferRelativeResize="0"/>
            <p:nvPr/>
          </p:nvPicPr>
          <p:blipFill rotWithShape="1">
            <a:blip r:embed="rId3">
              <a:alphaModFix/>
            </a:blip>
            <a:srcRect b="0" l="0" r="0" t="0"/>
            <a:stretch/>
          </p:blipFill>
          <p:spPr>
            <a:xfrm>
              <a:off x="1816230" y="6144002"/>
              <a:ext cx="1843339" cy="713998"/>
            </a:xfrm>
            <a:prstGeom prst="rect">
              <a:avLst/>
            </a:prstGeom>
            <a:noFill/>
            <a:ln>
              <a:noFill/>
            </a:ln>
          </p:spPr>
        </p:pic>
        <p:sp>
          <p:nvSpPr>
            <p:cNvPr id="8297" name="Google Shape;8297;p59"/>
            <p:cNvSpPr/>
            <p:nvPr/>
          </p:nvSpPr>
          <p:spPr>
            <a:xfrm rot="1049095">
              <a:off x="1947488" y="6118900"/>
              <a:ext cx="1650399" cy="462656"/>
            </a:xfrm>
            <a:prstGeom prst="rect">
              <a:avLst/>
            </a:prstGeom>
            <a:gradFill>
              <a:gsLst>
                <a:gs pos="0">
                  <a:srgbClr val="FFFFFF"/>
                </a:gs>
                <a:gs pos="50000">
                  <a:srgbClr val="FFFFFF"/>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cxnSp>
        <p:nvCxnSpPr>
          <p:cNvPr id="8298" name="Google Shape;8298;p59"/>
          <p:cNvCxnSpPr/>
          <p:nvPr/>
        </p:nvCxnSpPr>
        <p:spPr>
          <a:xfrm>
            <a:off x="4115946" y="2845927"/>
            <a:ext cx="1738312" cy="0"/>
          </a:xfrm>
          <a:prstGeom prst="straightConnector1">
            <a:avLst/>
          </a:prstGeom>
          <a:noFill/>
          <a:ln cap="flat" cmpd="sng" w="19050">
            <a:solidFill>
              <a:srgbClr val="000000"/>
            </a:solidFill>
            <a:prstDash val="solid"/>
            <a:round/>
            <a:headEnd len="sm" w="sm" type="none"/>
            <a:tailEnd len="sm" w="sm" type="none"/>
          </a:ln>
        </p:spPr>
      </p:cxnSp>
      <p:grpSp>
        <p:nvGrpSpPr>
          <p:cNvPr id="8299" name="Google Shape;8299;p59"/>
          <p:cNvGrpSpPr/>
          <p:nvPr/>
        </p:nvGrpSpPr>
        <p:grpSpPr>
          <a:xfrm>
            <a:off x="5462146" y="2658602"/>
            <a:ext cx="1058862" cy="384175"/>
            <a:chOff x="5142253" y="5649029"/>
            <a:chExt cx="1304545" cy="695633"/>
          </a:xfrm>
        </p:grpSpPr>
        <p:grpSp>
          <p:nvGrpSpPr>
            <p:cNvPr id="8300" name="Google Shape;8300;p59"/>
            <p:cNvGrpSpPr/>
            <p:nvPr/>
          </p:nvGrpSpPr>
          <p:grpSpPr>
            <a:xfrm>
              <a:off x="5147271" y="5649029"/>
              <a:ext cx="1276350" cy="695633"/>
              <a:chOff x="4981575" y="5851547"/>
              <a:chExt cx="1276350" cy="695633"/>
            </a:xfrm>
          </p:grpSpPr>
          <p:pic>
            <p:nvPicPr>
              <p:cNvPr id="8301" name="Google Shape;8301;p59"/>
              <p:cNvPicPr preferRelativeResize="0"/>
              <p:nvPr/>
            </p:nvPicPr>
            <p:blipFill rotWithShape="1">
              <a:blip r:embed="rId4">
                <a:alphaModFix/>
              </a:blip>
              <a:srcRect b="0" l="0" r="0" t="0"/>
              <a:stretch/>
            </p:blipFill>
            <p:spPr>
              <a:xfrm>
                <a:off x="4981575" y="5944151"/>
                <a:ext cx="1276350" cy="603029"/>
              </a:xfrm>
              <a:prstGeom prst="rect">
                <a:avLst/>
              </a:prstGeom>
              <a:noFill/>
              <a:ln>
                <a:noFill/>
              </a:ln>
            </p:spPr>
          </p:pic>
          <p:sp>
            <p:nvSpPr>
              <p:cNvPr id="8302" name="Google Shape;8302;p59"/>
              <p:cNvSpPr/>
              <p:nvPr/>
            </p:nvSpPr>
            <p:spPr>
              <a:xfrm>
                <a:off x="6065959" y="6205112"/>
                <a:ext cx="44985" cy="224212"/>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303" name="Google Shape;8303;p59"/>
              <p:cNvSpPr/>
              <p:nvPr/>
            </p:nvSpPr>
            <p:spPr>
              <a:xfrm>
                <a:off x="5178008" y="6228108"/>
                <a:ext cx="62587" cy="224212"/>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304" name="Google Shape;8304;p59"/>
              <p:cNvSpPr/>
              <p:nvPr/>
            </p:nvSpPr>
            <p:spPr>
              <a:xfrm>
                <a:off x="5023497" y="5851547"/>
                <a:ext cx="1196974" cy="494417"/>
              </a:xfrm>
              <a:prstGeom prst="ellipse">
                <a:avLst/>
              </a:prstGeom>
              <a:solidFill>
                <a:srgbClr val="EAEA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sp>
          <p:nvSpPr>
            <p:cNvPr id="8305" name="Google Shape;8305;p59"/>
            <p:cNvSpPr/>
            <p:nvPr/>
          </p:nvSpPr>
          <p:spPr>
            <a:xfrm>
              <a:off x="6360741" y="5695021"/>
              <a:ext cx="86057" cy="12647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306" name="Google Shape;8306;p59"/>
            <p:cNvSpPr/>
            <p:nvPr/>
          </p:nvSpPr>
          <p:spPr>
            <a:xfrm>
              <a:off x="5142253" y="5700770"/>
              <a:ext cx="86057" cy="12647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8307" name="Google Shape;8307;p59"/>
          <p:cNvGrpSpPr/>
          <p:nvPr/>
        </p:nvGrpSpPr>
        <p:grpSpPr>
          <a:xfrm>
            <a:off x="5416108" y="1579102"/>
            <a:ext cx="1092200" cy="303212"/>
            <a:chOff x="5128542" y="4838701"/>
            <a:chExt cx="1300833" cy="530211"/>
          </a:xfrm>
        </p:grpSpPr>
        <p:pic>
          <p:nvPicPr>
            <p:cNvPr id="8308" name="Google Shape;8308;p59"/>
            <p:cNvPicPr preferRelativeResize="0"/>
            <p:nvPr/>
          </p:nvPicPr>
          <p:blipFill rotWithShape="1">
            <a:blip r:embed="rId5">
              <a:alphaModFix/>
            </a:blip>
            <a:srcRect b="0" l="0" r="0" t="0"/>
            <a:stretch/>
          </p:blipFill>
          <p:spPr>
            <a:xfrm>
              <a:off x="5128542" y="4838701"/>
              <a:ext cx="1300833" cy="491347"/>
            </a:xfrm>
            <a:prstGeom prst="rect">
              <a:avLst/>
            </a:prstGeom>
            <a:noFill/>
            <a:ln>
              <a:noFill/>
            </a:ln>
          </p:spPr>
        </p:pic>
        <p:sp>
          <p:nvSpPr>
            <p:cNvPr id="8309" name="Google Shape;8309;p59"/>
            <p:cNvSpPr/>
            <p:nvPr/>
          </p:nvSpPr>
          <p:spPr>
            <a:xfrm>
              <a:off x="6327275" y="5219009"/>
              <a:ext cx="86974" cy="12769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310" name="Google Shape;8310;p59"/>
            <p:cNvSpPr/>
            <p:nvPr/>
          </p:nvSpPr>
          <p:spPr>
            <a:xfrm>
              <a:off x="5158794" y="5241217"/>
              <a:ext cx="86974" cy="12769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8311" name="Google Shape;8311;p59"/>
          <p:cNvGrpSpPr/>
          <p:nvPr/>
        </p:nvGrpSpPr>
        <p:grpSpPr>
          <a:xfrm>
            <a:off x="3317982" y="1241761"/>
            <a:ext cx="1122852" cy="737772"/>
            <a:chOff x="2363111" y="4309243"/>
            <a:chExt cx="1821512" cy="1441161"/>
          </a:xfrm>
        </p:grpSpPr>
        <p:pic>
          <p:nvPicPr>
            <p:cNvPr id="8312" name="Google Shape;8312;p59"/>
            <p:cNvPicPr preferRelativeResize="0"/>
            <p:nvPr/>
          </p:nvPicPr>
          <p:blipFill rotWithShape="1">
            <a:blip r:embed="rId6">
              <a:alphaModFix/>
            </a:blip>
            <a:srcRect b="0" l="0" r="0" t="0"/>
            <a:stretch/>
          </p:blipFill>
          <p:spPr>
            <a:xfrm>
              <a:off x="2583481" y="4309243"/>
              <a:ext cx="1285463" cy="1282262"/>
            </a:xfrm>
            <a:prstGeom prst="rect">
              <a:avLst/>
            </a:prstGeom>
            <a:noFill/>
            <a:ln>
              <a:noFill/>
            </a:ln>
          </p:spPr>
        </p:pic>
        <p:sp>
          <p:nvSpPr>
            <p:cNvPr id="8313" name="Google Shape;8313;p59"/>
            <p:cNvSpPr/>
            <p:nvPr/>
          </p:nvSpPr>
          <p:spPr>
            <a:xfrm rot="-9998178">
              <a:off x="2387973" y="5128665"/>
              <a:ext cx="1771787" cy="422704"/>
            </a:xfrm>
            <a:prstGeom prst="rect">
              <a:avLst/>
            </a:prstGeom>
            <a:gradFill>
              <a:gsLst>
                <a:gs pos="0">
                  <a:srgbClr val="FFFFFF"/>
                </a:gs>
                <a:gs pos="50000">
                  <a:srgbClr val="FFFFFF"/>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sp>
        <p:nvSpPr>
          <p:cNvPr id="8314" name="Google Shape;8314;p59"/>
          <p:cNvSpPr txBox="1"/>
          <p:nvPr/>
        </p:nvSpPr>
        <p:spPr>
          <a:xfrm>
            <a:off x="4474721" y="2879264"/>
            <a:ext cx="75212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R</a:t>
            </a:r>
            <a:r>
              <a:rPr b="0" i="0" lang="en-US" sz="2000" u="none" cap="none" strike="noStrike">
                <a:solidFill>
                  <a:srgbClr val="000000"/>
                </a:solidFill>
                <a:latin typeface="Calibri"/>
                <a:ea typeface="Calibri"/>
                <a:cs typeface="Calibri"/>
                <a:sym typeface="Calibri"/>
              </a:rPr>
              <a:t> bps</a:t>
            </a:r>
            <a:endParaRPr b="0" i="0" sz="2000" u="none" cap="none" strike="noStrike">
              <a:solidFill>
                <a:srgbClr val="000000"/>
              </a:solidFill>
              <a:latin typeface="Calibri"/>
              <a:ea typeface="Calibri"/>
              <a:cs typeface="Calibri"/>
              <a:sym typeface="Calibri"/>
            </a:endParaRPr>
          </a:p>
        </p:txBody>
      </p:sp>
      <p:cxnSp>
        <p:nvCxnSpPr>
          <p:cNvPr id="8315" name="Google Shape;8315;p59"/>
          <p:cNvCxnSpPr/>
          <p:nvPr/>
        </p:nvCxnSpPr>
        <p:spPr>
          <a:xfrm>
            <a:off x="6506721" y="2850689"/>
            <a:ext cx="1738312" cy="0"/>
          </a:xfrm>
          <a:prstGeom prst="straightConnector1">
            <a:avLst/>
          </a:prstGeom>
          <a:noFill/>
          <a:ln cap="flat" cmpd="sng" w="19050">
            <a:solidFill>
              <a:srgbClr val="000000"/>
            </a:solidFill>
            <a:prstDash val="solid"/>
            <a:round/>
            <a:headEnd len="sm" w="sm" type="none"/>
            <a:tailEnd len="sm" w="sm" type="none"/>
          </a:ln>
        </p:spPr>
      </p:cxnSp>
      <p:grpSp>
        <p:nvGrpSpPr>
          <p:cNvPr id="8316" name="Google Shape;8316;p59"/>
          <p:cNvGrpSpPr/>
          <p:nvPr/>
        </p:nvGrpSpPr>
        <p:grpSpPr>
          <a:xfrm>
            <a:off x="7484621" y="2042652"/>
            <a:ext cx="1477962" cy="1284287"/>
            <a:chOff x="-44" y="1473"/>
            <a:chExt cx="981" cy="1105"/>
          </a:xfrm>
        </p:grpSpPr>
        <p:pic>
          <p:nvPicPr>
            <p:cNvPr descr="desktop_computer_stylized_medium" id="8317" name="Google Shape;8317;p59"/>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8318" name="Google Shape;8318;p59"/>
            <p:cNvSpPr/>
            <p:nvPr/>
          </p:nvSpPr>
          <p:spPr>
            <a:xfrm flipH="1">
              <a:off x="374" y="1580"/>
              <a:ext cx="474" cy="505"/>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319" name="Google Shape;8319;p59"/>
          <p:cNvSpPr txBox="1"/>
          <p:nvPr/>
        </p:nvSpPr>
        <p:spPr>
          <a:xfrm>
            <a:off x="8967346" y="2656489"/>
            <a:ext cx="136768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destination</a:t>
            </a:r>
            <a:endParaRPr b="0" i="0" sz="1800" u="none" cap="none" strike="noStrike">
              <a:solidFill>
                <a:srgbClr val="000000"/>
              </a:solidFill>
              <a:latin typeface="Calibri"/>
              <a:ea typeface="Calibri"/>
              <a:cs typeface="Calibri"/>
              <a:sym typeface="Calibri"/>
            </a:endParaRPr>
          </a:p>
        </p:txBody>
      </p:sp>
      <p:sp>
        <p:nvSpPr>
          <p:cNvPr id="8320" name="Google Shape;8320;p59"/>
          <p:cNvSpPr txBox="1"/>
          <p:nvPr/>
        </p:nvSpPr>
        <p:spPr>
          <a:xfrm>
            <a:off x="3934971" y="2545889"/>
            <a:ext cx="234950" cy="280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a:t>
            </a:r>
            <a:endParaRPr b="0" i="0" sz="1600" u="none" cap="none" strike="noStrike">
              <a:solidFill>
                <a:srgbClr val="000000"/>
              </a:solidFill>
              <a:latin typeface="Calibri"/>
              <a:ea typeface="Calibri"/>
              <a:cs typeface="Calibri"/>
              <a:sym typeface="Calibri"/>
            </a:endParaRPr>
          </a:p>
        </p:txBody>
      </p:sp>
      <p:sp>
        <p:nvSpPr>
          <p:cNvPr id="8321" name="Google Shape;8321;p59"/>
          <p:cNvSpPr txBox="1"/>
          <p:nvPr/>
        </p:nvSpPr>
        <p:spPr>
          <a:xfrm>
            <a:off x="3738121" y="2552239"/>
            <a:ext cx="234950" cy="280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a:t>
            </a:r>
            <a:endParaRPr b="0" i="0" sz="1600" u="none" cap="none" strike="noStrike">
              <a:solidFill>
                <a:srgbClr val="000000"/>
              </a:solidFill>
              <a:latin typeface="Calibri"/>
              <a:ea typeface="Calibri"/>
              <a:cs typeface="Calibri"/>
              <a:sym typeface="Calibri"/>
            </a:endParaRPr>
          </a:p>
        </p:txBody>
      </p:sp>
      <p:sp>
        <p:nvSpPr>
          <p:cNvPr id="8322" name="Google Shape;8322;p59"/>
          <p:cNvSpPr txBox="1"/>
          <p:nvPr/>
        </p:nvSpPr>
        <p:spPr>
          <a:xfrm>
            <a:off x="3550796" y="2549064"/>
            <a:ext cx="234950" cy="280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3</a:t>
            </a:r>
            <a:endParaRPr b="0" i="0" sz="1600" u="none" cap="none" strike="noStrike">
              <a:solidFill>
                <a:srgbClr val="000000"/>
              </a:solidFill>
              <a:latin typeface="Calibri"/>
              <a:ea typeface="Calibri"/>
              <a:cs typeface="Calibri"/>
              <a:sym typeface="Calibri"/>
            </a:endParaRPr>
          </a:p>
        </p:txBody>
      </p:sp>
      <p:grpSp>
        <p:nvGrpSpPr>
          <p:cNvPr id="8323" name="Google Shape;8323;p59"/>
          <p:cNvGrpSpPr/>
          <p:nvPr/>
        </p:nvGrpSpPr>
        <p:grpSpPr>
          <a:xfrm>
            <a:off x="3284096" y="1844214"/>
            <a:ext cx="2940082" cy="841375"/>
            <a:chOff x="593766" y="5264055"/>
            <a:chExt cx="3603006" cy="1011695"/>
          </a:xfrm>
        </p:grpSpPr>
        <p:grpSp>
          <p:nvGrpSpPr>
            <p:cNvPr id="8324" name="Google Shape;8324;p59"/>
            <p:cNvGrpSpPr/>
            <p:nvPr/>
          </p:nvGrpSpPr>
          <p:grpSpPr>
            <a:xfrm>
              <a:off x="3527499" y="5264055"/>
              <a:ext cx="616705" cy="927705"/>
              <a:chOff x="2106358" y="5387204"/>
              <a:chExt cx="616705" cy="927705"/>
            </a:xfrm>
          </p:grpSpPr>
          <p:sp>
            <p:nvSpPr>
              <p:cNvPr id="8325" name="Google Shape;8325;p59"/>
              <p:cNvSpPr/>
              <p:nvPr/>
            </p:nvSpPr>
            <p:spPr>
              <a:xfrm>
                <a:off x="2577155" y="6049578"/>
                <a:ext cx="140072" cy="265331"/>
              </a:xfrm>
              <a:prstGeom prst="rect">
                <a:avLst/>
              </a:prstGeom>
              <a:solidFill>
                <a:srgbClr val="33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326" name="Google Shape;8326;p59"/>
              <p:cNvSpPr/>
              <p:nvPr/>
            </p:nvSpPr>
            <p:spPr>
              <a:xfrm>
                <a:off x="2110248" y="5705984"/>
                <a:ext cx="466907" cy="608925"/>
              </a:xfrm>
              <a:custGeom>
                <a:rect b="b" l="l" r="r" t="t"/>
                <a:pathLst>
                  <a:path extrusionOk="0" h="1424095" w="967997">
                    <a:moveTo>
                      <a:pt x="0" y="0"/>
                    </a:moveTo>
                    <a:lnTo>
                      <a:pt x="0" y="476358"/>
                    </a:lnTo>
                    <a:lnTo>
                      <a:pt x="966787" y="1424095"/>
                    </a:lnTo>
                    <a:cubicBezTo>
                      <a:pt x="965200" y="958958"/>
                      <a:pt x="969205" y="1246013"/>
                      <a:pt x="967618" y="780876"/>
                    </a:cubicBezTo>
                    <a:lnTo>
                      <a:pt x="0" y="0"/>
                    </a:lnTo>
                    <a:close/>
                  </a:path>
                </a:pathLst>
              </a:custGeom>
              <a:solidFill>
                <a:srgbClr val="4F81B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27" name="Google Shape;8327;p59"/>
              <p:cNvSpPr/>
              <p:nvPr/>
            </p:nvSpPr>
            <p:spPr>
              <a:xfrm>
                <a:off x="2106358" y="5688804"/>
                <a:ext cx="616705" cy="355048"/>
              </a:xfrm>
              <a:custGeom>
                <a:rect b="b" l="l" r="r" t="t"/>
                <a:pathLst>
                  <a:path extrusionOk="0" h="814795" w="1277416">
                    <a:moveTo>
                      <a:pt x="233363" y="0"/>
                    </a:moveTo>
                    <a:lnTo>
                      <a:pt x="0" y="9439"/>
                    </a:lnTo>
                    <a:lnTo>
                      <a:pt x="980474" y="814795"/>
                    </a:lnTo>
                    <a:cubicBezTo>
                      <a:pt x="1088424" y="806858"/>
                      <a:pt x="1074215" y="806999"/>
                      <a:pt x="1277416" y="813350"/>
                    </a:cubicBezTo>
                    <a:lnTo>
                      <a:pt x="233363" y="0"/>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28" name="Google Shape;8328;p59"/>
              <p:cNvSpPr/>
              <p:nvPr/>
            </p:nvSpPr>
            <p:spPr>
              <a:xfrm>
                <a:off x="2114139" y="5396749"/>
                <a:ext cx="595306" cy="647102"/>
              </a:xfrm>
              <a:custGeom>
                <a:rect b="b" l="l" r="r" t="t"/>
                <a:pathLst>
                  <a:path extrusionOk="0" h="646573" w="597877">
                    <a:moveTo>
                      <a:pt x="5411" y="13527"/>
                    </a:moveTo>
                    <a:lnTo>
                      <a:pt x="0" y="305702"/>
                    </a:lnTo>
                    <a:lnTo>
                      <a:pt x="457200" y="646573"/>
                    </a:lnTo>
                    <a:lnTo>
                      <a:pt x="597877" y="646573"/>
                    </a:lnTo>
                    <a:cubicBezTo>
                      <a:pt x="596975" y="538360"/>
                      <a:pt x="596074" y="430147"/>
                      <a:pt x="595172" y="321934"/>
                    </a:cubicBezTo>
                    <a:lnTo>
                      <a:pt x="110919" y="0"/>
                    </a:lnTo>
                    <a:lnTo>
                      <a:pt x="5411" y="13527"/>
                    </a:lnTo>
                    <a:close/>
                  </a:path>
                </a:pathLst>
              </a:custGeom>
              <a:noFill/>
              <a:ln cap="flat" cmpd="sng" w="12700">
                <a:solidFill>
                  <a:srgbClr val="0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329" name="Google Shape;8329;p59"/>
              <p:cNvCxnSpPr>
                <a:stCxn id="8328" idx="0"/>
              </p:cNvCxnSpPr>
              <p:nvPr/>
            </p:nvCxnSpPr>
            <p:spPr>
              <a:xfrm>
                <a:off x="2118270" y="5410651"/>
                <a:ext cx="446400" cy="311100"/>
              </a:xfrm>
              <a:prstGeom prst="straightConnector1">
                <a:avLst/>
              </a:prstGeom>
              <a:noFill/>
              <a:ln cap="flat" cmpd="sng" w="12700">
                <a:solidFill>
                  <a:srgbClr val="000000"/>
                </a:solidFill>
                <a:prstDash val="dash"/>
                <a:round/>
                <a:headEnd len="sm" w="sm" type="none"/>
                <a:tailEnd len="sm" w="sm" type="none"/>
              </a:ln>
            </p:spPr>
          </p:cxnSp>
          <p:cxnSp>
            <p:nvCxnSpPr>
              <p:cNvPr id="8330" name="Google Shape;8330;p59"/>
              <p:cNvCxnSpPr>
                <a:endCxn id="8328" idx="4"/>
              </p:cNvCxnSpPr>
              <p:nvPr/>
            </p:nvCxnSpPr>
            <p:spPr>
              <a:xfrm flipH="1" rot="10800000">
                <a:off x="2567354" y="5719063"/>
                <a:ext cx="140700" cy="2700"/>
              </a:xfrm>
              <a:prstGeom prst="straightConnector1">
                <a:avLst/>
              </a:prstGeom>
              <a:noFill/>
              <a:ln cap="flat" cmpd="sng" w="12700">
                <a:solidFill>
                  <a:srgbClr val="000000"/>
                </a:solidFill>
                <a:prstDash val="dash"/>
                <a:round/>
                <a:headEnd len="sm" w="sm" type="none"/>
                <a:tailEnd len="sm" w="sm" type="none"/>
              </a:ln>
            </p:spPr>
          </p:cxnSp>
          <p:cxnSp>
            <p:nvCxnSpPr>
              <p:cNvPr id="8331" name="Google Shape;8331;p59"/>
              <p:cNvCxnSpPr>
                <a:endCxn id="8328" idx="2"/>
              </p:cNvCxnSpPr>
              <p:nvPr/>
            </p:nvCxnSpPr>
            <p:spPr>
              <a:xfrm flipH="1">
                <a:off x="2570064" y="5721763"/>
                <a:ext cx="2700" cy="321900"/>
              </a:xfrm>
              <a:prstGeom prst="straightConnector1">
                <a:avLst/>
              </a:prstGeom>
              <a:noFill/>
              <a:ln cap="flat" cmpd="sng" w="12700">
                <a:solidFill>
                  <a:srgbClr val="000000"/>
                </a:solidFill>
                <a:prstDash val="dash"/>
                <a:round/>
                <a:headEnd len="sm" w="sm" type="none"/>
                <a:tailEnd len="sm" w="sm" type="none"/>
              </a:ln>
            </p:spPr>
          </p:cxnSp>
          <p:cxnSp>
            <p:nvCxnSpPr>
              <p:cNvPr id="8332" name="Google Shape;8332;p59"/>
              <p:cNvCxnSpPr/>
              <p:nvPr/>
            </p:nvCxnSpPr>
            <p:spPr>
              <a:xfrm flipH="1">
                <a:off x="2221974" y="5387204"/>
                <a:ext cx="2705" cy="321934"/>
              </a:xfrm>
              <a:prstGeom prst="straightConnector1">
                <a:avLst/>
              </a:prstGeom>
              <a:noFill/>
              <a:ln cap="flat" cmpd="sng" w="12700">
                <a:solidFill>
                  <a:srgbClr val="000000"/>
                </a:solidFill>
                <a:prstDash val="dash"/>
                <a:round/>
                <a:headEnd len="sm" w="sm" type="none"/>
                <a:tailEnd len="sm" w="sm" type="none"/>
              </a:ln>
            </p:spPr>
          </p:cxnSp>
        </p:grpSp>
        <p:grpSp>
          <p:nvGrpSpPr>
            <p:cNvPr id="8333" name="Google Shape;8333;p59"/>
            <p:cNvGrpSpPr/>
            <p:nvPr/>
          </p:nvGrpSpPr>
          <p:grpSpPr>
            <a:xfrm>
              <a:off x="1327199" y="5273580"/>
              <a:ext cx="616707" cy="927726"/>
              <a:chOff x="2106333" y="5387204"/>
              <a:chExt cx="616707" cy="927726"/>
            </a:xfrm>
          </p:grpSpPr>
          <p:sp>
            <p:nvSpPr>
              <p:cNvPr id="8334" name="Google Shape;8334;p59"/>
              <p:cNvSpPr/>
              <p:nvPr/>
            </p:nvSpPr>
            <p:spPr>
              <a:xfrm>
                <a:off x="2110224" y="5706003"/>
                <a:ext cx="466907" cy="608926"/>
              </a:xfrm>
              <a:custGeom>
                <a:rect b="b" l="l" r="r" t="t"/>
                <a:pathLst>
                  <a:path extrusionOk="0" h="1424095" w="967997">
                    <a:moveTo>
                      <a:pt x="0" y="0"/>
                    </a:moveTo>
                    <a:lnTo>
                      <a:pt x="0" y="476358"/>
                    </a:lnTo>
                    <a:lnTo>
                      <a:pt x="966787" y="1424095"/>
                    </a:lnTo>
                    <a:cubicBezTo>
                      <a:pt x="965200" y="958958"/>
                      <a:pt x="969205" y="1246013"/>
                      <a:pt x="967618" y="780876"/>
                    </a:cubicBezTo>
                    <a:lnTo>
                      <a:pt x="0" y="0"/>
                    </a:lnTo>
                    <a:close/>
                  </a:path>
                </a:pathLst>
              </a:custGeom>
              <a:solidFill>
                <a:srgbClr val="4F81B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35" name="Google Shape;8335;p59"/>
              <p:cNvSpPr/>
              <p:nvPr/>
            </p:nvSpPr>
            <p:spPr>
              <a:xfrm>
                <a:off x="2106333" y="5688824"/>
                <a:ext cx="616707" cy="355048"/>
              </a:xfrm>
              <a:custGeom>
                <a:rect b="b" l="l" r="r" t="t"/>
                <a:pathLst>
                  <a:path extrusionOk="0" h="814795" w="1277416">
                    <a:moveTo>
                      <a:pt x="233363" y="0"/>
                    </a:moveTo>
                    <a:lnTo>
                      <a:pt x="0" y="9439"/>
                    </a:lnTo>
                    <a:lnTo>
                      <a:pt x="980474" y="814795"/>
                    </a:lnTo>
                    <a:cubicBezTo>
                      <a:pt x="1088424" y="806858"/>
                      <a:pt x="1074215" y="806999"/>
                      <a:pt x="1277416" y="813350"/>
                    </a:cubicBezTo>
                    <a:lnTo>
                      <a:pt x="233363" y="0"/>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36" name="Google Shape;8336;p59"/>
              <p:cNvSpPr/>
              <p:nvPr/>
            </p:nvSpPr>
            <p:spPr>
              <a:xfrm>
                <a:off x="2577131" y="6049598"/>
                <a:ext cx="140072" cy="265332"/>
              </a:xfrm>
              <a:prstGeom prst="rect">
                <a:avLst/>
              </a:prstGeom>
              <a:solidFill>
                <a:srgbClr val="33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337" name="Google Shape;8337;p59"/>
              <p:cNvSpPr/>
              <p:nvPr/>
            </p:nvSpPr>
            <p:spPr>
              <a:xfrm>
                <a:off x="2114115" y="5396768"/>
                <a:ext cx="595306" cy="647103"/>
              </a:xfrm>
              <a:custGeom>
                <a:rect b="b" l="l" r="r" t="t"/>
                <a:pathLst>
                  <a:path extrusionOk="0" h="646573" w="597877">
                    <a:moveTo>
                      <a:pt x="5411" y="13527"/>
                    </a:moveTo>
                    <a:lnTo>
                      <a:pt x="0" y="305702"/>
                    </a:lnTo>
                    <a:lnTo>
                      <a:pt x="457200" y="646573"/>
                    </a:lnTo>
                    <a:lnTo>
                      <a:pt x="597877" y="646573"/>
                    </a:lnTo>
                    <a:cubicBezTo>
                      <a:pt x="596975" y="538360"/>
                      <a:pt x="596074" y="430147"/>
                      <a:pt x="595172" y="321934"/>
                    </a:cubicBezTo>
                    <a:lnTo>
                      <a:pt x="110919" y="0"/>
                    </a:lnTo>
                    <a:lnTo>
                      <a:pt x="5411" y="13527"/>
                    </a:lnTo>
                    <a:close/>
                  </a:path>
                </a:pathLst>
              </a:custGeom>
              <a:noFill/>
              <a:ln cap="flat" cmpd="sng" w="12700">
                <a:solidFill>
                  <a:srgbClr val="0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338" name="Google Shape;8338;p59"/>
              <p:cNvCxnSpPr>
                <a:stCxn id="8337" idx="0"/>
              </p:cNvCxnSpPr>
              <p:nvPr/>
            </p:nvCxnSpPr>
            <p:spPr>
              <a:xfrm>
                <a:off x="2118270" y="5410651"/>
                <a:ext cx="446400" cy="311100"/>
              </a:xfrm>
              <a:prstGeom prst="straightConnector1">
                <a:avLst/>
              </a:prstGeom>
              <a:noFill/>
              <a:ln cap="flat" cmpd="sng" w="12700">
                <a:solidFill>
                  <a:srgbClr val="000000"/>
                </a:solidFill>
                <a:prstDash val="dash"/>
                <a:round/>
                <a:headEnd len="sm" w="sm" type="none"/>
                <a:tailEnd len="sm" w="sm" type="none"/>
              </a:ln>
            </p:spPr>
          </p:cxnSp>
          <p:cxnSp>
            <p:nvCxnSpPr>
              <p:cNvPr id="8339" name="Google Shape;8339;p59"/>
              <p:cNvCxnSpPr>
                <a:endCxn id="8337" idx="4"/>
              </p:cNvCxnSpPr>
              <p:nvPr/>
            </p:nvCxnSpPr>
            <p:spPr>
              <a:xfrm flipH="1" rot="10800000">
                <a:off x="2567354" y="5719063"/>
                <a:ext cx="140700" cy="2700"/>
              </a:xfrm>
              <a:prstGeom prst="straightConnector1">
                <a:avLst/>
              </a:prstGeom>
              <a:noFill/>
              <a:ln cap="flat" cmpd="sng" w="12700">
                <a:solidFill>
                  <a:srgbClr val="000000"/>
                </a:solidFill>
                <a:prstDash val="dash"/>
                <a:round/>
                <a:headEnd len="sm" w="sm" type="none"/>
                <a:tailEnd len="sm" w="sm" type="none"/>
              </a:ln>
            </p:spPr>
          </p:cxnSp>
          <p:cxnSp>
            <p:nvCxnSpPr>
              <p:cNvPr id="8340" name="Google Shape;8340;p59"/>
              <p:cNvCxnSpPr>
                <a:endCxn id="8337" idx="2"/>
              </p:cNvCxnSpPr>
              <p:nvPr/>
            </p:nvCxnSpPr>
            <p:spPr>
              <a:xfrm flipH="1">
                <a:off x="2570064" y="5721763"/>
                <a:ext cx="2700" cy="321900"/>
              </a:xfrm>
              <a:prstGeom prst="straightConnector1">
                <a:avLst/>
              </a:prstGeom>
              <a:noFill/>
              <a:ln cap="flat" cmpd="sng" w="12700">
                <a:solidFill>
                  <a:srgbClr val="000000"/>
                </a:solidFill>
                <a:prstDash val="dash"/>
                <a:round/>
                <a:headEnd len="sm" w="sm" type="none"/>
                <a:tailEnd len="sm" w="sm" type="none"/>
              </a:ln>
            </p:spPr>
          </p:cxnSp>
          <p:cxnSp>
            <p:nvCxnSpPr>
              <p:cNvPr id="8341" name="Google Shape;8341;p59"/>
              <p:cNvCxnSpPr/>
              <p:nvPr/>
            </p:nvCxnSpPr>
            <p:spPr>
              <a:xfrm flipH="1">
                <a:off x="2221974" y="5387204"/>
                <a:ext cx="2705" cy="321934"/>
              </a:xfrm>
              <a:prstGeom prst="straightConnector1">
                <a:avLst/>
              </a:prstGeom>
              <a:noFill/>
              <a:ln cap="flat" cmpd="sng" w="12700">
                <a:solidFill>
                  <a:srgbClr val="000000"/>
                </a:solidFill>
                <a:prstDash val="dash"/>
                <a:round/>
                <a:headEnd len="sm" w="sm" type="none"/>
                <a:tailEnd len="sm" w="sm" type="none"/>
              </a:ln>
            </p:spPr>
          </p:cxnSp>
        </p:grpSp>
        <p:grpSp>
          <p:nvGrpSpPr>
            <p:cNvPr id="8342" name="Google Shape;8342;p59"/>
            <p:cNvGrpSpPr/>
            <p:nvPr/>
          </p:nvGrpSpPr>
          <p:grpSpPr>
            <a:xfrm>
              <a:off x="971183" y="5294596"/>
              <a:ext cx="606979" cy="914343"/>
              <a:chOff x="333961" y="4406169"/>
              <a:chExt cx="1255305" cy="2136353"/>
            </a:xfrm>
          </p:grpSpPr>
          <p:sp>
            <p:nvSpPr>
              <p:cNvPr id="8343" name="Google Shape;8343;p59"/>
              <p:cNvSpPr/>
              <p:nvPr/>
            </p:nvSpPr>
            <p:spPr>
              <a:xfrm>
                <a:off x="333961" y="4406169"/>
                <a:ext cx="969641" cy="2136353"/>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4F81B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44" name="Google Shape;8344;p59"/>
              <p:cNvSpPr/>
              <p:nvPr/>
            </p:nvSpPr>
            <p:spPr>
              <a:xfrm>
                <a:off x="350055" y="4410631"/>
                <a:ext cx="1239211" cy="771583"/>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45" name="Google Shape;8345;p59"/>
              <p:cNvSpPr/>
              <p:nvPr/>
            </p:nvSpPr>
            <p:spPr>
              <a:xfrm>
                <a:off x="1299580" y="5177755"/>
                <a:ext cx="289686" cy="1351386"/>
              </a:xfrm>
              <a:prstGeom prst="rect">
                <a:avLst/>
              </a:prstGeom>
              <a:solidFill>
                <a:srgbClr val="33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sp>
          <p:nvSpPr>
            <p:cNvPr id="8346" name="Google Shape;8346;p59"/>
            <p:cNvSpPr/>
            <p:nvPr/>
          </p:nvSpPr>
          <p:spPr>
            <a:xfrm>
              <a:off x="1838851" y="6126859"/>
              <a:ext cx="2180844" cy="64901"/>
            </a:xfrm>
            <a:prstGeom prst="rect">
              <a:avLst/>
            </a:prstGeom>
            <a:solidFill>
              <a:srgbClr val="33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347" name="Google Shape;8347;p59"/>
            <p:cNvSpPr/>
            <p:nvPr/>
          </p:nvSpPr>
          <p:spPr>
            <a:xfrm>
              <a:off x="2556720" y="6056232"/>
              <a:ext cx="266527" cy="219518"/>
            </a:xfrm>
            <a:prstGeom prst="rightArrow">
              <a:avLst>
                <a:gd fmla="val 13889" name="adj1"/>
                <a:gd fmla="val 53703" name="adj2"/>
              </a:avLst>
            </a:prstGeom>
            <a:solidFill>
              <a:srgbClr val="33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8348" name="Google Shape;8348;p59"/>
            <p:cNvGrpSpPr/>
            <p:nvPr/>
          </p:nvGrpSpPr>
          <p:grpSpPr>
            <a:xfrm>
              <a:off x="593766" y="5285053"/>
              <a:ext cx="605033" cy="914342"/>
              <a:chOff x="335231" y="4406992"/>
              <a:chExt cx="1251280" cy="2136350"/>
            </a:xfrm>
          </p:grpSpPr>
          <p:sp>
            <p:nvSpPr>
              <p:cNvPr id="8349" name="Google Shape;8349;p59"/>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4F81B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50" name="Google Shape;8350;p59"/>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51" name="Google Shape;8351;p59"/>
              <p:cNvSpPr/>
              <p:nvPr/>
            </p:nvSpPr>
            <p:spPr>
              <a:xfrm>
                <a:off x="1296825" y="5178575"/>
                <a:ext cx="289686" cy="1351389"/>
              </a:xfrm>
              <a:prstGeom prst="rect">
                <a:avLst/>
              </a:prstGeom>
              <a:solidFill>
                <a:srgbClr val="33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sp>
          <p:nvSpPr>
            <p:cNvPr id="8352" name="Google Shape;8352;p59"/>
            <p:cNvSpPr/>
            <p:nvPr/>
          </p:nvSpPr>
          <p:spPr>
            <a:xfrm rot="-5245926">
              <a:off x="3947358" y="5684800"/>
              <a:ext cx="267240" cy="219835"/>
            </a:xfrm>
            <a:prstGeom prst="rightArrow">
              <a:avLst>
                <a:gd fmla="val 13889" name="adj1"/>
                <a:gd fmla="val 53702" name="adj2"/>
              </a:avLst>
            </a:prstGeom>
            <a:solidFill>
              <a:srgbClr val="33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sp>
        <p:nvSpPr>
          <p:cNvPr id="8353" name="Google Shape;8353;p59"/>
          <p:cNvSpPr txBox="1"/>
          <p:nvPr/>
        </p:nvSpPr>
        <p:spPr>
          <a:xfrm>
            <a:off x="1931315" y="1919106"/>
            <a:ext cx="1293944" cy="541559"/>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L</a:t>
            </a:r>
            <a:r>
              <a:rPr b="0" i="0" lang="en-US" sz="2000" u="none" cap="none" strike="noStrike">
                <a:solidFill>
                  <a:srgbClr val="000000"/>
                </a:solidFill>
                <a:latin typeface="Calibri"/>
                <a:ea typeface="Calibri"/>
                <a:cs typeface="Calibri"/>
                <a:sym typeface="Calibri"/>
              </a:rPr>
              <a:t> bits</a:t>
            </a:r>
            <a:endParaRPr b="0" i="0" sz="2000" u="none" cap="none" strike="noStrike">
              <a:solidFill>
                <a:srgbClr val="000000"/>
              </a:solidFill>
              <a:latin typeface="Calibri"/>
              <a:ea typeface="Calibri"/>
              <a:cs typeface="Calibri"/>
              <a:sym typeface="Calibri"/>
            </a:endParaRPr>
          </a:p>
          <a:p>
            <a:pPr indent="0" lvl="0" marL="0" marR="0" rtl="0" algn="l">
              <a:lnSpc>
                <a:spcPct val="85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per packet</a:t>
            </a:r>
            <a:endParaRPr b="0" i="0" sz="2000" u="none" cap="none" strike="noStrike">
              <a:solidFill>
                <a:srgbClr val="000000"/>
              </a:solidFill>
              <a:latin typeface="Calibri"/>
              <a:ea typeface="Calibri"/>
              <a:cs typeface="Calibri"/>
              <a:sym typeface="Calibri"/>
            </a:endParaRPr>
          </a:p>
        </p:txBody>
      </p:sp>
      <p:sp>
        <p:nvSpPr>
          <p:cNvPr id="8354" name="Google Shape;8354;p59"/>
          <p:cNvSpPr txBox="1"/>
          <p:nvPr/>
        </p:nvSpPr>
        <p:spPr>
          <a:xfrm>
            <a:off x="6873433" y="2869739"/>
            <a:ext cx="75212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R</a:t>
            </a:r>
            <a:r>
              <a:rPr b="0" i="0" lang="en-US" sz="2000" u="none" cap="none" strike="noStrike">
                <a:solidFill>
                  <a:srgbClr val="000000"/>
                </a:solidFill>
                <a:latin typeface="Calibri"/>
                <a:ea typeface="Calibri"/>
                <a:cs typeface="Calibri"/>
                <a:sym typeface="Calibri"/>
              </a:rPr>
              <a:t> bps</a:t>
            </a:r>
            <a:endParaRPr b="0" i="0" sz="2000" u="none" cap="none" strike="noStrike">
              <a:solidFill>
                <a:srgbClr val="000000"/>
              </a:solidFill>
              <a:latin typeface="Calibri"/>
              <a:ea typeface="Calibri"/>
              <a:cs typeface="Calibri"/>
              <a:sym typeface="Calibri"/>
            </a:endParaRPr>
          </a:p>
        </p:txBody>
      </p:sp>
      <p:grpSp>
        <p:nvGrpSpPr>
          <p:cNvPr id="8355" name="Google Shape;8355;p59"/>
          <p:cNvGrpSpPr/>
          <p:nvPr/>
        </p:nvGrpSpPr>
        <p:grpSpPr>
          <a:xfrm>
            <a:off x="7945714" y="3980381"/>
            <a:ext cx="3855279" cy="2295280"/>
            <a:chOff x="7836061" y="3795186"/>
            <a:chExt cx="3855279" cy="2295280"/>
          </a:xfrm>
        </p:grpSpPr>
        <p:sp>
          <p:nvSpPr>
            <p:cNvPr id="8356" name="Google Shape;8356;p59"/>
            <p:cNvSpPr/>
            <p:nvPr/>
          </p:nvSpPr>
          <p:spPr>
            <a:xfrm>
              <a:off x="7836061" y="3795186"/>
              <a:ext cx="3831220" cy="1969006"/>
            </a:xfrm>
            <a:prstGeom prst="rect">
              <a:avLst/>
            </a:prstGeom>
            <a:solidFill>
              <a:srgbClr val="D8E2F3">
                <a:alpha val="4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57" name="Google Shape;8357;p59"/>
            <p:cNvSpPr txBox="1"/>
            <p:nvPr/>
          </p:nvSpPr>
          <p:spPr>
            <a:xfrm>
              <a:off x="7836061" y="3858441"/>
              <a:ext cx="3855279" cy="2232025"/>
            </a:xfrm>
            <a:prstGeom prst="rect">
              <a:avLst/>
            </a:prstGeom>
            <a:noFill/>
            <a:ln>
              <a:noFill/>
            </a:ln>
          </p:spPr>
          <p:txBody>
            <a:bodyPr anchorCtr="0" anchor="t" bIns="45700" lIns="91425" spcFirstLastPara="1" rIns="91425" wrap="square" tIns="45700">
              <a:normAutofit/>
            </a:bodyPr>
            <a:lstStyle/>
            <a:p>
              <a:pPr indent="-341630" lvl="0" marL="352425" marR="0" rtl="0" algn="l">
                <a:lnSpc>
                  <a:spcPct val="90000"/>
                </a:lnSpc>
                <a:spcBef>
                  <a:spcPts val="0"/>
                </a:spcBef>
                <a:spcAft>
                  <a:spcPts val="0"/>
                </a:spcAft>
                <a:buClr>
                  <a:srgbClr val="0000A3"/>
                </a:buClr>
                <a:buSzPts val="2400"/>
                <a:buFont typeface="Noto Sans Symbols"/>
                <a:buNone/>
              </a:pPr>
              <a:r>
                <a:rPr b="0" i="1" lang="en-US" sz="2400" u="none" cap="none" strike="noStrike">
                  <a:solidFill>
                    <a:srgbClr val="000099"/>
                  </a:solidFill>
                  <a:latin typeface="Calibri"/>
                  <a:ea typeface="Calibri"/>
                  <a:cs typeface="Calibri"/>
                  <a:sym typeface="Calibri"/>
                </a:rPr>
                <a:t>One-hop numerical example:</a:t>
              </a:r>
              <a:endParaRPr b="0" i="1" sz="2400" u="none" cap="none" strike="noStrike">
                <a:solidFill>
                  <a:srgbClr val="000099"/>
                </a:solidFill>
                <a:latin typeface="Calibri"/>
                <a:ea typeface="Calibri"/>
                <a:cs typeface="Calibri"/>
                <a:sym typeface="Calibri"/>
              </a:endParaRPr>
            </a:p>
            <a:p>
              <a:pPr indent="-231775" lvl="0" marL="231775" marR="0" rtl="0" algn="l">
                <a:lnSpc>
                  <a:spcPct val="90000"/>
                </a:lnSpc>
                <a:spcBef>
                  <a:spcPts val="400"/>
                </a:spcBef>
                <a:spcAft>
                  <a:spcPts val="0"/>
                </a:spcAft>
                <a:buClr>
                  <a:srgbClr val="0000A3"/>
                </a:buClr>
                <a:buSzPts val="2400"/>
                <a:buFont typeface="Noto Sans Symbols"/>
                <a:buChar char="▪"/>
              </a:pPr>
              <a:r>
                <a:rPr b="0" i="1" lang="en-US" sz="2400" u="none" cap="none" strike="noStrike">
                  <a:solidFill>
                    <a:srgbClr val="000000"/>
                  </a:solidFill>
                  <a:latin typeface="Calibri"/>
                  <a:ea typeface="Calibri"/>
                  <a:cs typeface="Calibri"/>
                  <a:sym typeface="Calibri"/>
                </a:rPr>
                <a:t>L</a:t>
              </a:r>
              <a:r>
                <a:rPr b="0" i="0" lang="en-US" sz="2400" u="none" cap="none" strike="noStrike">
                  <a:solidFill>
                    <a:srgbClr val="000000"/>
                  </a:solidFill>
                  <a:latin typeface="Calibri"/>
                  <a:ea typeface="Calibri"/>
                  <a:cs typeface="Calibri"/>
                  <a:sym typeface="Calibri"/>
                </a:rPr>
                <a:t> = 10 Kbits</a:t>
              </a:r>
              <a:endParaRPr b="0" i="0" sz="2400" u="none" cap="none" strike="noStrike">
                <a:solidFill>
                  <a:srgbClr val="000000"/>
                </a:solidFill>
                <a:latin typeface="Calibri"/>
                <a:ea typeface="Calibri"/>
                <a:cs typeface="Calibri"/>
                <a:sym typeface="Calibri"/>
              </a:endParaRPr>
            </a:p>
            <a:p>
              <a:pPr indent="-231775" lvl="0" marL="231775" marR="0" rtl="0" algn="l">
                <a:lnSpc>
                  <a:spcPct val="90000"/>
                </a:lnSpc>
                <a:spcBef>
                  <a:spcPts val="400"/>
                </a:spcBef>
                <a:spcAft>
                  <a:spcPts val="0"/>
                </a:spcAft>
                <a:buClr>
                  <a:srgbClr val="0000A3"/>
                </a:buClr>
                <a:buSzPts val="2400"/>
                <a:buFont typeface="Noto Sans Symbols"/>
                <a:buChar char="▪"/>
              </a:pPr>
              <a:r>
                <a:rPr b="0" i="1" lang="en-US" sz="2400" u="none" cap="none" strike="noStrike">
                  <a:solidFill>
                    <a:srgbClr val="000000"/>
                  </a:solidFill>
                  <a:latin typeface="Calibri"/>
                  <a:ea typeface="Calibri"/>
                  <a:cs typeface="Calibri"/>
                  <a:sym typeface="Calibri"/>
                </a:rPr>
                <a:t>R</a:t>
              </a:r>
              <a:r>
                <a:rPr b="0" i="0" lang="en-US" sz="2400" u="none" cap="none" strike="noStrike">
                  <a:solidFill>
                    <a:srgbClr val="000000"/>
                  </a:solidFill>
                  <a:latin typeface="Calibri"/>
                  <a:ea typeface="Calibri"/>
                  <a:cs typeface="Calibri"/>
                  <a:sym typeface="Calibri"/>
                </a:rPr>
                <a:t> = 100 Mbps</a:t>
              </a:r>
              <a:endParaRPr b="0" i="0" sz="2400" u="none" cap="none" strike="noStrike">
                <a:solidFill>
                  <a:srgbClr val="000000"/>
                </a:solidFill>
                <a:latin typeface="Calibri"/>
                <a:ea typeface="Calibri"/>
                <a:cs typeface="Calibri"/>
                <a:sym typeface="Calibri"/>
              </a:endParaRPr>
            </a:p>
            <a:p>
              <a:pPr indent="-231775" lvl="0" marL="231775"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one-hop transmission delay = 0.1 msec</a:t>
              </a:r>
              <a:endParaRPr b="0" i="0" sz="24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55"/>
                                        </p:tgtEl>
                                        <p:attrNameLst>
                                          <p:attrName>style.visibility</p:attrName>
                                        </p:attrNameLst>
                                      </p:cBhvr>
                                      <p:to>
                                        <p:strVal val="visible"/>
                                      </p:to>
                                    </p:set>
                                    <p:animEffect filter="fade" transition="in">
                                      <p:cBhvr>
                                        <p:cTn dur="500"/>
                                        <p:tgtEl>
                                          <p:spTgt spid="83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1" name="Shape 8361"/>
        <p:cNvGrpSpPr/>
        <p:nvPr/>
      </p:nvGrpSpPr>
      <p:grpSpPr>
        <a:xfrm>
          <a:off x="0" y="0"/>
          <a:ext cx="0" cy="0"/>
          <a:chOff x="0" y="0"/>
          <a:chExt cx="0" cy="0"/>
        </a:xfrm>
      </p:grpSpPr>
      <p:sp>
        <p:nvSpPr>
          <p:cNvPr id="8362" name="Google Shape;8362;p60"/>
          <p:cNvSpPr txBox="1"/>
          <p:nvPr>
            <p:ph type="title"/>
          </p:nvPr>
        </p:nvSpPr>
        <p:spPr>
          <a:xfrm>
            <a:off x="581192" y="702156"/>
            <a:ext cx="11029616" cy="118872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Exercise</a:t>
            </a:r>
            <a:endParaRPr/>
          </a:p>
        </p:txBody>
      </p:sp>
      <p:sp>
        <p:nvSpPr>
          <p:cNvPr id="8363" name="Google Shape;8363;p60"/>
          <p:cNvSpPr txBox="1"/>
          <p:nvPr>
            <p:ph idx="1" type="body"/>
          </p:nvPr>
        </p:nvSpPr>
        <p:spPr>
          <a:xfrm>
            <a:off x="581025" y="3629660"/>
            <a:ext cx="11029315" cy="2345690"/>
          </a:xfrm>
          <a:prstGeom prst="rect">
            <a:avLst/>
          </a:prstGeom>
          <a:noFill/>
          <a:ln>
            <a:noFill/>
          </a:ln>
        </p:spPr>
        <p:txBody>
          <a:bodyPr anchorCtr="0" anchor="ctr" bIns="45700" lIns="91425" spcFirstLastPara="1" rIns="91425" wrap="square" tIns="45700">
            <a:normAutofit/>
          </a:bodyPr>
          <a:lstStyle/>
          <a:p>
            <a:pPr indent="-306070" lvl="0" marL="306070" rtl="0" algn="l">
              <a:lnSpc>
                <a:spcPct val="110000"/>
              </a:lnSpc>
              <a:spcBef>
                <a:spcPts val="0"/>
              </a:spcBef>
              <a:spcAft>
                <a:spcPts val="0"/>
              </a:spcAft>
              <a:buSzPts val="2208"/>
              <a:buFont typeface="Noto Sans Symbols"/>
              <a:buChar char="⮚"/>
            </a:pPr>
            <a:r>
              <a:rPr lang="en-US"/>
              <a:t>In given example, how much time will it take for 1st packet to reach the destination? 0-L/R , L/R -&gt; 2L/R,</a:t>
            </a:r>
            <a:r>
              <a:rPr lang="en-US"/>
              <a:t>2L/R -&gt;3L/R , 3L/R-&gt;4L/R</a:t>
            </a:r>
            <a:endParaRPr/>
          </a:p>
          <a:p>
            <a:pPr indent="-306070" lvl="0" marL="306070" rtl="0" algn="l">
              <a:lnSpc>
                <a:spcPct val="110000"/>
              </a:lnSpc>
              <a:spcBef>
                <a:spcPts val="1080"/>
              </a:spcBef>
              <a:spcAft>
                <a:spcPts val="0"/>
              </a:spcAft>
              <a:buSzPts val="2208"/>
              <a:buFont typeface="Noto Sans Symbols"/>
              <a:buChar char="⮚"/>
            </a:pPr>
            <a:r>
              <a:rPr lang="en-US"/>
              <a:t>Total time taken in transmitting all three packets from source to destination?</a:t>
            </a:r>
            <a:endParaRPr/>
          </a:p>
        </p:txBody>
      </p:sp>
      <p:pic>
        <p:nvPicPr>
          <p:cNvPr id="8364" name="Google Shape;8364;p60"/>
          <p:cNvPicPr preferRelativeResize="0"/>
          <p:nvPr/>
        </p:nvPicPr>
        <p:blipFill rotWithShape="1">
          <a:blip r:embed="rId3">
            <a:alphaModFix/>
          </a:blip>
          <a:srcRect b="0" l="0" r="0" t="0"/>
          <a:stretch/>
        </p:blipFill>
        <p:spPr>
          <a:xfrm>
            <a:off x="2987675" y="943610"/>
            <a:ext cx="8407400" cy="268541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9" name="Shape 8369"/>
        <p:cNvGrpSpPr/>
        <p:nvPr/>
      </p:nvGrpSpPr>
      <p:grpSpPr>
        <a:xfrm>
          <a:off x="0" y="0"/>
          <a:ext cx="0" cy="0"/>
          <a:chOff x="0" y="0"/>
          <a:chExt cx="0" cy="0"/>
        </a:xfrm>
      </p:grpSpPr>
      <p:sp>
        <p:nvSpPr>
          <p:cNvPr id="8370" name="Google Shape;8370;p61"/>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Packet-switching: queueing delays and packet loss</a:t>
            </a:r>
            <a:endParaRPr/>
          </a:p>
        </p:txBody>
      </p:sp>
      <p:grpSp>
        <p:nvGrpSpPr>
          <p:cNvPr id="8371" name="Google Shape;8371;p61"/>
          <p:cNvGrpSpPr/>
          <p:nvPr/>
        </p:nvGrpSpPr>
        <p:grpSpPr>
          <a:xfrm>
            <a:off x="8836206" y="2201232"/>
            <a:ext cx="779462" cy="679450"/>
            <a:chOff x="-44" y="1473"/>
            <a:chExt cx="981" cy="1105"/>
          </a:xfrm>
        </p:grpSpPr>
        <p:pic>
          <p:nvPicPr>
            <p:cNvPr descr="desktop_computer_stylized_medium" id="8372" name="Google Shape;8372;p6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373" name="Google Shape;8373;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cxnSp>
        <p:nvCxnSpPr>
          <p:cNvPr id="8374" name="Google Shape;8374;p61"/>
          <p:cNvCxnSpPr/>
          <p:nvPr/>
        </p:nvCxnSpPr>
        <p:spPr>
          <a:xfrm>
            <a:off x="3422622" y="1813032"/>
            <a:ext cx="984459" cy="431063"/>
          </a:xfrm>
          <a:prstGeom prst="straightConnector1">
            <a:avLst/>
          </a:prstGeom>
          <a:noFill/>
          <a:ln cap="flat" cmpd="sng" w="19050">
            <a:solidFill>
              <a:srgbClr val="000000"/>
            </a:solidFill>
            <a:prstDash val="solid"/>
            <a:round/>
            <a:headEnd len="sm" w="sm" type="none"/>
            <a:tailEnd len="sm" w="sm" type="none"/>
          </a:ln>
        </p:spPr>
      </p:cxnSp>
      <p:cxnSp>
        <p:nvCxnSpPr>
          <p:cNvPr id="8375" name="Google Shape;8375;p61"/>
          <p:cNvCxnSpPr/>
          <p:nvPr/>
        </p:nvCxnSpPr>
        <p:spPr>
          <a:xfrm flipH="1" rot="10800000">
            <a:off x="3807005" y="2371933"/>
            <a:ext cx="722173" cy="476998"/>
          </a:xfrm>
          <a:prstGeom prst="straightConnector1">
            <a:avLst/>
          </a:prstGeom>
          <a:noFill/>
          <a:ln cap="flat" cmpd="sng" w="19050">
            <a:solidFill>
              <a:srgbClr val="000000"/>
            </a:solidFill>
            <a:prstDash val="solid"/>
            <a:round/>
            <a:headEnd len="sm" w="sm" type="none"/>
            <a:tailEnd len="sm" w="sm" type="none"/>
          </a:ln>
        </p:spPr>
      </p:cxnSp>
      <p:cxnSp>
        <p:nvCxnSpPr>
          <p:cNvPr id="8376" name="Google Shape;8376;p61"/>
          <p:cNvCxnSpPr/>
          <p:nvPr/>
        </p:nvCxnSpPr>
        <p:spPr>
          <a:xfrm>
            <a:off x="5504043" y="2285370"/>
            <a:ext cx="2287168" cy="1"/>
          </a:xfrm>
          <a:prstGeom prst="straightConnector1">
            <a:avLst/>
          </a:prstGeom>
          <a:noFill/>
          <a:ln cap="flat" cmpd="sng" w="19050">
            <a:solidFill>
              <a:srgbClr val="000000"/>
            </a:solidFill>
            <a:prstDash val="solid"/>
            <a:round/>
            <a:headEnd len="sm" w="sm" type="none"/>
            <a:tailEnd len="sm" w="sm" type="none"/>
          </a:ln>
        </p:spPr>
      </p:cxnSp>
      <p:cxnSp>
        <p:nvCxnSpPr>
          <p:cNvPr id="8377" name="Google Shape;8377;p61"/>
          <p:cNvCxnSpPr/>
          <p:nvPr/>
        </p:nvCxnSpPr>
        <p:spPr>
          <a:xfrm rot="10800000">
            <a:off x="8165418" y="2467932"/>
            <a:ext cx="9525" cy="363538"/>
          </a:xfrm>
          <a:prstGeom prst="straightConnector1">
            <a:avLst/>
          </a:prstGeom>
          <a:noFill/>
          <a:ln cap="flat" cmpd="sng" w="19050">
            <a:solidFill>
              <a:srgbClr val="000000"/>
            </a:solidFill>
            <a:prstDash val="solid"/>
            <a:round/>
            <a:headEnd len="sm" w="sm" type="none"/>
            <a:tailEnd len="sm" w="sm" type="none"/>
          </a:ln>
        </p:spPr>
      </p:cxnSp>
      <p:cxnSp>
        <p:nvCxnSpPr>
          <p:cNvPr id="8378" name="Google Shape;8378;p61"/>
          <p:cNvCxnSpPr/>
          <p:nvPr/>
        </p:nvCxnSpPr>
        <p:spPr>
          <a:xfrm flipH="1" rot="10800000">
            <a:off x="8684793" y="1917070"/>
            <a:ext cx="604838" cy="307975"/>
          </a:xfrm>
          <a:prstGeom prst="straightConnector1">
            <a:avLst/>
          </a:prstGeom>
          <a:noFill/>
          <a:ln cap="flat" cmpd="sng" w="19050">
            <a:solidFill>
              <a:srgbClr val="000000"/>
            </a:solidFill>
            <a:prstDash val="solid"/>
            <a:round/>
            <a:headEnd len="sm" w="sm" type="none"/>
            <a:tailEnd len="sm" w="sm" type="none"/>
          </a:ln>
        </p:spPr>
      </p:cxnSp>
      <p:sp>
        <p:nvSpPr>
          <p:cNvPr id="8379" name="Google Shape;8379;p61"/>
          <p:cNvSpPr/>
          <p:nvPr/>
        </p:nvSpPr>
        <p:spPr>
          <a:xfrm>
            <a:off x="5702481" y="2072645"/>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80" name="Google Shape;8380;p61"/>
          <p:cNvSpPr/>
          <p:nvPr/>
        </p:nvSpPr>
        <p:spPr>
          <a:xfrm>
            <a:off x="5864406" y="2072645"/>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81" name="Google Shape;8381;p61"/>
          <p:cNvSpPr/>
          <p:nvPr/>
        </p:nvSpPr>
        <p:spPr>
          <a:xfrm>
            <a:off x="6026331" y="2072645"/>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82" name="Google Shape;8382;p61"/>
          <p:cNvSpPr/>
          <p:nvPr/>
        </p:nvSpPr>
        <p:spPr>
          <a:xfrm>
            <a:off x="6188256" y="2072645"/>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83" name="Google Shape;8383;p61"/>
          <p:cNvSpPr/>
          <p:nvPr/>
        </p:nvSpPr>
        <p:spPr>
          <a:xfrm>
            <a:off x="6350181" y="2072645"/>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84" name="Google Shape;8384;p61"/>
          <p:cNvSpPr/>
          <p:nvPr/>
        </p:nvSpPr>
        <p:spPr>
          <a:xfrm>
            <a:off x="6721656" y="2072645"/>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85" name="Google Shape;8385;p61"/>
          <p:cNvSpPr/>
          <p:nvPr/>
        </p:nvSpPr>
        <p:spPr>
          <a:xfrm>
            <a:off x="7263981" y="2067882"/>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386" name="Google Shape;8386;p61"/>
          <p:cNvSpPr/>
          <p:nvPr/>
        </p:nvSpPr>
        <p:spPr>
          <a:xfrm>
            <a:off x="4062595" y="2529818"/>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cxnSp>
        <p:nvCxnSpPr>
          <p:cNvPr id="8387" name="Google Shape;8387;p61"/>
          <p:cNvCxnSpPr/>
          <p:nvPr/>
        </p:nvCxnSpPr>
        <p:spPr>
          <a:xfrm>
            <a:off x="6083481" y="1963107"/>
            <a:ext cx="1062037" cy="0"/>
          </a:xfrm>
          <a:prstGeom prst="straightConnector1">
            <a:avLst/>
          </a:prstGeom>
          <a:noFill/>
          <a:ln cap="flat" cmpd="sng" w="9525">
            <a:solidFill>
              <a:srgbClr val="000000"/>
            </a:solidFill>
            <a:prstDash val="solid"/>
            <a:round/>
            <a:headEnd len="sm" w="sm" type="none"/>
            <a:tailEnd len="med" w="med" type="triangle"/>
          </a:ln>
        </p:spPr>
      </p:cxnSp>
      <p:sp>
        <p:nvSpPr>
          <p:cNvPr id="8388" name="Google Shape;8388;p61"/>
          <p:cNvSpPr txBox="1"/>
          <p:nvPr/>
        </p:nvSpPr>
        <p:spPr>
          <a:xfrm>
            <a:off x="2827410" y="1545542"/>
            <a:ext cx="33374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2000"/>
              <a:buFont typeface="Calibri"/>
              <a:buNone/>
            </a:pPr>
            <a:r>
              <a:rPr b="0" i="0" lang="en-US" sz="2000" u="none" cap="none" strike="noStrike">
                <a:solidFill>
                  <a:srgbClr val="00B050"/>
                </a:solidFill>
                <a:latin typeface="Calibri"/>
                <a:ea typeface="Calibri"/>
                <a:cs typeface="Calibri"/>
                <a:sym typeface="Calibri"/>
              </a:rPr>
              <a:t>A</a:t>
            </a:r>
            <a:endParaRPr b="0" i="0" sz="2400" u="none" cap="none" strike="noStrike">
              <a:solidFill>
                <a:srgbClr val="00B050"/>
              </a:solidFill>
              <a:latin typeface="Calibri"/>
              <a:ea typeface="Calibri"/>
              <a:cs typeface="Calibri"/>
              <a:sym typeface="Calibri"/>
            </a:endParaRPr>
          </a:p>
        </p:txBody>
      </p:sp>
      <p:sp>
        <p:nvSpPr>
          <p:cNvPr id="8389" name="Google Shape;8389;p61"/>
          <p:cNvSpPr txBox="1"/>
          <p:nvPr/>
        </p:nvSpPr>
        <p:spPr>
          <a:xfrm>
            <a:off x="3133638" y="2494764"/>
            <a:ext cx="32412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B</a:t>
            </a:r>
            <a:endParaRPr b="0" i="0" sz="2400" u="none" cap="none" strike="noStrike">
              <a:solidFill>
                <a:srgbClr val="000099"/>
              </a:solidFill>
              <a:latin typeface="Calibri"/>
              <a:ea typeface="Calibri"/>
              <a:cs typeface="Calibri"/>
              <a:sym typeface="Calibri"/>
            </a:endParaRPr>
          </a:p>
        </p:txBody>
      </p:sp>
      <p:sp>
        <p:nvSpPr>
          <p:cNvPr id="8390" name="Google Shape;8390;p61"/>
          <p:cNvSpPr txBox="1"/>
          <p:nvPr/>
        </p:nvSpPr>
        <p:spPr>
          <a:xfrm>
            <a:off x="9575296" y="1479154"/>
            <a:ext cx="32092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2000"/>
              <a:buFont typeface="Calibri"/>
              <a:buNone/>
            </a:pPr>
            <a:r>
              <a:rPr b="0" i="0" lang="en-US" sz="2000" u="none" cap="none" strike="noStrike">
                <a:solidFill>
                  <a:srgbClr val="00B050"/>
                </a:solidFill>
                <a:latin typeface="Calibri"/>
                <a:ea typeface="Calibri"/>
                <a:cs typeface="Calibri"/>
                <a:sym typeface="Calibri"/>
              </a:rPr>
              <a:t>C</a:t>
            </a:r>
            <a:endParaRPr b="0" i="0" sz="2400" u="none" cap="none" strike="noStrike">
              <a:solidFill>
                <a:srgbClr val="00B050"/>
              </a:solidFill>
              <a:latin typeface="Calibri"/>
              <a:ea typeface="Calibri"/>
              <a:cs typeface="Calibri"/>
              <a:sym typeface="Calibri"/>
            </a:endParaRPr>
          </a:p>
        </p:txBody>
      </p:sp>
      <p:sp>
        <p:nvSpPr>
          <p:cNvPr id="8391" name="Google Shape;8391;p61"/>
          <p:cNvSpPr txBox="1"/>
          <p:nvPr/>
        </p:nvSpPr>
        <p:spPr>
          <a:xfrm>
            <a:off x="3622531" y="1345724"/>
            <a:ext cx="156478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R</a:t>
            </a:r>
            <a:r>
              <a:rPr b="0" i="0" lang="en-US" sz="2000" u="none" cap="none" strike="noStrike">
                <a:solidFill>
                  <a:srgbClr val="000000"/>
                </a:solidFill>
                <a:latin typeface="Calibri"/>
                <a:ea typeface="Calibri"/>
                <a:cs typeface="Calibri"/>
                <a:sym typeface="Calibri"/>
              </a:rPr>
              <a:t> = 100 Mb/s</a:t>
            </a:r>
            <a:endParaRPr b="0" i="0" sz="2000" u="none" cap="none" strike="noStrike">
              <a:solidFill>
                <a:srgbClr val="000000"/>
              </a:solidFill>
              <a:latin typeface="Calibri"/>
              <a:ea typeface="Calibri"/>
              <a:cs typeface="Calibri"/>
              <a:sym typeface="Calibri"/>
            </a:endParaRPr>
          </a:p>
        </p:txBody>
      </p:sp>
      <p:sp>
        <p:nvSpPr>
          <p:cNvPr id="8392" name="Google Shape;8392;p61"/>
          <p:cNvSpPr txBox="1"/>
          <p:nvPr/>
        </p:nvSpPr>
        <p:spPr>
          <a:xfrm>
            <a:off x="5697718" y="2382932"/>
            <a:ext cx="141859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R</a:t>
            </a:r>
            <a:r>
              <a:rPr b="0" i="0" lang="en-US" sz="2000" u="none" cap="none" strike="noStrike">
                <a:solidFill>
                  <a:srgbClr val="000000"/>
                </a:solidFill>
                <a:latin typeface="Calibri"/>
                <a:ea typeface="Calibri"/>
                <a:cs typeface="Calibri"/>
                <a:sym typeface="Calibri"/>
              </a:rPr>
              <a:t> = 15 Mb/s</a:t>
            </a:r>
            <a:endParaRPr b="0" i="0" sz="2400" u="none" cap="none" strike="noStrike">
              <a:solidFill>
                <a:srgbClr val="00CC99"/>
              </a:solidFill>
              <a:latin typeface="Calibri"/>
              <a:ea typeface="Calibri"/>
              <a:cs typeface="Calibri"/>
              <a:sym typeface="Calibri"/>
            </a:endParaRPr>
          </a:p>
        </p:txBody>
      </p:sp>
      <p:sp>
        <p:nvSpPr>
          <p:cNvPr id="8393" name="Google Shape;8393;p61"/>
          <p:cNvSpPr txBox="1"/>
          <p:nvPr/>
        </p:nvSpPr>
        <p:spPr>
          <a:xfrm>
            <a:off x="8199018" y="2880682"/>
            <a:ext cx="1841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CC99"/>
              </a:solidFill>
              <a:latin typeface="Calibri"/>
              <a:ea typeface="Calibri"/>
              <a:cs typeface="Calibri"/>
              <a:sym typeface="Calibri"/>
            </a:endParaRPr>
          </a:p>
        </p:txBody>
      </p:sp>
      <p:cxnSp>
        <p:nvCxnSpPr>
          <p:cNvPr id="8394" name="Google Shape;8394;p61"/>
          <p:cNvCxnSpPr/>
          <p:nvPr/>
        </p:nvCxnSpPr>
        <p:spPr>
          <a:xfrm>
            <a:off x="8734606" y="3033082"/>
            <a:ext cx="984250" cy="0"/>
          </a:xfrm>
          <a:prstGeom prst="straightConnector1">
            <a:avLst/>
          </a:prstGeom>
          <a:noFill/>
          <a:ln cap="flat" cmpd="sng" w="19050">
            <a:solidFill>
              <a:srgbClr val="000000"/>
            </a:solidFill>
            <a:prstDash val="solid"/>
            <a:round/>
            <a:headEnd len="sm" w="sm" type="none"/>
            <a:tailEnd len="sm" w="sm" type="none"/>
          </a:ln>
        </p:spPr>
      </p:cxnSp>
      <p:cxnSp>
        <p:nvCxnSpPr>
          <p:cNvPr id="8395" name="Google Shape;8395;p61"/>
          <p:cNvCxnSpPr/>
          <p:nvPr/>
        </p:nvCxnSpPr>
        <p:spPr>
          <a:xfrm flipH="1">
            <a:off x="8244205" y="2736221"/>
            <a:ext cx="950175" cy="168376"/>
          </a:xfrm>
          <a:prstGeom prst="straightConnector1">
            <a:avLst/>
          </a:prstGeom>
          <a:noFill/>
          <a:ln cap="flat" cmpd="sng" w="19050">
            <a:solidFill>
              <a:srgbClr val="000000"/>
            </a:solidFill>
            <a:prstDash val="solid"/>
            <a:round/>
            <a:headEnd len="sm" w="sm" type="none"/>
            <a:tailEnd len="sm" w="sm" type="none"/>
          </a:ln>
        </p:spPr>
      </p:cxnSp>
      <p:sp>
        <p:nvSpPr>
          <p:cNvPr id="8396" name="Google Shape;8396;p61"/>
          <p:cNvSpPr txBox="1"/>
          <p:nvPr/>
        </p:nvSpPr>
        <p:spPr>
          <a:xfrm>
            <a:off x="9499682" y="2250194"/>
            <a:ext cx="40481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endParaRPr b="0" i="0" sz="2000" u="none" cap="none" strike="noStrike">
              <a:solidFill>
                <a:srgbClr val="00CC99"/>
              </a:solidFill>
              <a:latin typeface="Calibri"/>
              <a:ea typeface="Calibri"/>
              <a:cs typeface="Calibri"/>
              <a:sym typeface="Calibri"/>
            </a:endParaRPr>
          </a:p>
        </p:txBody>
      </p:sp>
      <p:sp>
        <p:nvSpPr>
          <p:cNvPr id="8397" name="Google Shape;8397;p61"/>
          <p:cNvSpPr txBox="1"/>
          <p:nvPr/>
        </p:nvSpPr>
        <p:spPr>
          <a:xfrm>
            <a:off x="10325847" y="2632972"/>
            <a:ext cx="3097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000"/>
              <a:buFont typeface="Calibri"/>
              <a:buNone/>
            </a:pPr>
            <a:r>
              <a:rPr b="0" i="0" lang="en-US" sz="2000" u="none" cap="none" strike="noStrike">
                <a:solidFill>
                  <a:srgbClr val="0000A8"/>
                </a:solidFill>
                <a:latin typeface="Calibri"/>
                <a:ea typeface="Calibri"/>
                <a:cs typeface="Calibri"/>
                <a:sym typeface="Calibri"/>
              </a:rPr>
              <a:t>E</a:t>
            </a:r>
            <a:endParaRPr b="0" i="0" sz="2400" u="none" cap="none" strike="noStrike">
              <a:solidFill>
                <a:srgbClr val="0000A8"/>
              </a:solidFill>
              <a:latin typeface="Calibri"/>
              <a:ea typeface="Calibri"/>
              <a:cs typeface="Calibri"/>
              <a:sym typeface="Calibri"/>
            </a:endParaRPr>
          </a:p>
        </p:txBody>
      </p:sp>
      <p:sp>
        <p:nvSpPr>
          <p:cNvPr id="8398" name="Google Shape;8398;p61"/>
          <p:cNvSpPr txBox="1"/>
          <p:nvPr/>
        </p:nvSpPr>
        <p:spPr>
          <a:xfrm>
            <a:off x="3869197" y="3030215"/>
            <a:ext cx="2686586" cy="80073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queue</a:t>
            </a:r>
            <a:r>
              <a:rPr b="0" i="0" lang="en-US" sz="1800" u="none" cap="none" strike="noStrike">
                <a:solidFill>
                  <a:srgbClr val="000000"/>
                </a:solidFill>
                <a:latin typeface="Calibri"/>
                <a:ea typeface="Calibri"/>
                <a:cs typeface="Calibri"/>
                <a:sym typeface="Calibri"/>
              </a:rPr>
              <a:t> of packets</a:t>
            </a:r>
            <a:endParaRPr b="0" i="0" sz="1800" u="none" cap="none" strike="noStrike">
              <a:solidFill>
                <a:srgbClr val="000000"/>
              </a:solidFill>
              <a:latin typeface="Calibri"/>
              <a:ea typeface="Calibri"/>
              <a:cs typeface="Calibri"/>
              <a:sym typeface="Calibri"/>
            </a:endParaRPr>
          </a:p>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waiting for transmission over output link</a:t>
            </a:r>
            <a:endParaRPr b="0" i="0" sz="1800" u="none" cap="none" strike="noStrike">
              <a:solidFill>
                <a:srgbClr val="00CC99"/>
              </a:solidFill>
              <a:latin typeface="Calibri"/>
              <a:ea typeface="Calibri"/>
              <a:cs typeface="Calibri"/>
              <a:sym typeface="Calibri"/>
            </a:endParaRPr>
          </a:p>
        </p:txBody>
      </p:sp>
      <p:pic>
        <p:nvPicPr>
          <p:cNvPr descr="desktop_computer_stylized_medium" id="8399" name="Google Shape;8399;p61"/>
          <p:cNvPicPr preferRelativeResize="0"/>
          <p:nvPr/>
        </p:nvPicPr>
        <p:blipFill rotWithShape="1">
          <a:blip r:embed="rId3">
            <a:alphaModFix/>
          </a:blip>
          <a:srcRect b="0" l="0" r="0" t="0"/>
          <a:stretch/>
        </p:blipFill>
        <p:spPr>
          <a:xfrm flipH="1">
            <a:off x="2866218" y="1537657"/>
            <a:ext cx="779463" cy="679450"/>
          </a:xfrm>
          <a:prstGeom prst="rect">
            <a:avLst/>
          </a:prstGeom>
          <a:noFill/>
          <a:ln>
            <a:noFill/>
          </a:ln>
        </p:spPr>
      </p:pic>
      <p:sp>
        <p:nvSpPr>
          <p:cNvPr id="8400" name="Google Shape;8400;p61"/>
          <p:cNvSpPr/>
          <p:nvPr/>
        </p:nvSpPr>
        <p:spPr>
          <a:xfrm flipH="1">
            <a:off x="3198344" y="1602835"/>
            <a:ext cx="379005" cy="31113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8401" name="Google Shape;8401;p61"/>
          <p:cNvGrpSpPr/>
          <p:nvPr/>
        </p:nvGrpSpPr>
        <p:grpSpPr>
          <a:xfrm>
            <a:off x="3157718" y="2512382"/>
            <a:ext cx="779463" cy="679450"/>
            <a:chOff x="-44" y="1473"/>
            <a:chExt cx="981" cy="1105"/>
          </a:xfrm>
        </p:grpSpPr>
        <p:pic>
          <p:nvPicPr>
            <p:cNvPr descr="desktop_computer_stylized_medium" id="8402" name="Google Shape;8402;p6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403" name="Google Shape;8403;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8404" name="Google Shape;8404;p61"/>
          <p:cNvGrpSpPr/>
          <p:nvPr/>
        </p:nvGrpSpPr>
        <p:grpSpPr>
          <a:xfrm>
            <a:off x="9553756" y="2572707"/>
            <a:ext cx="779462" cy="679450"/>
            <a:chOff x="-44" y="1473"/>
            <a:chExt cx="981" cy="1105"/>
          </a:xfrm>
        </p:grpSpPr>
        <p:pic>
          <p:nvPicPr>
            <p:cNvPr descr="desktop_computer_stylized_medium" id="8405" name="Google Shape;8405;p6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406" name="Google Shape;8406;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8407" name="Google Shape;8407;p61"/>
          <p:cNvGrpSpPr/>
          <p:nvPr/>
        </p:nvGrpSpPr>
        <p:grpSpPr>
          <a:xfrm>
            <a:off x="8918756" y="1380495"/>
            <a:ext cx="779462" cy="679450"/>
            <a:chOff x="-44" y="1473"/>
            <a:chExt cx="981" cy="1105"/>
          </a:xfrm>
        </p:grpSpPr>
        <p:pic>
          <p:nvPicPr>
            <p:cNvPr descr="desktop_computer_stylized_medium" id="8408" name="Google Shape;8408;p6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409" name="Google Shape;8409;p6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8410" name="Google Shape;8410;p61"/>
          <p:cNvGrpSpPr/>
          <p:nvPr/>
        </p:nvGrpSpPr>
        <p:grpSpPr>
          <a:xfrm>
            <a:off x="7595249" y="2045192"/>
            <a:ext cx="1146494" cy="498545"/>
            <a:chOff x="7493876" y="2774731"/>
            <a:chExt cx="1481958" cy="894622"/>
          </a:xfrm>
        </p:grpSpPr>
        <p:sp>
          <p:nvSpPr>
            <p:cNvPr id="8411" name="Google Shape;8411;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412" name="Google Shape;8412;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413" name="Google Shape;8413;p61"/>
            <p:cNvGrpSpPr/>
            <p:nvPr/>
          </p:nvGrpSpPr>
          <p:grpSpPr>
            <a:xfrm>
              <a:off x="7713663" y="2848339"/>
              <a:ext cx="1042107" cy="425543"/>
              <a:chOff x="7786941" y="2884917"/>
              <a:chExt cx="897649" cy="353919"/>
            </a:xfrm>
          </p:grpSpPr>
          <p:sp>
            <p:nvSpPr>
              <p:cNvPr id="8414" name="Google Shape;8414;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15" name="Google Shape;8415;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16" name="Google Shape;8416;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17" name="Google Shape;8417;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18" name="Google Shape;8418;p61"/>
          <p:cNvGrpSpPr/>
          <p:nvPr/>
        </p:nvGrpSpPr>
        <p:grpSpPr>
          <a:xfrm>
            <a:off x="7621178" y="2733126"/>
            <a:ext cx="1146494" cy="498545"/>
            <a:chOff x="7493876" y="2774731"/>
            <a:chExt cx="1481958" cy="894622"/>
          </a:xfrm>
        </p:grpSpPr>
        <p:sp>
          <p:nvSpPr>
            <p:cNvPr id="8419" name="Google Shape;8419;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420" name="Google Shape;8420;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421" name="Google Shape;8421;p61"/>
            <p:cNvGrpSpPr/>
            <p:nvPr/>
          </p:nvGrpSpPr>
          <p:grpSpPr>
            <a:xfrm>
              <a:off x="7713663" y="2848339"/>
              <a:ext cx="1042107" cy="425543"/>
              <a:chOff x="7786941" y="2884917"/>
              <a:chExt cx="897649" cy="353919"/>
            </a:xfrm>
          </p:grpSpPr>
          <p:sp>
            <p:nvSpPr>
              <p:cNvPr id="8422" name="Google Shape;8422;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23" name="Google Shape;8423;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24" name="Google Shape;8424;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25" name="Google Shape;8425;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426" name="Google Shape;8426;p61"/>
          <p:cNvGrpSpPr/>
          <p:nvPr/>
        </p:nvGrpSpPr>
        <p:grpSpPr>
          <a:xfrm>
            <a:off x="4403089" y="2023615"/>
            <a:ext cx="1146494" cy="498545"/>
            <a:chOff x="7493876" y="2774731"/>
            <a:chExt cx="1481958" cy="894622"/>
          </a:xfrm>
        </p:grpSpPr>
        <p:sp>
          <p:nvSpPr>
            <p:cNvPr id="8427" name="Google Shape;8427;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428" name="Google Shape;8428;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429" name="Google Shape;8429;p61"/>
            <p:cNvGrpSpPr/>
            <p:nvPr/>
          </p:nvGrpSpPr>
          <p:grpSpPr>
            <a:xfrm>
              <a:off x="7713663" y="2848339"/>
              <a:ext cx="1042107" cy="425543"/>
              <a:chOff x="7786941" y="2884917"/>
              <a:chExt cx="897649" cy="353919"/>
            </a:xfrm>
          </p:grpSpPr>
          <p:sp>
            <p:nvSpPr>
              <p:cNvPr id="8430" name="Google Shape;8430;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31" name="Google Shape;8431;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32" name="Google Shape;8432;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433" name="Google Shape;8433;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8434" name="Google Shape;8434;p61"/>
          <p:cNvCxnSpPr/>
          <p:nvPr/>
        </p:nvCxnSpPr>
        <p:spPr>
          <a:xfrm>
            <a:off x="5538968" y="2190120"/>
            <a:ext cx="0" cy="228600"/>
          </a:xfrm>
          <a:prstGeom prst="straightConnector1">
            <a:avLst/>
          </a:prstGeom>
          <a:noFill/>
          <a:ln>
            <a:noFill/>
          </a:ln>
        </p:spPr>
      </p:cxnSp>
      <p:grpSp>
        <p:nvGrpSpPr>
          <p:cNvPr id="8435" name="Google Shape;8435;p61"/>
          <p:cNvGrpSpPr/>
          <p:nvPr/>
        </p:nvGrpSpPr>
        <p:grpSpPr>
          <a:xfrm>
            <a:off x="4857931" y="2148845"/>
            <a:ext cx="633412" cy="200025"/>
            <a:chOff x="1800" y="1425"/>
            <a:chExt cx="399" cy="126"/>
          </a:xfrm>
        </p:grpSpPr>
        <p:sp>
          <p:nvSpPr>
            <p:cNvPr id="8436" name="Google Shape;8436;p61"/>
            <p:cNvSpPr/>
            <p:nvPr/>
          </p:nvSpPr>
          <p:spPr>
            <a:xfrm>
              <a:off x="1800" y="1425"/>
              <a:ext cx="93" cy="126"/>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37" name="Google Shape;8437;p61"/>
            <p:cNvSpPr/>
            <p:nvPr/>
          </p:nvSpPr>
          <p:spPr>
            <a:xfrm>
              <a:off x="1902" y="1425"/>
              <a:ext cx="93" cy="126"/>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38" name="Google Shape;8438;p61"/>
            <p:cNvSpPr/>
            <p:nvPr/>
          </p:nvSpPr>
          <p:spPr>
            <a:xfrm>
              <a:off x="2004" y="1425"/>
              <a:ext cx="93" cy="126"/>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39" name="Google Shape;8439;p61"/>
            <p:cNvSpPr/>
            <p:nvPr/>
          </p:nvSpPr>
          <p:spPr>
            <a:xfrm>
              <a:off x="2106" y="1425"/>
              <a:ext cx="93" cy="126"/>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440" name="Google Shape;8440;p61"/>
          <p:cNvSpPr/>
          <p:nvPr/>
        </p:nvSpPr>
        <p:spPr>
          <a:xfrm>
            <a:off x="3841032" y="1971158"/>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cxnSp>
        <p:nvCxnSpPr>
          <p:cNvPr id="8441" name="Google Shape;8441;p61"/>
          <p:cNvCxnSpPr/>
          <p:nvPr/>
        </p:nvCxnSpPr>
        <p:spPr>
          <a:xfrm>
            <a:off x="4022858" y="2133026"/>
            <a:ext cx="227109" cy="114187"/>
          </a:xfrm>
          <a:prstGeom prst="straightConnector1">
            <a:avLst/>
          </a:prstGeom>
          <a:noFill/>
          <a:ln cap="flat" cmpd="sng" w="9525">
            <a:solidFill>
              <a:srgbClr val="000000"/>
            </a:solidFill>
            <a:prstDash val="solid"/>
            <a:round/>
            <a:headEnd len="sm" w="sm" type="none"/>
            <a:tailEnd len="med" w="med" type="triangle"/>
          </a:ln>
        </p:spPr>
      </p:cxnSp>
      <p:cxnSp>
        <p:nvCxnSpPr>
          <p:cNvPr id="8442" name="Google Shape;8442;p61"/>
          <p:cNvCxnSpPr/>
          <p:nvPr/>
        </p:nvCxnSpPr>
        <p:spPr>
          <a:xfrm flipH="1" rot="10800000">
            <a:off x="4236079" y="2486552"/>
            <a:ext cx="248236" cy="155731"/>
          </a:xfrm>
          <a:prstGeom prst="straightConnector1">
            <a:avLst/>
          </a:prstGeom>
          <a:noFill/>
          <a:ln cap="flat" cmpd="sng" w="9525">
            <a:solidFill>
              <a:srgbClr val="000000"/>
            </a:solidFill>
            <a:prstDash val="solid"/>
            <a:round/>
            <a:headEnd len="sm" w="sm" type="none"/>
            <a:tailEnd len="med" w="med" type="triangle"/>
          </a:ln>
        </p:spPr>
      </p:cxnSp>
      <p:cxnSp>
        <p:nvCxnSpPr>
          <p:cNvPr id="8443" name="Google Shape;8443;p61"/>
          <p:cNvCxnSpPr/>
          <p:nvPr/>
        </p:nvCxnSpPr>
        <p:spPr>
          <a:xfrm flipH="1" rot="10800000">
            <a:off x="5112260" y="2401255"/>
            <a:ext cx="17133" cy="641957"/>
          </a:xfrm>
          <a:prstGeom prst="straightConnector1">
            <a:avLst/>
          </a:prstGeom>
          <a:noFill/>
          <a:ln cap="flat" cmpd="sng" w="9525">
            <a:solidFill>
              <a:srgbClr val="C00000"/>
            </a:solidFill>
            <a:prstDash val="solid"/>
            <a:round/>
            <a:headEnd len="sm" w="sm" type="none"/>
            <a:tailEnd len="sm" w="sm" type="none"/>
          </a:ln>
        </p:spPr>
      </p:cxnSp>
      <p:cxnSp>
        <p:nvCxnSpPr>
          <p:cNvPr id="8444" name="Google Shape;8444;p61"/>
          <p:cNvCxnSpPr/>
          <p:nvPr/>
        </p:nvCxnSpPr>
        <p:spPr>
          <a:xfrm rot="10800000">
            <a:off x="3757081" y="1665193"/>
            <a:ext cx="0" cy="221089"/>
          </a:xfrm>
          <a:prstGeom prst="straightConnector1">
            <a:avLst/>
          </a:prstGeom>
          <a:noFill/>
          <a:ln cap="flat" cmpd="sng" w="9525">
            <a:solidFill>
              <a:srgbClr val="000000"/>
            </a:solidFill>
            <a:prstDash val="solid"/>
            <a:round/>
            <a:headEnd len="sm" w="sm" type="none"/>
            <a:tailEnd len="sm" w="sm" type="none"/>
          </a:ln>
        </p:spPr>
      </p:cxnSp>
      <p:cxnSp>
        <p:nvCxnSpPr>
          <p:cNvPr id="8445" name="Google Shape;8445;p61"/>
          <p:cNvCxnSpPr/>
          <p:nvPr/>
        </p:nvCxnSpPr>
        <p:spPr>
          <a:xfrm rot="10800000">
            <a:off x="5850118" y="2346352"/>
            <a:ext cx="0" cy="120316"/>
          </a:xfrm>
          <a:prstGeom prst="straightConnector1">
            <a:avLst/>
          </a:prstGeom>
          <a:noFill/>
          <a:ln cap="flat" cmpd="sng" w="9525">
            <a:solidFill>
              <a:srgbClr val="000000"/>
            </a:solidFill>
            <a:prstDash val="solid"/>
            <a:round/>
            <a:headEnd len="sm" w="sm" type="none"/>
            <a:tailEnd len="sm" w="sm" type="none"/>
          </a:ln>
        </p:spPr>
      </p:cxnSp>
      <p:grpSp>
        <p:nvGrpSpPr>
          <p:cNvPr id="8446" name="Google Shape;8446;p61"/>
          <p:cNvGrpSpPr/>
          <p:nvPr/>
        </p:nvGrpSpPr>
        <p:grpSpPr>
          <a:xfrm>
            <a:off x="867906" y="3874035"/>
            <a:ext cx="9770367" cy="2270091"/>
            <a:chOff x="867905" y="3890077"/>
            <a:chExt cx="9770367" cy="2270091"/>
          </a:xfrm>
        </p:grpSpPr>
        <p:pic>
          <p:nvPicPr>
            <p:cNvPr id="8447" name="Google Shape;8447;p61"/>
            <p:cNvPicPr preferRelativeResize="0"/>
            <p:nvPr/>
          </p:nvPicPr>
          <p:blipFill rotWithShape="1">
            <a:blip r:embed="rId4">
              <a:alphaModFix/>
            </a:blip>
            <a:srcRect b="0" l="0" r="0" t="0"/>
            <a:stretch/>
          </p:blipFill>
          <p:spPr>
            <a:xfrm>
              <a:off x="1542220" y="4680735"/>
              <a:ext cx="2211634" cy="1456220"/>
            </a:xfrm>
            <a:prstGeom prst="rect">
              <a:avLst/>
            </a:prstGeom>
            <a:noFill/>
            <a:ln>
              <a:noFill/>
            </a:ln>
          </p:spPr>
        </p:pic>
        <p:sp>
          <p:nvSpPr>
            <p:cNvPr id="8448" name="Google Shape;8448;p61"/>
            <p:cNvSpPr txBox="1"/>
            <p:nvPr/>
          </p:nvSpPr>
          <p:spPr>
            <a:xfrm>
              <a:off x="867905" y="3890077"/>
              <a:ext cx="977036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Queueing</a:t>
              </a:r>
              <a:r>
                <a:rPr b="0" i="0" lang="en-US" sz="2800" u="none" cap="none" strike="noStrike">
                  <a:solidFill>
                    <a:srgbClr val="000000"/>
                  </a:solidFill>
                  <a:latin typeface="Calibri"/>
                  <a:ea typeface="Calibri"/>
                  <a:cs typeface="Calibri"/>
                  <a:sym typeface="Calibri"/>
                </a:rPr>
                <a:t> occurs when work arrives faster than it can be serviced:</a:t>
              </a:r>
              <a:endParaRPr b="0" i="0" sz="2800" u="none" cap="none" strike="noStrike">
                <a:solidFill>
                  <a:srgbClr val="000000"/>
                </a:solidFill>
                <a:latin typeface="Calibri"/>
                <a:ea typeface="Calibri"/>
                <a:cs typeface="Calibri"/>
                <a:sym typeface="Calibri"/>
              </a:endParaRPr>
            </a:p>
          </p:txBody>
        </p:sp>
        <p:pic>
          <p:nvPicPr>
            <p:cNvPr id="8449" name="Google Shape;8449;p61"/>
            <p:cNvPicPr preferRelativeResize="0"/>
            <p:nvPr/>
          </p:nvPicPr>
          <p:blipFill rotWithShape="1">
            <a:blip r:embed="rId5">
              <a:alphaModFix/>
            </a:blip>
            <a:srcRect b="0" l="0" r="0" t="0"/>
            <a:stretch/>
          </p:blipFill>
          <p:spPr>
            <a:xfrm>
              <a:off x="4487440" y="4679579"/>
              <a:ext cx="2575767" cy="1480589"/>
            </a:xfrm>
            <a:prstGeom prst="rect">
              <a:avLst/>
            </a:prstGeom>
            <a:noFill/>
            <a:ln>
              <a:noFill/>
            </a:ln>
          </p:spPr>
        </p:pic>
        <p:pic>
          <p:nvPicPr>
            <p:cNvPr id="8450" name="Google Shape;8450;p61"/>
            <p:cNvPicPr preferRelativeResize="0"/>
            <p:nvPr/>
          </p:nvPicPr>
          <p:blipFill rotWithShape="1">
            <a:blip r:embed="rId6">
              <a:alphaModFix/>
            </a:blip>
            <a:srcRect b="0" l="0" r="0" t="0"/>
            <a:stretch/>
          </p:blipFill>
          <p:spPr>
            <a:xfrm>
              <a:off x="7705104" y="4695225"/>
              <a:ext cx="2241534" cy="1448901"/>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46"/>
                                        </p:tgtEl>
                                        <p:attrNameLst>
                                          <p:attrName>style.visibility</p:attrName>
                                        </p:attrNameLst>
                                      </p:cBhvr>
                                      <p:to>
                                        <p:strVal val="visible"/>
                                      </p:to>
                                    </p:set>
                                    <p:animEffect filter="fade" transition="in">
                                      <p:cBhvr>
                                        <p:cTn dur="500"/>
                                        <p:tgtEl>
                                          <p:spTgt spid="84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5" name="Shape 8455"/>
        <p:cNvGrpSpPr/>
        <p:nvPr/>
      </p:nvGrpSpPr>
      <p:grpSpPr>
        <a:xfrm>
          <a:off x="0" y="0"/>
          <a:ext cx="0" cy="0"/>
          <a:chOff x="0" y="0"/>
          <a:chExt cx="0" cy="0"/>
        </a:xfrm>
      </p:grpSpPr>
      <p:sp>
        <p:nvSpPr>
          <p:cNvPr id="8456" name="Google Shape;8456;p62"/>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Packet-switching: queueing delays and packet loss</a:t>
            </a:r>
            <a:endParaRPr/>
          </a:p>
        </p:txBody>
      </p:sp>
      <p:grpSp>
        <p:nvGrpSpPr>
          <p:cNvPr id="8457" name="Google Shape;8457;p62"/>
          <p:cNvGrpSpPr/>
          <p:nvPr/>
        </p:nvGrpSpPr>
        <p:grpSpPr>
          <a:xfrm>
            <a:off x="8836206" y="2201232"/>
            <a:ext cx="779462" cy="679450"/>
            <a:chOff x="-44" y="1473"/>
            <a:chExt cx="981" cy="1105"/>
          </a:xfrm>
        </p:grpSpPr>
        <p:pic>
          <p:nvPicPr>
            <p:cNvPr descr="desktop_computer_stylized_medium" id="8458" name="Google Shape;8458;p6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459" name="Google Shape;8459;p6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cxnSp>
        <p:nvCxnSpPr>
          <p:cNvPr id="8460" name="Google Shape;8460;p62"/>
          <p:cNvCxnSpPr/>
          <p:nvPr/>
        </p:nvCxnSpPr>
        <p:spPr>
          <a:xfrm>
            <a:off x="3422622" y="1813032"/>
            <a:ext cx="984459" cy="431063"/>
          </a:xfrm>
          <a:prstGeom prst="straightConnector1">
            <a:avLst/>
          </a:prstGeom>
          <a:noFill/>
          <a:ln cap="flat" cmpd="sng" w="19050">
            <a:solidFill>
              <a:srgbClr val="000000"/>
            </a:solidFill>
            <a:prstDash val="solid"/>
            <a:round/>
            <a:headEnd len="sm" w="sm" type="none"/>
            <a:tailEnd len="sm" w="sm" type="none"/>
          </a:ln>
        </p:spPr>
      </p:cxnSp>
      <p:cxnSp>
        <p:nvCxnSpPr>
          <p:cNvPr id="8461" name="Google Shape;8461;p62"/>
          <p:cNvCxnSpPr/>
          <p:nvPr/>
        </p:nvCxnSpPr>
        <p:spPr>
          <a:xfrm flipH="1" rot="10800000">
            <a:off x="3807005" y="2371933"/>
            <a:ext cx="722173" cy="476998"/>
          </a:xfrm>
          <a:prstGeom prst="straightConnector1">
            <a:avLst/>
          </a:prstGeom>
          <a:noFill/>
          <a:ln cap="flat" cmpd="sng" w="19050">
            <a:solidFill>
              <a:srgbClr val="000000"/>
            </a:solidFill>
            <a:prstDash val="solid"/>
            <a:round/>
            <a:headEnd len="sm" w="sm" type="none"/>
            <a:tailEnd len="sm" w="sm" type="none"/>
          </a:ln>
        </p:spPr>
      </p:cxnSp>
      <p:cxnSp>
        <p:nvCxnSpPr>
          <p:cNvPr id="8462" name="Google Shape;8462;p62"/>
          <p:cNvCxnSpPr/>
          <p:nvPr/>
        </p:nvCxnSpPr>
        <p:spPr>
          <a:xfrm>
            <a:off x="5504043" y="2285370"/>
            <a:ext cx="2287168" cy="1"/>
          </a:xfrm>
          <a:prstGeom prst="straightConnector1">
            <a:avLst/>
          </a:prstGeom>
          <a:noFill/>
          <a:ln cap="flat" cmpd="sng" w="19050">
            <a:solidFill>
              <a:srgbClr val="000000"/>
            </a:solidFill>
            <a:prstDash val="solid"/>
            <a:round/>
            <a:headEnd len="sm" w="sm" type="none"/>
            <a:tailEnd len="sm" w="sm" type="none"/>
          </a:ln>
        </p:spPr>
      </p:cxnSp>
      <p:cxnSp>
        <p:nvCxnSpPr>
          <p:cNvPr id="8463" name="Google Shape;8463;p62"/>
          <p:cNvCxnSpPr/>
          <p:nvPr/>
        </p:nvCxnSpPr>
        <p:spPr>
          <a:xfrm rot="10800000">
            <a:off x="8165418" y="2467932"/>
            <a:ext cx="9525" cy="363538"/>
          </a:xfrm>
          <a:prstGeom prst="straightConnector1">
            <a:avLst/>
          </a:prstGeom>
          <a:noFill/>
          <a:ln cap="flat" cmpd="sng" w="19050">
            <a:solidFill>
              <a:srgbClr val="000000"/>
            </a:solidFill>
            <a:prstDash val="solid"/>
            <a:round/>
            <a:headEnd len="sm" w="sm" type="none"/>
            <a:tailEnd len="sm" w="sm" type="none"/>
          </a:ln>
        </p:spPr>
      </p:cxnSp>
      <p:cxnSp>
        <p:nvCxnSpPr>
          <p:cNvPr id="8464" name="Google Shape;8464;p62"/>
          <p:cNvCxnSpPr/>
          <p:nvPr/>
        </p:nvCxnSpPr>
        <p:spPr>
          <a:xfrm flipH="1" rot="10800000">
            <a:off x="8684793" y="1917070"/>
            <a:ext cx="604838" cy="307975"/>
          </a:xfrm>
          <a:prstGeom prst="straightConnector1">
            <a:avLst/>
          </a:prstGeom>
          <a:noFill/>
          <a:ln cap="flat" cmpd="sng" w="19050">
            <a:solidFill>
              <a:srgbClr val="000000"/>
            </a:solidFill>
            <a:prstDash val="solid"/>
            <a:round/>
            <a:headEnd len="sm" w="sm" type="none"/>
            <a:tailEnd len="sm" w="sm" type="none"/>
          </a:ln>
        </p:spPr>
      </p:cxnSp>
      <p:sp>
        <p:nvSpPr>
          <p:cNvPr id="8465" name="Google Shape;8465;p62"/>
          <p:cNvSpPr/>
          <p:nvPr/>
        </p:nvSpPr>
        <p:spPr>
          <a:xfrm>
            <a:off x="5702481" y="2072645"/>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66" name="Google Shape;8466;p62"/>
          <p:cNvSpPr/>
          <p:nvPr/>
        </p:nvSpPr>
        <p:spPr>
          <a:xfrm>
            <a:off x="5864406" y="2072645"/>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67" name="Google Shape;8467;p62"/>
          <p:cNvSpPr/>
          <p:nvPr/>
        </p:nvSpPr>
        <p:spPr>
          <a:xfrm>
            <a:off x="6026331" y="2072645"/>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68" name="Google Shape;8468;p62"/>
          <p:cNvSpPr/>
          <p:nvPr/>
        </p:nvSpPr>
        <p:spPr>
          <a:xfrm>
            <a:off x="6188256" y="2072645"/>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69" name="Google Shape;8469;p62"/>
          <p:cNvSpPr/>
          <p:nvPr/>
        </p:nvSpPr>
        <p:spPr>
          <a:xfrm>
            <a:off x="6350181" y="2072645"/>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70" name="Google Shape;8470;p62"/>
          <p:cNvSpPr/>
          <p:nvPr/>
        </p:nvSpPr>
        <p:spPr>
          <a:xfrm>
            <a:off x="6721656" y="2072645"/>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71" name="Google Shape;8471;p62"/>
          <p:cNvSpPr/>
          <p:nvPr/>
        </p:nvSpPr>
        <p:spPr>
          <a:xfrm>
            <a:off x="7263981" y="2067882"/>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472" name="Google Shape;8472;p62"/>
          <p:cNvSpPr/>
          <p:nvPr/>
        </p:nvSpPr>
        <p:spPr>
          <a:xfrm>
            <a:off x="4062595" y="2529818"/>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cxnSp>
        <p:nvCxnSpPr>
          <p:cNvPr id="8473" name="Google Shape;8473;p62"/>
          <p:cNvCxnSpPr/>
          <p:nvPr/>
        </p:nvCxnSpPr>
        <p:spPr>
          <a:xfrm>
            <a:off x="6083481" y="1963107"/>
            <a:ext cx="1062037" cy="0"/>
          </a:xfrm>
          <a:prstGeom prst="straightConnector1">
            <a:avLst/>
          </a:prstGeom>
          <a:noFill/>
          <a:ln cap="flat" cmpd="sng" w="9525">
            <a:solidFill>
              <a:srgbClr val="000000"/>
            </a:solidFill>
            <a:prstDash val="solid"/>
            <a:round/>
            <a:headEnd len="sm" w="sm" type="none"/>
            <a:tailEnd len="med" w="med" type="triangle"/>
          </a:ln>
        </p:spPr>
      </p:cxnSp>
      <p:sp>
        <p:nvSpPr>
          <p:cNvPr id="8474" name="Google Shape;8474;p62"/>
          <p:cNvSpPr txBox="1"/>
          <p:nvPr/>
        </p:nvSpPr>
        <p:spPr>
          <a:xfrm>
            <a:off x="2827410" y="1545542"/>
            <a:ext cx="33374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2000"/>
              <a:buFont typeface="Calibri"/>
              <a:buNone/>
            </a:pPr>
            <a:r>
              <a:rPr b="0" i="0" lang="en-US" sz="2000" u="none" cap="none" strike="noStrike">
                <a:solidFill>
                  <a:srgbClr val="00B050"/>
                </a:solidFill>
                <a:latin typeface="Calibri"/>
                <a:ea typeface="Calibri"/>
                <a:cs typeface="Calibri"/>
                <a:sym typeface="Calibri"/>
              </a:rPr>
              <a:t>A</a:t>
            </a:r>
            <a:endParaRPr b="0" i="0" sz="2400" u="none" cap="none" strike="noStrike">
              <a:solidFill>
                <a:srgbClr val="00B050"/>
              </a:solidFill>
              <a:latin typeface="Calibri"/>
              <a:ea typeface="Calibri"/>
              <a:cs typeface="Calibri"/>
              <a:sym typeface="Calibri"/>
            </a:endParaRPr>
          </a:p>
        </p:txBody>
      </p:sp>
      <p:sp>
        <p:nvSpPr>
          <p:cNvPr id="8475" name="Google Shape;8475;p62"/>
          <p:cNvSpPr txBox="1"/>
          <p:nvPr/>
        </p:nvSpPr>
        <p:spPr>
          <a:xfrm>
            <a:off x="3133638" y="2494764"/>
            <a:ext cx="32412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B</a:t>
            </a:r>
            <a:endParaRPr b="0" i="0" sz="2400" u="none" cap="none" strike="noStrike">
              <a:solidFill>
                <a:srgbClr val="000099"/>
              </a:solidFill>
              <a:latin typeface="Calibri"/>
              <a:ea typeface="Calibri"/>
              <a:cs typeface="Calibri"/>
              <a:sym typeface="Calibri"/>
            </a:endParaRPr>
          </a:p>
        </p:txBody>
      </p:sp>
      <p:sp>
        <p:nvSpPr>
          <p:cNvPr id="8476" name="Google Shape;8476;p62"/>
          <p:cNvSpPr txBox="1"/>
          <p:nvPr/>
        </p:nvSpPr>
        <p:spPr>
          <a:xfrm>
            <a:off x="9575296" y="1479154"/>
            <a:ext cx="32092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2000"/>
              <a:buFont typeface="Calibri"/>
              <a:buNone/>
            </a:pPr>
            <a:r>
              <a:rPr b="0" i="0" lang="en-US" sz="2000" u="none" cap="none" strike="noStrike">
                <a:solidFill>
                  <a:srgbClr val="00B050"/>
                </a:solidFill>
                <a:latin typeface="Calibri"/>
                <a:ea typeface="Calibri"/>
                <a:cs typeface="Calibri"/>
                <a:sym typeface="Calibri"/>
              </a:rPr>
              <a:t>C</a:t>
            </a:r>
            <a:endParaRPr b="0" i="0" sz="2400" u="none" cap="none" strike="noStrike">
              <a:solidFill>
                <a:srgbClr val="00B050"/>
              </a:solidFill>
              <a:latin typeface="Calibri"/>
              <a:ea typeface="Calibri"/>
              <a:cs typeface="Calibri"/>
              <a:sym typeface="Calibri"/>
            </a:endParaRPr>
          </a:p>
        </p:txBody>
      </p:sp>
      <p:sp>
        <p:nvSpPr>
          <p:cNvPr id="8477" name="Google Shape;8477;p62"/>
          <p:cNvSpPr txBox="1"/>
          <p:nvPr/>
        </p:nvSpPr>
        <p:spPr>
          <a:xfrm>
            <a:off x="3622531" y="1345724"/>
            <a:ext cx="156478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R</a:t>
            </a:r>
            <a:r>
              <a:rPr b="0" i="0" lang="en-US" sz="2000" u="none" cap="none" strike="noStrike">
                <a:solidFill>
                  <a:srgbClr val="000000"/>
                </a:solidFill>
                <a:latin typeface="Calibri"/>
                <a:ea typeface="Calibri"/>
                <a:cs typeface="Calibri"/>
                <a:sym typeface="Calibri"/>
              </a:rPr>
              <a:t> = 100 Mb/s</a:t>
            </a:r>
            <a:endParaRPr b="0" i="0" sz="2000" u="none" cap="none" strike="noStrike">
              <a:solidFill>
                <a:srgbClr val="000000"/>
              </a:solidFill>
              <a:latin typeface="Calibri"/>
              <a:ea typeface="Calibri"/>
              <a:cs typeface="Calibri"/>
              <a:sym typeface="Calibri"/>
            </a:endParaRPr>
          </a:p>
        </p:txBody>
      </p:sp>
      <p:sp>
        <p:nvSpPr>
          <p:cNvPr id="8478" name="Google Shape;8478;p62"/>
          <p:cNvSpPr txBox="1"/>
          <p:nvPr/>
        </p:nvSpPr>
        <p:spPr>
          <a:xfrm>
            <a:off x="5697718" y="2382932"/>
            <a:ext cx="141859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R</a:t>
            </a:r>
            <a:r>
              <a:rPr b="0" i="0" lang="en-US" sz="2000" u="none" cap="none" strike="noStrike">
                <a:solidFill>
                  <a:srgbClr val="000000"/>
                </a:solidFill>
                <a:latin typeface="Calibri"/>
                <a:ea typeface="Calibri"/>
                <a:cs typeface="Calibri"/>
                <a:sym typeface="Calibri"/>
              </a:rPr>
              <a:t> = 15 Mb/s</a:t>
            </a:r>
            <a:endParaRPr b="0" i="0" sz="2400" u="none" cap="none" strike="noStrike">
              <a:solidFill>
                <a:srgbClr val="00CC99"/>
              </a:solidFill>
              <a:latin typeface="Calibri"/>
              <a:ea typeface="Calibri"/>
              <a:cs typeface="Calibri"/>
              <a:sym typeface="Calibri"/>
            </a:endParaRPr>
          </a:p>
        </p:txBody>
      </p:sp>
      <p:sp>
        <p:nvSpPr>
          <p:cNvPr id="8479" name="Google Shape;8479;p62"/>
          <p:cNvSpPr txBox="1"/>
          <p:nvPr/>
        </p:nvSpPr>
        <p:spPr>
          <a:xfrm>
            <a:off x="8199018" y="2880682"/>
            <a:ext cx="1841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CC99"/>
              </a:solidFill>
              <a:latin typeface="Calibri"/>
              <a:ea typeface="Calibri"/>
              <a:cs typeface="Calibri"/>
              <a:sym typeface="Calibri"/>
            </a:endParaRPr>
          </a:p>
        </p:txBody>
      </p:sp>
      <p:cxnSp>
        <p:nvCxnSpPr>
          <p:cNvPr id="8480" name="Google Shape;8480;p62"/>
          <p:cNvCxnSpPr/>
          <p:nvPr/>
        </p:nvCxnSpPr>
        <p:spPr>
          <a:xfrm>
            <a:off x="8734606" y="3033082"/>
            <a:ext cx="984250" cy="0"/>
          </a:xfrm>
          <a:prstGeom prst="straightConnector1">
            <a:avLst/>
          </a:prstGeom>
          <a:noFill/>
          <a:ln cap="flat" cmpd="sng" w="19050">
            <a:solidFill>
              <a:srgbClr val="000000"/>
            </a:solidFill>
            <a:prstDash val="solid"/>
            <a:round/>
            <a:headEnd len="sm" w="sm" type="none"/>
            <a:tailEnd len="sm" w="sm" type="none"/>
          </a:ln>
        </p:spPr>
      </p:cxnSp>
      <p:cxnSp>
        <p:nvCxnSpPr>
          <p:cNvPr id="8481" name="Google Shape;8481;p62"/>
          <p:cNvCxnSpPr/>
          <p:nvPr/>
        </p:nvCxnSpPr>
        <p:spPr>
          <a:xfrm flipH="1">
            <a:off x="8244205" y="2736221"/>
            <a:ext cx="950175" cy="168376"/>
          </a:xfrm>
          <a:prstGeom prst="straightConnector1">
            <a:avLst/>
          </a:prstGeom>
          <a:noFill/>
          <a:ln cap="flat" cmpd="sng" w="19050">
            <a:solidFill>
              <a:srgbClr val="000000"/>
            </a:solidFill>
            <a:prstDash val="solid"/>
            <a:round/>
            <a:headEnd len="sm" w="sm" type="none"/>
            <a:tailEnd len="sm" w="sm" type="none"/>
          </a:ln>
        </p:spPr>
      </p:cxnSp>
      <p:sp>
        <p:nvSpPr>
          <p:cNvPr id="8482" name="Google Shape;8482;p62"/>
          <p:cNvSpPr txBox="1"/>
          <p:nvPr/>
        </p:nvSpPr>
        <p:spPr>
          <a:xfrm>
            <a:off x="9499682" y="2250194"/>
            <a:ext cx="40481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t>
            </a:r>
            <a:endParaRPr b="0" i="0" sz="2000" u="none" cap="none" strike="noStrike">
              <a:solidFill>
                <a:srgbClr val="00CC99"/>
              </a:solidFill>
              <a:latin typeface="Calibri"/>
              <a:ea typeface="Calibri"/>
              <a:cs typeface="Calibri"/>
              <a:sym typeface="Calibri"/>
            </a:endParaRPr>
          </a:p>
        </p:txBody>
      </p:sp>
      <p:sp>
        <p:nvSpPr>
          <p:cNvPr id="8483" name="Google Shape;8483;p62"/>
          <p:cNvSpPr txBox="1"/>
          <p:nvPr/>
        </p:nvSpPr>
        <p:spPr>
          <a:xfrm>
            <a:off x="10325847" y="2632972"/>
            <a:ext cx="3097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000"/>
              <a:buFont typeface="Calibri"/>
              <a:buNone/>
            </a:pPr>
            <a:r>
              <a:rPr b="0" i="0" lang="en-US" sz="2000" u="none" cap="none" strike="noStrike">
                <a:solidFill>
                  <a:srgbClr val="0000A8"/>
                </a:solidFill>
                <a:latin typeface="Calibri"/>
                <a:ea typeface="Calibri"/>
                <a:cs typeface="Calibri"/>
                <a:sym typeface="Calibri"/>
              </a:rPr>
              <a:t>E</a:t>
            </a:r>
            <a:endParaRPr b="0" i="0" sz="2400" u="none" cap="none" strike="noStrike">
              <a:solidFill>
                <a:srgbClr val="0000A8"/>
              </a:solidFill>
              <a:latin typeface="Calibri"/>
              <a:ea typeface="Calibri"/>
              <a:cs typeface="Calibri"/>
              <a:sym typeface="Calibri"/>
            </a:endParaRPr>
          </a:p>
        </p:txBody>
      </p:sp>
      <p:sp>
        <p:nvSpPr>
          <p:cNvPr id="8484" name="Google Shape;8484;p62"/>
          <p:cNvSpPr txBox="1"/>
          <p:nvPr/>
        </p:nvSpPr>
        <p:spPr>
          <a:xfrm>
            <a:off x="3869197" y="3030215"/>
            <a:ext cx="2686586" cy="80073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queue</a:t>
            </a:r>
            <a:r>
              <a:rPr b="0" i="0" lang="en-US" sz="1800" u="none" cap="none" strike="noStrike">
                <a:solidFill>
                  <a:srgbClr val="000000"/>
                </a:solidFill>
                <a:latin typeface="Calibri"/>
                <a:ea typeface="Calibri"/>
                <a:cs typeface="Calibri"/>
                <a:sym typeface="Calibri"/>
              </a:rPr>
              <a:t> of packets</a:t>
            </a:r>
            <a:endParaRPr b="0" i="0" sz="1800" u="none" cap="none" strike="noStrike">
              <a:solidFill>
                <a:srgbClr val="000000"/>
              </a:solidFill>
              <a:latin typeface="Calibri"/>
              <a:ea typeface="Calibri"/>
              <a:cs typeface="Calibri"/>
              <a:sym typeface="Calibri"/>
            </a:endParaRPr>
          </a:p>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waiting for transmission over output link</a:t>
            </a:r>
            <a:endParaRPr b="0" i="0" sz="1800" u="none" cap="none" strike="noStrike">
              <a:solidFill>
                <a:srgbClr val="00CC99"/>
              </a:solidFill>
              <a:latin typeface="Calibri"/>
              <a:ea typeface="Calibri"/>
              <a:cs typeface="Calibri"/>
              <a:sym typeface="Calibri"/>
            </a:endParaRPr>
          </a:p>
        </p:txBody>
      </p:sp>
      <p:pic>
        <p:nvPicPr>
          <p:cNvPr descr="desktop_computer_stylized_medium" id="8485" name="Google Shape;8485;p62"/>
          <p:cNvPicPr preferRelativeResize="0"/>
          <p:nvPr/>
        </p:nvPicPr>
        <p:blipFill rotWithShape="1">
          <a:blip r:embed="rId3">
            <a:alphaModFix/>
          </a:blip>
          <a:srcRect b="0" l="0" r="0" t="0"/>
          <a:stretch/>
        </p:blipFill>
        <p:spPr>
          <a:xfrm flipH="1">
            <a:off x="2866218" y="1537657"/>
            <a:ext cx="779463" cy="679450"/>
          </a:xfrm>
          <a:prstGeom prst="rect">
            <a:avLst/>
          </a:prstGeom>
          <a:noFill/>
          <a:ln>
            <a:noFill/>
          </a:ln>
        </p:spPr>
      </p:pic>
      <p:sp>
        <p:nvSpPr>
          <p:cNvPr id="8486" name="Google Shape;8486;p62"/>
          <p:cNvSpPr/>
          <p:nvPr/>
        </p:nvSpPr>
        <p:spPr>
          <a:xfrm flipH="1">
            <a:off x="3198344" y="1602835"/>
            <a:ext cx="379005" cy="31113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8487" name="Google Shape;8487;p62"/>
          <p:cNvGrpSpPr/>
          <p:nvPr/>
        </p:nvGrpSpPr>
        <p:grpSpPr>
          <a:xfrm>
            <a:off x="3157718" y="2512382"/>
            <a:ext cx="779463" cy="679450"/>
            <a:chOff x="-44" y="1473"/>
            <a:chExt cx="981" cy="1105"/>
          </a:xfrm>
        </p:grpSpPr>
        <p:pic>
          <p:nvPicPr>
            <p:cNvPr descr="desktop_computer_stylized_medium" id="8488" name="Google Shape;8488;p6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489" name="Google Shape;8489;p6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8490" name="Google Shape;8490;p62"/>
          <p:cNvGrpSpPr/>
          <p:nvPr/>
        </p:nvGrpSpPr>
        <p:grpSpPr>
          <a:xfrm>
            <a:off x="9553756" y="2572707"/>
            <a:ext cx="779462" cy="679450"/>
            <a:chOff x="-44" y="1473"/>
            <a:chExt cx="981" cy="1105"/>
          </a:xfrm>
        </p:grpSpPr>
        <p:pic>
          <p:nvPicPr>
            <p:cNvPr descr="desktop_computer_stylized_medium" id="8491" name="Google Shape;8491;p6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492" name="Google Shape;8492;p6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8493" name="Google Shape;8493;p62"/>
          <p:cNvGrpSpPr/>
          <p:nvPr/>
        </p:nvGrpSpPr>
        <p:grpSpPr>
          <a:xfrm>
            <a:off x="8918756" y="1380495"/>
            <a:ext cx="779462" cy="679450"/>
            <a:chOff x="-44" y="1473"/>
            <a:chExt cx="981" cy="1105"/>
          </a:xfrm>
        </p:grpSpPr>
        <p:pic>
          <p:nvPicPr>
            <p:cNvPr descr="desktop_computer_stylized_medium" id="8494" name="Google Shape;8494;p6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495" name="Google Shape;8495;p6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8496" name="Google Shape;8496;p62"/>
          <p:cNvGrpSpPr/>
          <p:nvPr/>
        </p:nvGrpSpPr>
        <p:grpSpPr>
          <a:xfrm>
            <a:off x="7595249" y="2045192"/>
            <a:ext cx="1146494" cy="498545"/>
            <a:chOff x="7493876" y="2774731"/>
            <a:chExt cx="1481958" cy="894622"/>
          </a:xfrm>
        </p:grpSpPr>
        <p:sp>
          <p:nvSpPr>
            <p:cNvPr id="8497" name="Google Shape;8497;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498" name="Google Shape;8498;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499" name="Google Shape;8499;p62"/>
            <p:cNvGrpSpPr/>
            <p:nvPr/>
          </p:nvGrpSpPr>
          <p:grpSpPr>
            <a:xfrm>
              <a:off x="7713663" y="2848339"/>
              <a:ext cx="1042107" cy="425543"/>
              <a:chOff x="7786941" y="2884917"/>
              <a:chExt cx="897649" cy="353919"/>
            </a:xfrm>
          </p:grpSpPr>
          <p:sp>
            <p:nvSpPr>
              <p:cNvPr id="8500" name="Google Shape;8500;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1" name="Google Shape;8501;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2" name="Google Shape;8502;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3" name="Google Shape;8503;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504" name="Google Shape;8504;p62"/>
          <p:cNvGrpSpPr/>
          <p:nvPr/>
        </p:nvGrpSpPr>
        <p:grpSpPr>
          <a:xfrm>
            <a:off x="7621178" y="2733126"/>
            <a:ext cx="1146494" cy="498545"/>
            <a:chOff x="7493876" y="2774731"/>
            <a:chExt cx="1481958" cy="894622"/>
          </a:xfrm>
        </p:grpSpPr>
        <p:sp>
          <p:nvSpPr>
            <p:cNvPr id="8505" name="Google Shape;8505;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506" name="Google Shape;8506;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507" name="Google Shape;8507;p62"/>
            <p:cNvGrpSpPr/>
            <p:nvPr/>
          </p:nvGrpSpPr>
          <p:grpSpPr>
            <a:xfrm>
              <a:off x="7713663" y="2848339"/>
              <a:ext cx="1042107" cy="425543"/>
              <a:chOff x="7786941" y="2884917"/>
              <a:chExt cx="897649" cy="353919"/>
            </a:xfrm>
          </p:grpSpPr>
          <p:sp>
            <p:nvSpPr>
              <p:cNvPr id="8508" name="Google Shape;8508;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9" name="Google Shape;8509;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0" name="Google Shape;8510;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1" name="Google Shape;8511;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512" name="Google Shape;8512;p62"/>
          <p:cNvGrpSpPr/>
          <p:nvPr/>
        </p:nvGrpSpPr>
        <p:grpSpPr>
          <a:xfrm>
            <a:off x="4403089" y="2023615"/>
            <a:ext cx="1146494" cy="498545"/>
            <a:chOff x="7493876" y="2774731"/>
            <a:chExt cx="1481958" cy="894622"/>
          </a:xfrm>
        </p:grpSpPr>
        <p:sp>
          <p:nvSpPr>
            <p:cNvPr id="8513" name="Google Shape;8513;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514" name="Google Shape;8514;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515" name="Google Shape;8515;p62"/>
            <p:cNvGrpSpPr/>
            <p:nvPr/>
          </p:nvGrpSpPr>
          <p:grpSpPr>
            <a:xfrm>
              <a:off x="7713663" y="2848339"/>
              <a:ext cx="1042107" cy="425543"/>
              <a:chOff x="7786941" y="2884917"/>
              <a:chExt cx="897649" cy="353919"/>
            </a:xfrm>
          </p:grpSpPr>
          <p:sp>
            <p:nvSpPr>
              <p:cNvPr id="8516" name="Google Shape;8516;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7" name="Google Shape;8517;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8" name="Google Shape;8518;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9" name="Google Shape;8519;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8520" name="Google Shape;8520;p62"/>
          <p:cNvCxnSpPr/>
          <p:nvPr/>
        </p:nvCxnSpPr>
        <p:spPr>
          <a:xfrm>
            <a:off x="5538968" y="2190120"/>
            <a:ext cx="0" cy="228600"/>
          </a:xfrm>
          <a:prstGeom prst="straightConnector1">
            <a:avLst/>
          </a:prstGeom>
          <a:noFill/>
          <a:ln>
            <a:noFill/>
          </a:ln>
        </p:spPr>
      </p:cxnSp>
      <p:grpSp>
        <p:nvGrpSpPr>
          <p:cNvPr id="8521" name="Google Shape;8521;p62"/>
          <p:cNvGrpSpPr/>
          <p:nvPr/>
        </p:nvGrpSpPr>
        <p:grpSpPr>
          <a:xfrm>
            <a:off x="4857931" y="2148845"/>
            <a:ext cx="633412" cy="200025"/>
            <a:chOff x="1800" y="1425"/>
            <a:chExt cx="399" cy="126"/>
          </a:xfrm>
        </p:grpSpPr>
        <p:sp>
          <p:nvSpPr>
            <p:cNvPr id="8522" name="Google Shape;8522;p62"/>
            <p:cNvSpPr/>
            <p:nvPr/>
          </p:nvSpPr>
          <p:spPr>
            <a:xfrm>
              <a:off x="1800" y="1425"/>
              <a:ext cx="93" cy="126"/>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523" name="Google Shape;8523;p62"/>
            <p:cNvSpPr/>
            <p:nvPr/>
          </p:nvSpPr>
          <p:spPr>
            <a:xfrm>
              <a:off x="1902" y="1425"/>
              <a:ext cx="93" cy="126"/>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524" name="Google Shape;8524;p62"/>
            <p:cNvSpPr/>
            <p:nvPr/>
          </p:nvSpPr>
          <p:spPr>
            <a:xfrm>
              <a:off x="2004" y="1425"/>
              <a:ext cx="93" cy="126"/>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525" name="Google Shape;8525;p62"/>
            <p:cNvSpPr/>
            <p:nvPr/>
          </p:nvSpPr>
          <p:spPr>
            <a:xfrm>
              <a:off x="2106" y="1425"/>
              <a:ext cx="93" cy="126"/>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526" name="Google Shape;8526;p62"/>
          <p:cNvSpPr/>
          <p:nvPr/>
        </p:nvSpPr>
        <p:spPr>
          <a:xfrm>
            <a:off x="3841032" y="1971158"/>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cxnSp>
        <p:nvCxnSpPr>
          <p:cNvPr id="8527" name="Google Shape;8527;p62"/>
          <p:cNvCxnSpPr/>
          <p:nvPr/>
        </p:nvCxnSpPr>
        <p:spPr>
          <a:xfrm>
            <a:off x="4022858" y="2133026"/>
            <a:ext cx="227109" cy="114187"/>
          </a:xfrm>
          <a:prstGeom prst="straightConnector1">
            <a:avLst/>
          </a:prstGeom>
          <a:noFill/>
          <a:ln cap="flat" cmpd="sng" w="9525">
            <a:solidFill>
              <a:srgbClr val="000000"/>
            </a:solidFill>
            <a:prstDash val="solid"/>
            <a:round/>
            <a:headEnd len="sm" w="sm" type="none"/>
            <a:tailEnd len="med" w="med" type="triangle"/>
          </a:ln>
        </p:spPr>
      </p:cxnSp>
      <p:cxnSp>
        <p:nvCxnSpPr>
          <p:cNvPr id="8528" name="Google Shape;8528;p62"/>
          <p:cNvCxnSpPr/>
          <p:nvPr/>
        </p:nvCxnSpPr>
        <p:spPr>
          <a:xfrm flipH="1" rot="10800000">
            <a:off x="4236079" y="2486552"/>
            <a:ext cx="248236" cy="155731"/>
          </a:xfrm>
          <a:prstGeom prst="straightConnector1">
            <a:avLst/>
          </a:prstGeom>
          <a:noFill/>
          <a:ln cap="flat" cmpd="sng" w="9525">
            <a:solidFill>
              <a:srgbClr val="000000"/>
            </a:solidFill>
            <a:prstDash val="solid"/>
            <a:round/>
            <a:headEnd len="sm" w="sm" type="none"/>
            <a:tailEnd len="med" w="med" type="triangle"/>
          </a:ln>
        </p:spPr>
      </p:cxnSp>
      <p:cxnSp>
        <p:nvCxnSpPr>
          <p:cNvPr id="8529" name="Google Shape;8529;p62"/>
          <p:cNvCxnSpPr/>
          <p:nvPr/>
        </p:nvCxnSpPr>
        <p:spPr>
          <a:xfrm flipH="1" rot="10800000">
            <a:off x="5112260" y="2401255"/>
            <a:ext cx="17133" cy="641957"/>
          </a:xfrm>
          <a:prstGeom prst="straightConnector1">
            <a:avLst/>
          </a:prstGeom>
          <a:noFill/>
          <a:ln cap="flat" cmpd="sng" w="9525">
            <a:solidFill>
              <a:srgbClr val="C00000"/>
            </a:solidFill>
            <a:prstDash val="solid"/>
            <a:round/>
            <a:headEnd len="sm" w="sm" type="none"/>
            <a:tailEnd len="sm" w="sm" type="none"/>
          </a:ln>
        </p:spPr>
      </p:cxnSp>
      <p:cxnSp>
        <p:nvCxnSpPr>
          <p:cNvPr id="8530" name="Google Shape;8530;p62"/>
          <p:cNvCxnSpPr/>
          <p:nvPr/>
        </p:nvCxnSpPr>
        <p:spPr>
          <a:xfrm rot="10800000">
            <a:off x="3757081" y="1665193"/>
            <a:ext cx="0" cy="221089"/>
          </a:xfrm>
          <a:prstGeom prst="straightConnector1">
            <a:avLst/>
          </a:prstGeom>
          <a:noFill/>
          <a:ln cap="flat" cmpd="sng" w="9525">
            <a:solidFill>
              <a:srgbClr val="000000"/>
            </a:solidFill>
            <a:prstDash val="solid"/>
            <a:round/>
            <a:headEnd len="sm" w="sm" type="none"/>
            <a:tailEnd len="sm" w="sm" type="none"/>
          </a:ln>
        </p:spPr>
      </p:cxnSp>
      <p:cxnSp>
        <p:nvCxnSpPr>
          <p:cNvPr id="8531" name="Google Shape;8531;p62"/>
          <p:cNvCxnSpPr/>
          <p:nvPr/>
        </p:nvCxnSpPr>
        <p:spPr>
          <a:xfrm rot="10800000">
            <a:off x="5850118" y="2346352"/>
            <a:ext cx="0" cy="120316"/>
          </a:xfrm>
          <a:prstGeom prst="straightConnector1">
            <a:avLst/>
          </a:prstGeom>
          <a:noFill/>
          <a:ln cap="flat" cmpd="sng" w="9525">
            <a:solidFill>
              <a:srgbClr val="000000"/>
            </a:solidFill>
            <a:prstDash val="solid"/>
            <a:round/>
            <a:headEnd len="sm" w="sm" type="none"/>
            <a:tailEnd len="sm" w="sm" type="none"/>
          </a:ln>
        </p:spPr>
      </p:cxnSp>
      <p:sp>
        <p:nvSpPr>
          <p:cNvPr id="8532" name="Google Shape;8532;p62"/>
          <p:cNvSpPr txBox="1"/>
          <p:nvPr>
            <p:ph idx="1" type="body"/>
          </p:nvPr>
        </p:nvSpPr>
        <p:spPr>
          <a:xfrm>
            <a:off x="1353612" y="4213229"/>
            <a:ext cx="10347608" cy="2234066"/>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200"/>
              <a:buNone/>
            </a:pPr>
            <a:r>
              <a:rPr i="1" lang="en-US" sz="3200">
                <a:solidFill>
                  <a:srgbClr val="C00000"/>
                </a:solidFill>
              </a:rPr>
              <a:t>Packet queuing and loss: </a:t>
            </a:r>
            <a:r>
              <a:rPr lang="en-US" sz="3200"/>
              <a:t>i</a:t>
            </a:r>
            <a:r>
              <a:rPr lang="en-US"/>
              <a:t>f arrival rate (in bps) to link exceeds transmission rate (bps) of link for some period of time:</a:t>
            </a:r>
            <a:endParaRPr/>
          </a:p>
          <a:p>
            <a:pPr indent="-230505" lvl="0" marL="287655" rtl="0" algn="l">
              <a:lnSpc>
                <a:spcPct val="90000"/>
              </a:lnSpc>
              <a:spcBef>
                <a:spcPts val="1000"/>
              </a:spcBef>
              <a:spcAft>
                <a:spcPts val="0"/>
              </a:spcAft>
              <a:buSzPts val="2800"/>
              <a:buChar char="▪"/>
            </a:pPr>
            <a:r>
              <a:rPr lang="en-US"/>
              <a:t>packets will queue, waiting to be transmitted on output link </a:t>
            </a:r>
            <a:endParaRPr/>
          </a:p>
          <a:p>
            <a:pPr indent="-230505" lvl="0" marL="287655" rtl="0" algn="l">
              <a:lnSpc>
                <a:spcPct val="90000"/>
              </a:lnSpc>
              <a:spcBef>
                <a:spcPts val="1000"/>
              </a:spcBef>
              <a:spcAft>
                <a:spcPts val="0"/>
              </a:spcAft>
              <a:buSzPts val="2800"/>
              <a:buChar char="▪"/>
            </a:pPr>
            <a:r>
              <a:rPr lang="en-US"/>
              <a:t>packets can be dropped (lost) if memory (buffer) in router fills up</a:t>
            </a:r>
            <a:endParaRPr/>
          </a:p>
          <a:p>
            <a:pPr indent="-44450" lvl="0" marL="352425" rtl="0" algn="l">
              <a:lnSpc>
                <a:spcPct val="90000"/>
              </a:lnSpc>
              <a:spcBef>
                <a:spcPts val="1000"/>
              </a:spcBef>
              <a:spcAft>
                <a:spcPts val="0"/>
              </a:spcAft>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32"/>
                                        </p:tgtEl>
                                        <p:attrNameLst>
                                          <p:attrName>style.visibility</p:attrName>
                                        </p:attrNameLst>
                                      </p:cBhvr>
                                      <p:to>
                                        <p:strVal val="visible"/>
                                      </p:to>
                                    </p:set>
                                    <p:animEffect filter="fade" transition="in">
                                      <p:cBhvr>
                                        <p:cTn dur="500"/>
                                        <p:tgtEl>
                                          <p:spTgt spid="85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7" name="Shape 8537"/>
        <p:cNvGrpSpPr/>
        <p:nvPr/>
      </p:nvGrpSpPr>
      <p:grpSpPr>
        <a:xfrm>
          <a:off x="0" y="0"/>
          <a:ext cx="0" cy="0"/>
          <a:chOff x="0" y="0"/>
          <a:chExt cx="0" cy="0"/>
        </a:xfrm>
      </p:grpSpPr>
      <p:sp>
        <p:nvSpPr>
          <p:cNvPr id="8538" name="Google Shape;8538;p63"/>
          <p:cNvSpPr txBox="1"/>
          <p:nvPr>
            <p:ph type="title"/>
          </p:nvPr>
        </p:nvSpPr>
        <p:spPr>
          <a:xfrm>
            <a:off x="838200" y="24422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Packet switching versus circuit switching</a:t>
            </a:r>
            <a:endParaRPr/>
          </a:p>
        </p:txBody>
      </p:sp>
      <p:sp>
        <p:nvSpPr>
          <p:cNvPr id="8539" name="Google Shape;8539;p63"/>
          <p:cNvSpPr txBox="1"/>
          <p:nvPr/>
        </p:nvSpPr>
        <p:spPr>
          <a:xfrm>
            <a:off x="1798051" y="1331088"/>
            <a:ext cx="4938590" cy="1938185"/>
          </a:xfrm>
          <a:prstGeom prst="rect">
            <a:avLst/>
          </a:prstGeom>
          <a:noFill/>
          <a:ln>
            <a:noFill/>
          </a:ln>
        </p:spPr>
        <p:txBody>
          <a:bodyPr anchorCtr="0" anchor="t" bIns="45700" lIns="91425" spcFirstLastPara="1" rIns="91425" wrap="square" tIns="45700">
            <a:normAutofit lnSpcReduction="10000"/>
          </a:bodyPr>
          <a:lstStyle/>
          <a:p>
            <a:pPr indent="-231775" lvl="0" marL="231775" marR="0" rtl="0" algn="l">
              <a:lnSpc>
                <a:spcPct val="90000"/>
              </a:lnSpc>
              <a:spcBef>
                <a:spcPts val="0"/>
              </a:spcBef>
              <a:spcAft>
                <a:spcPts val="0"/>
              </a:spcAft>
              <a:buClr>
                <a:srgbClr val="0000A3"/>
              </a:buClr>
              <a:buSzPts val="2100"/>
              <a:buFont typeface="Noto Sans Symbols"/>
              <a:buNone/>
            </a:pPr>
            <a:r>
              <a:rPr b="0" i="0" lang="en-US" sz="2800" u="none" cap="none" strike="noStrike">
                <a:solidFill>
                  <a:srgbClr val="000000"/>
                </a:solidFill>
                <a:latin typeface="Calibri"/>
                <a:ea typeface="Calibri"/>
                <a:cs typeface="Calibri"/>
                <a:sym typeface="Calibri"/>
              </a:rPr>
              <a:t>example:</a:t>
            </a:r>
            <a:endParaRPr b="0" i="0" sz="2800" u="none" cap="none" strike="noStrike">
              <a:solidFill>
                <a:srgbClr val="000000"/>
              </a:solidFill>
              <a:latin typeface="Calibri"/>
              <a:ea typeface="Calibri"/>
              <a:cs typeface="Calibri"/>
              <a:sym typeface="Calibri"/>
            </a:endParaRPr>
          </a:p>
          <a:p>
            <a:pPr indent="-228600" lvl="0" marL="228600" marR="0" rtl="0" algn="l">
              <a:lnSpc>
                <a:spcPct val="90000"/>
              </a:lnSpc>
              <a:spcBef>
                <a:spcPts val="6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1 Gb/s link</a:t>
            </a:r>
            <a:endParaRPr b="0" i="0" sz="2400" u="none" cap="none" strike="noStrike">
              <a:solidFill>
                <a:srgbClr val="000000"/>
              </a:solidFill>
              <a:latin typeface="Calibri"/>
              <a:ea typeface="Calibri"/>
              <a:cs typeface="Calibri"/>
              <a:sym typeface="Calibri"/>
            </a:endParaRPr>
          </a:p>
          <a:p>
            <a:pPr indent="-228600" lvl="0" marL="228600" marR="0" rtl="0" algn="l">
              <a:lnSpc>
                <a:spcPct val="90000"/>
              </a:lnSpc>
              <a:spcBef>
                <a:spcPts val="6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each user: </a:t>
            </a:r>
            <a:endParaRPr b="0" i="0" sz="2400" u="none" cap="none" strike="noStrike">
              <a:solidFill>
                <a:srgbClr val="000000"/>
              </a:solidFill>
              <a:latin typeface="Calibri"/>
              <a:ea typeface="Calibri"/>
              <a:cs typeface="Calibri"/>
              <a:sym typeface="Calibri"/>
            </a:endParaRPr>
          </a:p>
          <a:p>
            <a:pPr indent="-217805" lvl="1" marL="514350" marR="0" rtl="0" algn="l">
              <a:lnSpc>
                <a:spcPct val="90000"/>
              </a:lnSpc>
              <a:spcBef>
                <a:spcPts val="600"/>
              </a:spcBef>
              <a:spcAft>
                <a:spcPts val="0"/>
              </a:spcAft>
              <a:buClr>
                <a:srgbClr val="0000A8"/>
              </a:buClr>
              <a:buSzPts val="2000"/>
              <a:buFont typeface="Arial"/>
              <a:buChar char="•"/>
            </a:pPr>
            <a:r>
              <a:rPr b="0" i="0" lang="en-US" sz="2000" u="none" cap="none" strike="noStrike">
                <a:solidFill>
                  <a:srgbClr val="000000"/>
                </a:solidFill>
                <a:latin typeface="Calibri"/>
                <a:ea typeface="Calibri"/>
                <a:cs typeface="Calibri"/>
                <a:sym typeface="Calibri"/>
              </a:rPr>
              <a:t>100 Mb/s when “active”</a:t>
            </a:r>
            <a:endParaRPr b="0" i="0" sz="2000" u="none" cap="none" strike="noStrike">
              <a:solidFill>
                <a:srgbClr val="000000"/>
              </a:solidFill>
              <a:latin typeface="Calibri"/>
              <a:ea typeface="Calibri"/>
              <a:cs typeface="Calibri"/>
              <a:sym typeface="Calibri"/>
            </a:endParaRPr>
          </a:p>
          <a:p>
            <a:pPr indent="-217805" lvl="1" marL="514350" marR="0" rtl="0" algn="l">
              <a:lnSpc>
                <a:spcPct val="90000"/>
              </a:lnSpc>
              <a:spcBef>
                <a:spcPts val="600"/>
              </a:spcBef>
              <a:spcAft>
                <a:spcPts val="0"/>
              </a:spcAft>
              <a:buClr>
                <a:srgbClr val="0000A8"/>
              </a:buClr>
              <a:buSzPts val="2000"/>
              <a:buFont typeface="Arial"/>
              <a:buChar char="•"/>
            </a:pPr>
            <a:r>
              <a:rPr b="0" i="0" lang="en-US" sz="2000" u="none" cap="none" strike="noStrike">
                <a:solidFill>
                  <a:srgbClr val="000000"/>
                </a:solidFill>
                <a:latin typeface="Calibri"/>
                <a:ea typeface="Calibri"/>
                <a:cs typeface="Calibri"/>
                <a:sym typeface="Calibri"/>
              </a:rPr>
              <a:t>active 10% of time</a:t>
            </a:r>
            <a:endParaRPr b="0" i="0" sz="2000" u="none" cap="none" strike="noStrike">
              <a:solidFill>
                <a:srgbClr val="000000"/>
              </a:solidFill>
              <a:latin typeface="Calibri"/>
              <a:ea typeface="Calibri"/>
              <a:cs typeface="Calibri"/>
              <a:sym typeface="Calibri"/>
            </a:endParaRPr>
          </a:p>
          <a:p>
            <a:pPr indent="-92075" lvl="1" marL="567055" marR="0" rtl="0" algn="l">
              <a:lnSpc>
                <a:spcPct val="90000"/>
              </a:lnSpc>
              <a:spcBef>
                <a:spcPts val="500"/>
              </a:spcBef>
              <a:spcAft>
                <a:spcPts val="0"/>
              </a:spcAft>
              <a:buClr>
                <a:srgbClr val="0000A8"/>
              </a:buClr>
              <a:buSzPts val="2000"/>
              <a:buFont typeface="Arial"/>
              <a:buNone/>
            </a:pPr>
            <a:r>
              <a:t/>
            </a:r>
            <a:endParaRPr b="0" i="0" sz="2000" u="none" cap="none" strike="noStrike">
              <a:solidFill>
                <a:srgbClr val="000000"/>
              </a:solidFill>
              <a:latin typeface="Calibri"/>
              <a:ea typeface="Calibri"/>
              <a:cs typeface="Calibri"/>
              <a:sym typeface="Calibri"/>
            </a:endParaRPr>
          </a:p>
          <a:p>
            <a:pPr indent="-79375" lvl="0" marL="23177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8540" name="Google Shape;8540;p63"/>
          <p:cNvSpPr txBox="1"/>
          <p:nvPr/>
        </p:nvSpPr>
        <p:spPr>
          <a:xfrm>
            <a:off x="770020" y="3313964"/>
            <a:ext cx="11085095" cy="6096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400"/>
              <a:buFont typeface="Noto Sans Symbols"/>
              <a:buNone/>
            </a:pPr>
            <a:r>
              <a:rPr b="0" i="1" lang="en-US" sz="2400" u="none" cap="none" strike="noStrike">
                <a:solidFill>
                  <a:srgbClr val="CC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how many users can use this network under circuit-switching and packet switching?</a:t>
            </a:r>
            <a:endParaRPr b="0" i="0" sz="2400" u="none" cap="none" strike="noStrike">
              <a:solidFill>
                <a:srgbClr val="000000"/>
              </a:solidFill>
              <a:latin typeface="Calibri"/>
              <a:ea typeface="Calibri"/>
              <a:cs typeface="Calibri"/>
              <a:sym typeface="Calibri"/>
            </a:endParaRPr>
          </a:p>
        </p:txBody>
      </p:sp>
      <p:grpSp>
        <p:nvGrpSpPr>
          <p:cNvPr id="8541" name="Google Shape;8541;p63"/>
          <p:cNvGrpSpPr/>
          <p:nvPr/>
        </p:nvGrpSpPr>
        <p:grpSpPr>
          <a:xfrm>
            <a:off x="5274718" y="1427105"/>
            <a:ext cx="4284345" cy="1665011"/>
            <a:chOff x="6463839" y="2201136"/>
            <a:chExt cx="5112268" cy="2005013"/>
          </a:xfrm>
        </p:grpSpPr>
        <p:cxnSp>
          <p:nvCxnSpPr>
            <p:cNvPr id="8542" name="Google Shape;8542;p63"/>
            <p:cNvCxnSpPr/>
            <p:nvPr/>
          </p:nvCxnSpPr>
          <p:spPr>
            <a:xfrm>
              <a:off x="7197264" y="2684966"/>
              <a:ext cx="838200" cy="457200"/>
            </a:xfrm>
            <a:prstGeom prst="straightConnector1">
              <a:avLst/>
            </a:prstGeom>
            <a:noFill/>
            <a:ln cap="flat" cmpd="sng" w="28575">
              <a:solidFill>
                <a:srgbClr val="000099"/>
              </a:solidFill>
              <a:prstDash val="solid"/>
              <a:round/>
              <a:headEnd len="sm" w="sm" type="none"/>
              <a:tailEnd len="sm" w="sm" type="none"/>
            </a:ln>
          </p:spPr>
        </p:cxnSp>
        <p:cxnSp>
          <p:nvCxnSpPr>
            <p:cNvPr id="8543" name="Google Shape;8543;p63"/>
            <p:cNvCxnSpPr/>
            <p:nvPr/>
          </p:nvCxnSpPr>
          <p:spPr>
            <a:xfrm>
              <a:off x="8027887" y="3142166"/>
              <a:ext cx="2038350" cy="0"/>
            </a:xfrm>
            <a:prstGeom prst="straightConnector1">
              <a:avLst/>
            </a:prstGeom>
            <a:noFill/>
            <a:ln cap="flat" cmpd="sng" w="28575">
              <a:solidFill>
                <a:srgbClr val="0000A8"/>
              </a:solidFill>
              <a:prstDash val="solid"/>
              <a:round/>
              <a:headEnd len="sm" w="sm" type="none"/>
              <a:tailEnd len="med" w="med" type="triangle"/>
            </a:ln>
          </p:spPr>
        </p:cxnSp>
        <p:cxnSp>
          <p:nvCxnSpPr>
            <p:cNvPr id="8544" name="Google Shape;8544;p63"/>
            <p:cNvCxnSpPr/>
            <p:nvPr/>
          </p:nvCxnSpPr>
          <p:spPr>
            <a:xfrm>
              <a:off x="8027887" y="3317507"/>
              <a:ext cx="2038350" cy="0"/>
            </a:xfrm>
            <a:prstGeom prst="straightConnector1">
              <a:avLst/>
            </a:prstGeom>
            <a:noFill/>
            <a:ln cap="flat" cmpd="sng" w="28575">
              <a:solidFill>
                <a:srgbClr val="0000A8"/>
              </a:solidFill>
              <a:prstDash val="solid"/>
              <a:round/>
              <a:headEnd len="sm" w="sm" type="none"/>
              <a:tailEnd len="med" w="med" type="triangle"/>
            </a:ln>
          </p:spPr>
        </p:cxnSp>
        <p:cxnSp>
          <p:nvCxnSpPr>
            <p:cNvPr id="8545" name="Google Shape;8545;p63"/>
            <p:cNvCxnSpPr/>
            <p:nvPr/>
          </p:nvCxnSpPr>
          <p:spPr>
            <a:xfrm flipH="1" rot="10800000">
              <a:off x="7273464" y="3317507"/>
              <a:ext cx="761999" cy="609599"/>
            </a:xfrm>
            <a:prstGeom prst="straightConnector1">
              <a:avLst/>
            </a:prstGeom>
            <a:noFill/>
            <a:ln cap="flat" cmpd="sng" w="28575">
              <a:solidFill>
                <a:srgbClr val="000099"/>
              </a:solidFill>
              <a:prstDash val="solid"/>
              <a:round/>
              <a:headEnd len="sm" w="sm" type="none"/>
              <a:tailEnd len="sm" w="sm" type="none"/>
            </a:ln>
          </p:spPr>
        </p:cxnSp>
        <p:sp>
          <p:nvSpPr>
            <p:cNvPr id="8546" name="Google Shape;8546;p63"/>
            <p:cNvSpPr txBox="1"/>
            <p:nvPr/>
          </p:nvSpPr>
          <p:spPr>
            <a:xfrm>
              <a:off x="6979492" y="2909443"/>
              <a:ext cx="876970" cy="68195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99"/>
                </a:buClr>
                <a:buSzPts val="1800"/>
                <a:buFont typeface="Calibri"/>
                <a:buNone/>
              </a:pPr>
              <a:r>
                <a:rPr b="0" i="1" lang="en-US" sz="1800" u="none" cap="none" strike="noStrike">
                  <a:solidFill>
                    <a:srgbClr val="000099"/>
                  </a:solidFill>
                  <a:latin typeface="Calibri"/>
                  <a:ea typeface="Calibri"/>
                  <a:cs typeface="Calibri"/>
                  <a:sym typeface="Calibri"/>
                </a:rPr>
                <a:t>N</a:t>
              </a:r>
              <a:r>
                <a:rPr b="0" i="0" lang="en-US" sz="1800" u="none" cap="none" strike="noStrike">
                  <a:solidFill>
                    <a:srgbClr val="000099"/>
                  </a:solidFill>
                  <a:latin typeface="Calibri"/>
                  <a:ea typeface="Calibri"/>
                  <a:cs typeface="Calibri"/>
                  <a:sym typeface="Calibri"/>
                </a:rPr>
                <a:t> </a:t>
              </a:r>
              <a:endParaRPr b="0" i="0" sz="1800" u="none" cap="none" strike="noStrike">
                <a:solidFill>
                  <a:srgbClr val="000099"/>
                </a:solidFill>
                <a:latin typeface="Calibri"/>
                <a:ea typeface="Calibri"/>
                <a:cs typeface="Calibri"/>
                <a:sym typeface="Calibri"/>
              </a:endParaRPr>
            </a:p>
            <a:p>
              <a:pPr indent="0" lvl="0" marL="0" marR="0" rtl="0" algn="ctr">
                <a:lnSpc>
                  <a:spcPct val="80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users</a:t>
              </a:r>
              <a:endParaRPr b="0" i="0" sz="2000" u="none" cap="none" strike="noStrike">
                <a:solidFill>
                  <a:srgbClr val="000099"/>
                </a:solidFill>
                <a:latin typeface="Calibri"/>
                <a:ea typeface="Calibri"/>
                <a:cs typeface="Calibri"/>
                <a:sym typeface="Calibri"/>
              </a:endParaRPr>
            </a:p>
          </p:txBody>
        </p:sp>
        <p:sp>
          <p:nvSpPr>
            <p:cNvPr id="8547" name="Google Shape;8547;p63"/>
            <p:cNvSpPr txBox="1"/>
            <p:nvPr/>
          </p:nvSpPr>
          <p:spPr>
            <a:xfrm>
              <a:off x="10084176" y="3251792"/>
              <a:ext cx="1491931" cy="4121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1 Gbps link</a:t>
              </a:r>
              <a:endParaRPr b="0" i="0" sz="2000" u="none" cap="none" strike="noStrike">
                <a:solidFill>
                  <a:srgbClr val="000000"/>
                </a:solidFill>
                <a:latin typeface="Calibri"/>
                <a:ea typeface="Calibri"/>
                <a:cs typeface="Calibri"/>
                <a:sym typeface="Calibri"/>
              </a:endParaRPr>
            </a:p>
          </p:txBody>
        </p:sp>
        <p:cxnSp>
          <p:nvCxnSpPr>
            <p:cNvPr id="8548" name="Google Shape;8548;p63"/>
            <p:cNvCxnSpPr/>
            <p:nvPr/>
          </p:nvCxnSpPr>
          <p:spPr>
            <a:xfrm>
              <a:off x="9308639" y="3234599"/>
              <a:ext cx="1409700" cy="0"/>
            </a:xfrm>
            <a:prstGeom prst="straightConnector1">
              <a:avLst/>
            </a:prstGeom>
            <a:noFill/>
            <a:ln cap="flat" cmpd="sng" w="44450">
              <a:solidFill>
                <a:schemeClr val="dk1"/>
              </a:solidFill>
              <a:prstDash val="solid"/>
              <a:round/>
              <a:headEnd len="sm" w="sm" type="none"/>
              <a:tailEnd len="sm" w="sm" type="none"/>
            </a:ln>
          </p:spPr>
        </p:cxnSp>
        <p:sp>
          <p:nvSpPr>
            <p:cNvPr id="8549" name="Google Shape;8549;p63"/>
            <p:cNvSpPr txBox="1"/>
            <p:nvPr/>
          </p:nvSpPr>
          <p:spPr>
            <a:xfrm rot="5273514">
              <a:off x="6621034" y="2903648"/>
              <a:ext cx="7366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a:t>
              </a:r>
              <a:endParaRPr b="1" i="0" sz="2800" u="none" cap="none" strike="noStrike">
                <a:solidFill>
                  <a:srgbClr val="000000"/>
                </a:solidFill>
                <a:latin typeface="Arial"/>
                <a:ea typeface="Arial"/>
                <a:cs typeface="Arial"/>
                <a:sym typeface="Arial"/>
              </a:endParaRPr>
            </a:p>
          </p:txBody>
        </p:sp>
        <p:grpSp>
          <p:nvGrpSpPr>
            <p:cNvPr id="8550" name="Google Shape;8550;p63"/>
            <p:cNvGrpSpPr/>
            <p:nvPr/>
          </p:nvGrpSpPr>
          <p:grpSpPr>
            <a:xfrm>
              <a:off x="6463839" y="2201136"/>
              <a:ext cx="779462" cy="679450"/>
              <a:chOff x="-44" y="1473"/>
              <a:chExt cx="981" cy="1105"/>
            </a:xfrm>
          </p:grpSpPr>
          <p:pic>
            <p:nvPicPr>
              <p:cNvPr descr="desktop_computer_stylized_medium" id="8551" name="Google Shape;8551;p6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52" name="Google Shape;8552;p6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553" name="Google Shape;8553;p63"/>
            <p:cNvGrpSpPr/>
            <p:nvPr/>
          </p:nvGrpSpPr>
          <p:grpSpPr>
            <a:xfrm>
              <a:off x="6468601" y="3526699"/>
              <a:ext cx="779463" cy="679450"/>
              <a:chOff x="-44" y="1473"/>
              <a:chExt cx="981" cy="1105"/>
            </a:xfrm>
          </p:grpSpPr>
          <p:pic>
            <p:nvPicPr>
              <p:cNvPr descr="desktop_computer_stylized_medium" id="8554" name="Google Shape;8554;p6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55" name="Google Shape;8555;p6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556" name="Google Shape;8556;p63"/>
            <p:cNvGrpSpPr/>
            <p:nvPr/>
          </p:nvGrpSpPr>
          <p:grpSpPr>
            <a:xfrm>
              <a:off x="8273141" y="2958864"/>
              <a:ext cx="1158784" cy="572412"/>
              <a:chOff x="7493876" y="2774731"/>
              <a:chExt cx="1481958" cy="894622"/>
            </a:xfrm>
          </p:grpSpPr>
          <p:sp>
            <p:nvSpPr>
              <p:cNvPr id="8557" name="Google Shape;8557;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558" name="Google Shape;8558;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559" name="Google Shape;8559;p63"/>
              <p:cNvGrpSpPr/>
              <p:nvPr/>
            </p:nvGrpSpPr>
            <p:grpSpPr>
              <a:xfrm>
                <a:off x="7713663" y="2848339"/>
                <a:ext cx="1042107" cy="425543"/>
                <a:chOff x="7786941" y="2884917"/>
                <a:chExt cx="897649" cy="353919"/>
              </a:xfrm>
            </p:grpSpPr>
            <p:sp>
              <p:nvSpPr>
                <p:cNvPr id="8560" name="Google Shape;8560;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1" name="Google Shape;8561;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2" name="Google Shape;8562;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3" name="Google Shape;8563;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564" name="Google Shape;8564;p63"/>
          <p:cNvSpPr txBox="1"/>
          <p:nvPr/>
        </p:nvSpPr>
        <p:spPr>
          <a:xfrm>
            <a:off x="908221" y="3603662"/>
            <a:ext cx="4938590" cy="964254"/>
          </a:xfrm>
          <a:prstGeom prst="rect">
            <a:avLst/>
          </a:prstGeom>
          <a:noFill/>
          <a:ln>
            <a:noFill/>
          </a:ln>
        </p:spPr>
        <p:txBody>
          <a:bodyPr anchorCtr="0" anchor="t" bIns="45700" lIns="91425" spcFirstLastPara="1" rIns="91425" wrap="square" tIns="45700">
            <a:normAutofit/>
          </a:bodyPr>
          <a:lstStyle/>
          <a:p>
            <a:pPr indent="-92075" lvl="1" marL="567055" marR="0" rtl="0" algn="l">
              <a:lnSpc>
                <a:spcPct val="90000"/>
              </a:lnSpc>
              <a:spcBef>
                <a:spcPts val="0"/>
              </a:spcBef>
              <a:spcAft>
                <a:spcPts val="0"/>
              </a:spcAft>
              <a:buClr>
                <a:srgbClr val="0000A8"/>
              </a:buClr>
              <a:buSzPts val="2000"/>
              <a:buFont typeface="Arial"/>
              <a:buNone/>
            </a:pPr>
            <a:r>
              <a:t/>
            </a:r>
            <a:endParaRPr b="0" i="0" sz="2000" u="none" cap="none" strike="noStrike">
              <a:solidFill>
                <a:srgbClr val="000000"/>
              </a:solidFill>
              <a:latin typeface="Calibri"/>
              <a:ea typeface="Calibri"/>
              <a:cs typeface="Calibri"/>
              <a:sym typeface="Calibri"/>
            </a:endParaRPr>
          </a:p>
          <a:p>
            <a:pPr indent="-231775" lvl="0" marL="23177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C0000"/>
                </a:solidFill>
                <a:latin typeface="Calibri"/>
                <a:ea typeface="Calibri"/>
                <a:cs typeface="Calibri"/>
                <a:sym typeface="Calibri"/>
              </a:rPr>
              <a:t>circuit-switching:</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10 users</a:t>
            </a:r>
            <a:endParaRPr b="0" i="0" sz="2400" u="none" cap="none" strike="noStrike">
              <a:solidFill>
                <a:srgbClr val="000000"/>
              </a:solidFill>
              <a:latin typeface="Calibri"/>
              <a:ea typeface="Calibri"/>
              <a:cs typeface="Calibri"/>
              <a:sym typeface="Calibri"/>
            </a:endParaRPr>
          </a:p>
          <a:p>
            <a:pPr indent="-79375" lvl="0" marL="23177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grpSp>
        <p:nvGrpSpPr>
          <p:cNvPr id="8565" name="Google Shape;8565;p63"/>
          <p:cNvGrpSpPr/>
          <p:nvPr/>
        </p:nvGrpSpPr>
        <p:grpSpPr>
          <a:xfrm>
            <a:off x="914111" y="4198445"/>
            <a:ext cx="10214966" cy="2164114"/>
            <a:chOff x="949766" y="3703137"/>
            <a:chExt cx="10214966" cy="2164114"/>
          </a:xfrm>
        </p:grpSpPr>
        <p:grpSp>
          <p:nvGrpSpPr>
            <p:cNvPr id="8566" name="Google Shape;8566;p63"/>
            <p:cNvGrpSpPr/>
            <p:nvPr/>
          </p:nvGrpSpPr>
          <p:grpSpPr>
            <a:xfrm>
              <a:off x="6219664" y="4101095"/>
              <a:ext cx="4945068" cy="863599"/>
              <a:chOff x="2915" y="2642"/>
              <a:chExt cx="3115" cy="544"/>
            </a:xfrm>
          </p:grpSpPr>
          <p:sp>
            <p:nvSpPr>
              <p:cNvPr id="8567" name="Google Shape;8567;p63"/>
              <p:cNvSpPr txBox="1"/>
              <p:nvPr/>
            </p:nvSpPr>
            <p:spPr>
              <a:xfrm>
                <a:off x="2915" y="2642"/>
                <a:ext cx="3115"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how did we get value 0.0004?</a:t>
                </a:r>
                <a:endParaRPr b="0" i="0" sz="2800" u="none" cap="none" strike="noStrike">
                  <a:solidFill>
                    <a:srgbClr val="000000"/>
                  </a:solidFill>
                  <a:latin typeface="Calibri"/>
                  <a:ea typeface="Calibri"/>
                  <a:cs typeface="Calibri"/>
                  <a:sym typeface="Calibri"/>
                </a:endParaRPr>
              </a:p>
            </p:txBody>
          </p:sp>
          <p:sp>
            <p:nvSpPr>
              <p:cNvPr id="8568" name="Google Shape;8568;p63"/>
              <p:cNvSpPr txBox="1"/>
              <p:nvPr/>
            </p:nvSpPr>
            <p:spPr>
              <a:xfrm>
                <a:off x="2930" y="2935"/>
                <a:ext cx="2986" cy="2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A:</a:t>
                </a:r>
                <a:r>
                  <a:rPr b="0" i="0" lang="en-US" sz="2800" u="none" cap="none" strike="noStrike">
                    <a:solidFill>
                      <a:srgbClr val="000000"/>
                    </a:solidFill>
                    <a:latin typeface="Calibri"/>
                    <a:ea typeface="Calibri"/>
                    <a:cs typeface="Calibri"/>
                    <a:sym typeface="Calibri"/>
                  </a:rPr>
                  <a:t> HW problem</a:t>
                </a:r>
                <a:endParaRPr b="0" i="0" sz="2800" u="none" cap="none" strike="noStrike">
                  <a:solidFill>
                    <a:srgbClr val="000000"/>
                  </a:solidFill>
                  <a:latin typeface="Calibri"/>
                  <a:ea typeface="Calibri"/>
                  <a:cs typeface="Calibri"/>
                  <a:sym typeface="Calibri"/>
                </a:endParaRPr>
              </a:p>
            </p:txBody>
          </p:sp>
        </p:grpSp>
        <p:sp>
          <p:nvSpPr>
            <p:cNvPr id="8569" name="Google Shape;8569;p63"/>
            <p:cNvSpPr txBox="1"/>
            <p:nvPr/>
          </p:nvSpPr>
          <p:spPr>
            <a:xfrm>
              <a:off x="949766" y="3703137"/>
              <a:ext cx="4938590" cy="2164114"/>
            </a:xfrm>
            <a:prstGeom prst="rect">
              <a:avLst/>
            </a:prstGeom>
            <a:noFill/>
            <a:ln>
              <a:noFill/>
            </a:ln>
          </p:spPr>
          <p:txBody>
            <a:bodyPr anchorCtr="0" anchor="t" bIns="45700" lIns="91425" spcFirstLastPara="1" rIns="91425" wrap="square" tIns="45700">
              <a:normAutofit/>
            </a:bodyPr>
            <a:lstStyle/>
            <a:p>
              <a:pPr indent="-92075" lvl="1" marL="567055" marR="0" rtl="0" algn="l">
                <a:lnSpc>
                  <a:spcPct val="90000"/>
                </a:lnSpc>
                <a:spcBef>
                  <a:spcPts val="0"/>
                </a:spcBef>
                <a:spcAft>
                  <a:spcPts val="0"/>
                </a:spcAft>
                <a:buClr>
                  <a:srgbClr val="0000A8"/>
                </a:buClr>
                <a:buSzPts val="2000"/>
                <a:buFont typeface="Arial"/>
                <a:buNone/>
              </a:pPr>
              <a:r>
                <a:t/>
              </a:r>
              <a:endParaRPr b="0" i="0" sz="2000" u="none" cap="none" strike="noStrike">
                <a:solidFill>
                  <a:srgbClr val="000000"/>
                </a:solidFill>
                <a:latin typeface="Calibri"/>
                <a:ea typeface="Calibri"/>
                <a:cs typeface="Calibri"/>
                <a:sym typeface="Calibri"/>
              </a:endParaRPr>
            </a:p>
            <a:p>
              <a:pPr indent="-231775" lvl="0" marL="23177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C0000"/>
                  </a:solidFill>
                  <a:latin typeface="Calibri"/>
                  <a:ea typeface="Calibri"/>
                  <a:cs typeface="Calibri"/>
                  <a:sym typeface="Calibri"/>
                </a:rPr>
                <a:t>packet switching:</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with 35 users, probability &gt; 10 active at same time is less than .0004 *</a:t>
              </a:r>
              <a:endParaRPr b="0" i="0" sz="2400" u="none" cap="none" strike="noStrike">
                <a:solidFill>
                  <a:srgbClr val="000000"/>
                </a:solidFill>
                <a:latin typeface="Calibri"/>
                <a:ea typeface="Calibri"/>
                <a:cs typeface="Calibri"/>
                <a:sym typeface="Calibri"/>
              </a:endParaRPr>
            </a:p>
            <a:p>
              <a:pPr indent="-79375" lvl="0" marL="23177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64"/>
                                        </p:tgtEl>
                                        <p:attrNameLst>
                                          <p:attrName>style.visibility</p:attrName>
                                        </p:attrNameLst>
                                      </p:cBhvr>
                                      <p:to>
                                        <p:strVal val="visible"/>
                                      </p:to>
                                    </p:set>
                                    <p:animEffect filter="fade" transition="in">
                                      <p:cBhvr>
                                        <p:cTn dur="500"/>
                                        <p:tgtEl>
                                          <p:spTgt spid="85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65"/>
                                        </p:tgtEl>
                                        <p:attrNameLst>
                                          <p:attrName>style.visibility</p:attrName>
                                        </p:attrNameLst>
                                      </p:cBhvr>
                                      <p:to>
                                        <p:strVal val="visible"/>
                                      </p:to>
                                    </p:set>
                                    <p:animEffect filter="fade" transition="in">
                                      <p:cBhvr>
                                        <p:cTn dur="500"/>
                                        <p:tgtEl>
                                          <p:spTgt spid="85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3" name="Shape 8573"/>
        <p:cNvGrpSpPr/>
        <p:nvPr/>
      </p:nvGrpSpPr>
      <p:grpSpPr>
        <a:xfrm>
          <a:off x="0" y="0"/>
          <a:ext cx="0" cy="0"/>
          <a:chOff x="0" y="0"/>
          <a:chExt cx="0" cy="0"/>
        </a:xfrm>
      </p:grpSpPr>
      <p:sp>
        <p:nvSpPr>
          <p:cNvPr id="8574" name="Google Shape;8574;p64"/>
          <p:cNvSpPr txBox="1"/>
          <p:nvPr>
            <p:ph type="title"/>
          </p:nvPr>
        </p:nvSpPr>
        <p:spPr>
          <a:xfrm>
            <a:off x="581025" y="702310"/>
            <a:ext cx="11029315" cy="78041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Delay in Packet-Switched Networks</a:t>
            </a:r>
            <a:endParaRPr/>
          </a:p>
        </p:txBody>
      </p:sp>
      <p:sp>
        <p:nvSpPr>
          <p:cNvPr id="8575" name="Google Shape;8575;p64"/>
          <p:cNvSpPr txBox="1"/>
          <p:nvPr>
            <p:ph idx="1" type="body"/>
          </p:nvPr>
        </p:nvSpPr>
        <p:spPr>
          <a:xfrm>
            <a:off x="581025" y="1611630"/>
            <a:ext cx="11029315" cy="2959735"/>
          </a:xfrm>
          <a:prstGeom prst="rect">
            <a:avLst/>
          </a:prstGeom>
          <a:noFill/>
          <a:ln>
            <a:noFill/>
          </a:ln>
        </p:spPr>
        <p:txBody>
          <a:bodyPr anchorCtr="0" anchor="ctr" bIns="45700" lIns="91425" spcFirstLastPara="1" rIns="91425" wrap="square" tIns="45700">
            <a:normAutofit/>
          </a:bodyPr>
          <a:lstStyle/>
          <a:p>
            <a:pPr indent="-306070" lvl="0" marL="306070" rtl="0" algn="l">
              <a:lnSpc>
                <a:spcPct val="110000"/>
              </a:lnSpc>
              <a:spcBef>
                <a:spcPts val="0"/>
              </a:spcBef>
              <a:spcAft>
                <a:spcPts val="0"/>
              </a:spcAft>
              <a:buSzPts val="2208"/>
              <a:buFont typeface="Noto Sans Symbols"/>
              <a:buChar char="⮚"/>
            </a:pPr>
            <a:r>
              <a:rPr lang="en-US"/>
              <a:t>As a packet travels from one node (host or router) to the subsequent node (host or router) while going from source to destination, the packet suffers from several types of delays at each node along the path.</a:t>
            </a:r>
            <a:endParaRPr/>
          </a:p>
          <a:p>
            <a:pPr indent="-306070" lvl="0" marL="306070" rtl="0" algn="l">
              <a:lnSpc>
                <a:spcPct val="110000"/>
              </a:lnSpc>
              <a:spcBef>
                <a:spcPts val="1080"/>
              </a:spcBef>
              <a:spcAft>
                <a:spcPts val="0"/>
              </a:spcAft>
              <a:buSzPts val="2208"/>
              <a:buFont typeface="Noto Sans Symbols"/>
              <a:buChar char="⮚"/>
            </a:pPr>
            <a:r>
              <a:rPr lang="en-US"/>
              <a:t> The most important of these delays are the </a:t>
            </a:r>
            <a:r>
              <a:rPr b="1" i="1" lang="en-US"/>
              <a:t>nodal processing delay</a:t>
            </a:r>
            <a:r>
              <a:rPr lang="en-US"/>
              <a:t>, </a:t>
            </a:r>
            <a:r>
              <a:rPr b="1" i="1" lang="en-US"/>
              <a:t>queuing delay, transmission delay</a:t>
            </a:r>
            <a:r>
              <a:rPr lang="en-US"/>
              <a:t>, and </a:t>
            </a:r>
            <a:r>
              <a:rPr b="1" i="1" lang="en-US"/>
              <a:t>propagation delay</a:t>
            </a:r>
            <a:r>
              <a:rPr lang="en-US"/>
              <a:t>; together, these delays accumulate to give a </a:t>
            </a:r>
            <a:r>
              <a:rPr b="1" i="1" lang="en-US"/>
              <a:t>total nodal delay</a:t>
            </a:r>
            <a:r>
              <a:rPr lang="en-US"/>
              <a:t>.</a:t>
            </a:r>
            <a:endParaRPr/>
          </a:p>
        </p:txBody>
      </p:sp>
      <p:pic>
        <p:nvPicPr>
          <p:cNvPr id="8576" name="Google Shape;8576;p64"/>
          <p:cNvPicPr preferRelativeResize="0"/>
          <p:nvPr/>
        </p:nvPicPr>
        <p:blipFill rotWithShape="1">
          <a:blip r:embed="rId3">
            <a:alphaModFix/>
          </a:blip>
          <a:srcRect b="0" l="0" r="0" t="0"/>
          <a:stretch/>
        </p:blipFill>
        <p:spPr>
          <a:xfrm>
            <a:off x="3444240" y="4571365"/>
            <a:ext cx="4487545" cy="216090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0" name="Shape 8580"/>
        <p:cNvGrpSpPr/>
        <p:nvPr/>
      </p:nvGrpSpPr>
      <p:grpSpPr>
        <a:xfrm>
          <a:off x="0" y="0"/>
          <a:ext cx="0" cy="0"/>
          <a:chOff x="0" y="0"/>
          <a:chExt cx="0" cy="0"/>
        </a:xfrm>
      </p:grpSpPr>
      <p:sp>
        <p:nvSpPr>
          <p:cNvPr id="8581" name="Google Shape;8581;g37146fc350b_0_0"/>
          <p:cNvSpPr txBox="1"/>
          <p:nvPr>
            <p:ph type="title"/>
          </p:nvPr>
        </p:nvSpPr>
        <p:spPr>
          <a:xfrm>
            <a:off x="581025" y="702310"/>
            <a:ext cx="11029200" cy="7803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Delay in Packet-Switched Networks</a:t>
            </a:r>
            <a:endParaRPr/>
          </a:p>
        </p:txBody>
      </p:sp>
      <p:sp>
        <p:nvSpPr>
          <p:cNvPr id="8582" name="Google Shape;8582;g37146fc350b_0_0"/>
          <p:cNvSpPr txBox="1"/>
          <p:nvPr>
            <p:ph idx="1" type="body"/>
          </p:nvPr>
        </p:nvSpPr>
        <p:spPr>
          <a:xfrm>
            <a:off x="581025" y="1611625"/>
            <a:ext cx="10725000" cy="5246400"/>
          </a:xfrm>
          <a:prstGeom prst="rect">
            <a:avLst/>
          </a:prstGeom>
          <a:noFill/>
          <a:ln>
            <a:noFill/>
          </a:ln>
        </p:spPr>
        <p:txBody>
          <a:bodyPr anchorCtr="0" anchor="ctr" bIns="45700" lIns="91425" spcFirstLastPara="1" rIns="91425" wrap="square" tIns="45700">
            <a:normAutofit/>
          </a:bodyPr>
          <a:lstStyle/>
          <a:p>
            <a:pPr indent="-306070" lvl="0" marL="306070" rtl="0" algn="l">
              <a:lnSpc>
                <a:spcPct val="110000"/>
              </a:lnSpc>
              <a:spcBef>
                <a:spcPts val="1080"/>
              </a:spcBef>
              <a:spcAft>
                <a:spcPts val="0"/>
              </a:spcAft>
              <a:buSzPts val="2208"/>
              <a:buFont typeface="Noto Sans Symbols"/>
              <a:buChar char="⮚"/>
            </a:pPr>
            <a:r>
              <a:rPr lang="en-US"/>
              <a:t>Nodal Processing Delay: </a:t>
            </a:r>
            <a:endParaRPr/>
          </a:p>
          <a:p>
            <a:pPr indent="-306069" lvl="1" marL="629920" rtl="0" algn="l">
              <a:lnSpc>
                <a:spcPct val="110000"/>
              </a:lnSpc>
              <a:spcBef>
                <a:spcPts val="1080"/>
              </a:spcBef>
              <a:spcAft>
                <a:spcPts val="0"/>
              </a:spcAft>
              <a:buSzPts val="1840"/>
              <a:buChar char="◼"/>
            </a:pPr>
            <a:r>
              <a:rPr lang="en-US"/>
              <a:t>examine the packet header </a:t>
            </a:r>
            <a:endParaRPr/>
          </a:p>
          <a:p>
            <a:pPr indent="-306069" lvl="1" marL="629920" rtl="0" algn="l">
              <a:lnSpc>
                <a:spcPct val="110000"/>
              </a:lnSpc>
              <a:spcBef>
                <a:spcPts val="1080"/>
              </a:spcBef>
              <a:spcAft>
                <a:spcPts val="0"/>
              </a:spcAft>
              <a:buSzPts val="1840"/>
              <a:buChar char="◼"/>
            </a:pPr>
            <a:r>
              <a:rPr lang="en-US"/>
              <a:t>check for the bit-level error</a:t>
            </a:r>
            <a:endParaRPr/>
          </a:p>
          <a:p>
            <a:pPr indent="-306069" lvl="1" marL="629920" rtl="0" algn="l">
              <a:lnSpc>
                <a:spcPct val="110000"/>
              </a:lnSpc>
              <a:spcBef>
                <a:spcPts val="1080"/>
              </a:spcBef>
              <a:spcAft>
                <a:spcPts val="0"/>
              </a:spcAft>
              <a:buSzPts val="1840"/>
              <a:buChar char="◼"/>
            </a:pPr>
            <a:r>
              <a:rPr lang="en-US"/>
              <a:t>determine the outgoing link </a:t>
            </a:r>
            <a:endParaRPr/>
          </a:p>
          <a:p>
            <a:pPr indent="-306069" lvl="1" marL="629920" rtl="0" algn="l">
              <a:lnSpc>
                <a:spcPct val="110000"/>
              </a:lnSpc>
              <a:spcBef>
                <a:spcPts val="1080"/>
              </a:spcBef>
              <a:spcAft>
                <a:spcPts val="0"/>
              </a:spcAft>
              <a:buSzPts val="1840"/>
              <a:buChar char="◼"/>
            </a:pPr>
            <a:r>
              <a:rPr lang="en-US"/>
              <a:t>possibly queue the packet before transmission. </a:t>
            </a:r>
            <a:endParaRPr/>
          </a:p>
          <a:p>
            <a:pPr indent="0" lvl="0" marL="0" rtl="0" algn="l">
              <a:lnSpc>
                <a:spcPct val="110000"/>
              </a:lnSpc>
              <a:spcBef>
                <a:spcPts val="1080"/>
              </a:spcBef>
              <a:spcAft>
                <a:spcPts val="0"/>
              </a:spcAft>
              <a:buNone/>
            </a:pPr>
            <a:r>
              <a:rPr lang="en-US" sz="2000">
                <a:solidFill>
                  <a:srgbClr val="FF3300"/>
                </a:solidFill>
              </a:rPr>
              <a:t>Example A packet is travelling from Host A to Host B via a router R_1</a:t>
            </a:r>
            <a:endParaRPr sz="2000">
              <a:solidFill>
                <a:srgbClr val="FF3300"/>
              </a:solidFill>
            </a:endParaRPr>
          </a:p>
          <a:p>
            <a:pPr indent="0" lvl="0" marL="0" rtl="0" algn="l">
              <a:lnSpc>
                <a:spcPct val="110000"/>
              </a:lnSpc>
              <a:spcBef>
                <a:spcPts val="1080"/>
              </a:spcBef>
              <a:spcAft>
                <a:spcPts val="0"/>
              </a:spcAft>
              <a:buNone/>
            </a:pPr>
            <a:r>
              <a:rPr lang="en-US" sz="2000">
                <a:solidFill>
                  <a:srgbClr val="FF3300"/>
                </a:solidFill>
              </a:rPr>
              <a:t>Given : Packet size =1000 bytes , nodal processing time at router R_1=0.5ms </a:t>
            </a:r>
            <a:endParaRPr sz="2000">
              <a:solidFill>
                <a:srgbClr val="FF3300"/>
              </a:solidFill>
            </a:endParaRPr>
          </a:p>
          <a:p>
            <a:pPr indent="0" lvl="0" marL="0" rtl="0" algn="l">
              <a:lnSpc>
                <a:spcPct val="110000"/>
              </a:lnSpc>
              <a:spcBef>
                <a:spcPts val="1080"/>
              </a:spcBef>
              <a:spcAft>
                <a:spcPts val="0"/>
              </a:spcAft>
              <a:buNone/>
            </a:pPr>
            <a:r>
              <a:rPr lang="en-US" sz="2000">
                <a:solidFill>
                  <a:srgbClr val="FF3300"/>
                </a:solidFill>
              </a:rPr>
              <a:t>queueing delay:2ms, transmission rate = 1mbps, link length =200km, propagation speed=2x10^8m/s</a:t>
            </a:r>
            <a:endParaRPr sz="2000">
              <a:solidFill>
                <a:srgbClr val="FF3300"/>
              </a:solidFill>
            </a:endParaRPr>
          </a:p>
          <a:p>
            <a:pPr indent="0" lvl="0" marL="0" rtl="0" algn="l">
              <a:lnSpc>
                <a:spcPct val="110000"/>
              </a:lnSpc>
              <a:spcBef>
                <a:spcPts val="1080"/>
              </a:spcBef>
              <a:spcAft>
                <a:spcPts val="0"/>
              </a:spcAft>
              <a:buNone/>
            </a:pPr>
            <a:r>
              <a:t/>
            </a:r>
            <a:endParaRPr sz="20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6" name="Shape 8586"/>
        <p:cNvGrpSpPr/>
        <p:nvPr/>
      </p:nvGrpSpPr>
      <p:grpSpPr>
        <a:xfrm>
          <a:off x="0" y="0"/>
          <a:ext cx="0" cy="0"/>
          <a:chOff x="0" y="0"/>
          <a:chExt cx="0" cy="0"/>
        </a:xfrm>
      </p:grpSpPr>
      <p:sp>
        <p:nvSpPr>
          <p:cNvPr id="8587" name="Google Shape;8587;g37146fc350b_0_6"/>
          <p:cNvSpPr txBox="1"/>
          <p:nvPr>
            <p:ph type="title"/>
          </p:nvPr>
        </p:nvSpPr>
        <p:spPr>
          <a:xfrm>
            <a:off x="581025" y="702310"/>
            <a:ext cx="11029200" cy="7803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Delay in Packet-Switched Networks</a:t>
            </a:r>
            <a:endParaRPr/>
          </a:p>
        </p:txBody>
      </p:sp>
      <p:sp>
        <p:nvSpPr>
          <p:cNvPr id="8588" name="Google Shape;8588;g37146fc350b_0_6"/>
          <p:cNvSpPr txBox="1"/>
          <p:nvPr>
            <p:ph idx="1" type="body"/>
          </p:nvPr>
        </p:nvSpPr>
        <p:spPr>
          <a:xfrm>
            <a:off x="581025" y="1611625"/>
            <a:ext cx="10725000" cy="52464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1080"/>
              </a:spcBef>
              <a:spcAft>
                <a:spcPts val="0"/>
              </a:spcAft>
              <a:buNone/>
            </a:pPr>
            <a:r>
              <a:t/>
            </a:r>
            <a:endParaRPr/>
          </a:p>
          <a:p>
            <a:pPr indent="0" lvl="0" marL="0" rtl="0" algn="l">
              <a:lnSpc>
                <a:spcPct val="110000"/>
              </a:lnSpc>
              <a:spcBef>
                <a:spcPts val="1080"/>
              </a:spcBef>
              <a:spcAft>
                <a:spcPts val="0"/>
              </a:spcAft>
              <a:buNone/>
            </a:pPr>
            <a:r>
              <a:rPr lang="en-US" sz="2000">
                <a:solidFill>
                  <a:srgbClr val="FF3300"/>
                </a:solidFill>
              </a:rPr>
              <a:t>Example A packet is travelling from Host A to Host B via a router R_1</a:t>
            </a:r>
            <a:endParaRPr sz="2000">
              <a:solidFill>
                <a:srgbClr val="FF3300"/>
              </a:solidFill>
            </a:endParaRPr>
          </a:p>
          <a:p>
            <a:pPr indent="0" lvl="0" marL="0" rtl="0" algn="l">
              <a:lnSpc>
                <a:spcPct val="110000"/>
              </a:lnSpc>
              <a:spcBef>
                <a:spcPts val="1080"/>
              </a:spcBef>
              <a:spcAft>
                <a:spcPts val="0"/>
              </a:spcAft>
              <a:buNone/>
            </a:pPr>
            <a:r>
              <a:rPr lang="en-US" sz="2000">
                <a:solidFill>
                  <a:srgbClr val="FF3300"/>
                </a:solidFill>
              </a:rPr>
              <a:t>Given : Packet size =1000 bytes , nodal processing time at router R_1=0.5ms </a:t>
            </a:r>
            <a:endParaRPr sz="2000">
              <a:solidFill>
                <a:srgbClr val="FF3300"/>
              </a:solidFill>
            </a:endParaRPr>
          </a:p>
          <a:p>
            <a:pPr indent="0" lvl="0" marL="0" rtl="0" algn="l">
              <a:lnSpc>
                <a:spcPct val="110000"/>
              </a:lnSpc>
              <a:spcBef>
                <a:spcPts val="1080"/>
              </a:spcBef>
              <a:spcAft>
                <a:spcPts val="0"/>
              </a:spcAft>
              <a:buNone/>
            </a:pPr>
            <a:r>
              <a:rPr lang="en-US" sz="2000">
                <a:solidFill>
                  <a:srgbClr val="FF3300"/>
                </a:solidFill>
              </a:rPr>
              <a:t>queueing delay:2ms, transmission rate = 1mbps, link length =200km, propagation speed =2x10^8m/s</a:t>
            </a:r>
            <a:endParaRPr sz="2000">
              <a:solidFill>
                <a:srgbClr val="FF3300"/>
              </a:solidFill>
            </a:endParaRPr>
          </a:p>
          <a:p>
            <a:pPr indent="0" lvl="0" marL="0" rtl="0" algn="l">
              <a:lnSpc>
                <a:spcPct val="110000"/>
              </a:lnSpc>
              <a:spcBef>
                <a:spcPts val="1080"/>
              </a:spcBef>
              <a:spcAft>
                <a:spcPts val="0"/>
              </a:spcAft>
              <a:buNone/>
            </a:pPr>
            <a:r>
              <a:t/>
            </a:r>
            <a:endParaRPr sz="2000">
              <a:solidFill>
                <a:srgbClr val="FF3300"/>
              </a:solidFill>
            </a:endParaRPr>
          </a:p>
          <a:p>
            <a:pPr indent="0" lvl="0" marL="0" rtl="0" algn="l">
              <a:lnSpc>
                <a:spcPct val="110000"/>
              </a:lnSpc>
              <a:spcBef>
                <a:spcPts val="1080"/>
              </a:spcBef>
              <a:spcAft>
                <a:spcPts val="0"/>
              </a:spcAft>
              <a:buNone/>
            </a:pPr>
            <a:r>
              <a:rPr lang="en-US" sz="2000">
                <a:solidFill>
                  <a:srgbClr val="C00000"/>
                </a:solidFill>
              </a:rPr>
              <a:t>Ans</a:t>
            </a:r>
            <a:r>
              <a:rPr lang="en-US" sz="2000">
                <a:solidFill>
                  <a:srgbClr val="262699"/>
                </a:solidFill>
              </a:rPr>
              <a:t> Nodal Processing Delay = 0.5ms as stated in question, </a:t>
            </a:r>
            <a:endParaRPr sz="2000">
              <a:solidFill>
                <a:srgbClr val="262699"/>
              </a:solidFill>
            </a:endParaRPr>
          </a:p>
          <a:p>
            <a:pPr indent="0" lvl="0" marL="0" rtl="0" algn="l">
              <a:lnSpc>
                <a:spcPct val="110000"/>
              </a:lnSpc>
              <a:spcBef>
                <a:spcPts val="1080"/>
              </a:spcBef>
              <a:spcAft>
                <a:spcPts val="0"/>
              </a:spcAft>
              <a:buNone/>
            </a:pPr>
            <a:r>
              <a:rPr lang="en-US" sz="2000">
                <a:solidFill>
                  <a:srgbClr val="262699"/>
                </a:solidFill>
              </a:rPr>
              <a:t>transmission</a:t>
            </a:r>
            <a:r>
              <a:rPr lang="en-US" sz="2000">
                <a:solidFill>
                  <a:srgbClr val="262699"/>
                </a:solidFill>
              </a:rPr>
              <a:t> delay = packet size/ transmission rate = 8000/10^6 = 0.008seconds = 8ms</a:t>
            </a:r>
            <a:endParaRPr sz="2000">
              <a:solidFill>
                <a:srgbClr val="262699"/>
              </a:solidFill>
            </a:endParaRPr>
          </a:p>
          <a:p>
            <a:pPr indent="0" lvl="0" marL="0" rtl="0" algn="l">
              <a:lnSpc>
                <a:spcPct val="110000"/>
              </a:lnSpc>
              <a:spcBef>
                <a:spcPts val="1080"/>
              </a:spcBef>
              <a:spcAft>
                <a:spcPts val="0"/>
              </a:spcAft>
              <a:buNone/>
            </a:pPr>
            <a:r>
              <a:rPr lang="en-US" sz="2000">
                <a:solidFill>
                  <a:srgbClr val="262699"/>
                </a:solidFill>
              </a:rPr>
              <a:t>propagation delay = distance / propagation speed = 200x10^3/ 2x10^8= 0.001 seconds =1ms</a:t>
            </a:r>
            <a:endParaRPr sz="2000">
              <a:solidFill>
                <a:srgbClr val="262699"/>
              </a:solidFill>
            </a:endParaRPr>
          </a:p>
          <a:p>
            <a:pPr indent="0" lvl="0" marL="0" rtl="0" algn="l">
              <a:lnSpc>
                <a:spcPct val="110000"/>
              </a:lnSpc>
              <a:spcBef>
                <a:spcPts val="1080"/>
              </a:spcBef>
              <a:spcAft>
                <a:spcPts val="0"/>
              </a:spcAft>
              <a:buNone/>
            </a:pPr>
            <a:r>
              <a:rPr lang="en-US" sz="2000">
                <a:solidFill>
                  <a:srgbClr val="262699"/>
                </a:solidFill>
              </a:rPr>
              <a:t>Total delay = 0.5+2+8+1= 11.5ms.</a:t>
            </a:r>
            <a:endParaRPr sz="2000">
              <a:solidFill>
                <a:srgbClr val="262699"/>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3" name="Shape 8593"/>
        <p:cNvGrpSpPr/>
        <p:nvPr/>
      </p:nvGrpSpPr>
      <p:grpSpPr>
        <a:xfrm>
          <a:off x="0" y="0"/>
          <a:ext cx="0" cy="0"/>
          <a:chOff x="0" y="0"/>
          <a:chExt cx="0" cy="0"/>
        </a:xfrm>
      </p:grpSpPr>
      <p:cxnSp>
        <p:nvCxnSpPr>
          <p:cNvPr id="8594" name="Google Shape;8594;p65"/>
          <p:cNvCxnSpPr/>
          <p:nvPr/>
        </p:nvCxnSpPr>
        <p:spPr>
          <a:xfrm>
            <a:off x="5779371" y="4596717"/>
            <a:ext cx="1933575" cy="9525"/>
          </a:xfrm>
          <a:prstGeom prst="straightConnector1">
            <a:avLst/>
          </a:prstGeom>
          <a:noFill/>
          <a:ln cap="flat" cmpd="sng" w="19050">
            <a:solidFill>
              <a:schemeClr val="dk1"/>
            </a:solidFill>
            <a:prstDash val="solid"/>
            <a:round/>
            <a:headEnd len="sm" w="sm" type="none"/>
            <a:tailEnd len="sm" w="sm" type="none"/>
          </a:ln>
        </p:spPr>
      </p:cxnSp>
      <p:grpSp>
        <p:nvGrpSpPr>
          <p:cNvPr id="8595" name="Google Shape;8595;p65"/>
          <p:cNvGrpSpPr/>
          <p:nvPr/>
        </p:nvGrpSpPr>
        <p:grpSpPr>
          <a:xfrm>
            <a:off x="4584883" y="4186185"/>
            <a:ext cx="1511352" cy="863670"/>
            <a:chOff x="7493876" y="2774731"/>
            <a:chExt cx="1481958" cy="894622"/>
          </a:xfrm>
        </p:grpSpPr>
        <p:sp>
          <p:nvSpPr>
            <p:cNvPr id="8596" name="Google Shape;8596;p6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597" name="Google Shape;8597;p6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598" name="Google Shape;8598;p65"/>
            <p:cNvGrpSpPr/>
            <p:nvPr/>
          </p:nvGrpSpPr>
          <p:grpSpPr>
            <a:xfrm>
              <a:off x="7713663" y="2848339"/>
              <a:ext cx="1042107" cy="425543"/>
              <a:chOff x="7786941" y="2884917"/>
              <a:chExt cx="897649" cy="353919"/>
            </a:xfrm>
          </p:grpSpPr>
          <p:sp>
            <p:nvSpPr>
              <p:cNvPr id="8599" name="Google Shape;8599;p6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00" name="Google Shape;8600;p6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01" name="Google Shape;8601;p6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02" name="Google Shape;8602;p6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603" name="Google Shape;8603;p65"/>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Delay in Packet-Switched Networks</a:t>
            </a:r>
            <a:endParaRPr sz="4400"/>
          </a:p>
        </p:txBody>
      </p:sp>
      <p:sp>
        <p:nvSpPr>
          <p:cNvPr id="8604" name="Google Shape;8604;p65"/>
          <p:cNvSpPr txBox="1"/>
          <p:nvPr>
            <p:ph idx="1" type="body"/>
          </p:nvPr>
        </p:nvSpPr>
        <p:spPr>
          <a:xfrm>
            <a:off x="825266" y="1253331"/>
            <a:ext cx="11137549" cy="4351338"/>
          </a:xfrm>
          <a:prstGeom prst="rect">
            <a:avLst/>
          </a:prstGeom>
          <a:noFill/>
          <a:ln>
            <a:noFill/>
          </a:ln>
        </p:spPr>
        <p:txBody>
          <a:bodyPr anchorCtr="0" anchor="t" bIns="45700" lIns="91425" spcFirstLastPara="1" rIns="91425" wrap="square" tIns="45700">
            <a:normAutofit/>
          </a:bodyPr>
          <a:lstStyle/>
          <a:p>
            <a:pPr indent="-457200" lvl="0" marL="514350" rtl="0" algn="l">
              <a:lnSpc>
                <a:spcPct val="90000"/>
              </a:lnSpc>
              <a:spcBef>
                <a:spcPts val="0"/>
              </a:spcBef>
              <a:spcAft>
                <a:spcPts val="0"/>
              </a:spcAft>
              <a:buSzPts val="2800"/>
              <a:buChar char="▪"/>
            </a:pPr>
            <a:r>
              <a:rPr lang="en-US"/>
              <a:t>packets </a:t>
            </a:r>
            <a:r>
              <a:rPr i="1" lang="en-US">
                <a:solidFill>
                  <a:srgbClr val="C00000"/>
                </a:solidFill>
              </a:rPr>
              <a:t>queue</a:t>
            </a:r>
            <a:r>
              <a:rPr lang="en-US"/>
              <a:t> in router buffers, waiting for turn for transmission</a:t>
            </a:r>
            <a:endParaRPr/>
          </a:p>
          <a:p>
            <a:pPr indent="-278130" lvl="1" marL="751205" rtl="0" algn="l">
              <a:lnSpc>
                <a:spcPct val="90000"/>
              </a:lnSpc>
              <a:spcBef>
                <a:spcPts val="500"/>
              </a:spcBef>
              <a:spcAft>
                <a:spcPts val="0"/>
              </a:spcAft>
              <a:buSzPts val="2400"/>
              <a:buFont typeface="Noto Sans Symbols"/>
              <a:buChar char="▪"/>
            </a:pPr>
            <a:r>
              <a:rPr lang="en-US"/>
              <a:t>queue length grows when arrival rate to link (temporarily) exceeds output link capacity </a:t>
            </a:r>
            <a:endParaRPr/>
          </a:p>
          <a:p>
            <a:pPr indent="-278130" lvl="0" marL="408305" rtl="0" algn="l">
              <a:lnSpc>
                <a:spcPct val="90000"/>
              </a:lnSpc>
              <a:spcBef>
                <a:spcPts val="1000"/>
              </a:spcBef>
              <a:spcAft>
                <a:spcPts val="0"/>
              </a:spcAft>
              <a:buSzPts val="2800"/>
              <a:buFont typeface="Noto Sans Symbols"/>
              <a:buChar char="▪"/>
            </a:pPr>
            <a:r>
              <a:rPr lang="en-US"/>
              <a:t>packet </a:t>
            </a:r>
            <a:r>
              <a:rPr i="1" lang="en-US">
                <a:solidFill>
                  <a:srgbClr val="CC0000"/>
                </a:solidFill>
              </a:rPr>
              <a:t>loss</a:t>
            </a:r>
            <a:r>
              <a:rPr lang="en-US">
                <a:solidFill>
                  <a:srgbClr val="CC0000"/>
                </a:solidFill>
              </a:rPr>
              <a:t> </a:t>
            </a:r>
            <a:r>
              <a:rPr lang="en-US"/>
              <a:t>occurs when memory to hold queued packets fills up</a:t>
            </a:r>
            <a:endParaRPr/>
          </a:p>
        </p:txBody>
      </p:sp>
      <p:cxnSp>
        <p:nvCxnSpPr>
          <p:cNvPr id="8605" name="Google Shape;8605;p65"/>
          <p:cNvCxnSpPr/>
          <p:nvPr/>
        </p:nvCxnSpPr>
        <p:spPr>
          <a:xfrm>
            <a:off x="3855321" y="4177617"/>
            <a:ext cx="741362" cy="355600"/>
          </a:xfrm>
          <a:prstGeom prst="straightConnector1">
            <a:avLst/>
          </a:prstGeom>
          <a:noFill/>
          <a:ln cap="flat" cmpd="sng" w="19050">
            <a:solidFill>
              <a:schemeClr val="dk1"/>
            </a:solidFill>
            <a:prstDash val="solid"/>
            <a:round/>
            <a:headEnd len="sm" w="sm" type="none"/>
            <a:tailEnd len="sm" w="sm" type="none"/>
          </a:ln>
        </p:spPr>
      </p:cxnSp>
      <p:sp>
        <p:nvSpPr>
          <p:cNvPr id="8606" name="Google Shape;8606;p65"/>
          <p:cNvSpPr/>
          <p:nvPr/>
        </p:nvSpPr>
        <p:spPr>
          <a:xfrm>
            <a:off x="5445996" y="4468129"/>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607" name="Google Shape;8607;p65"/>
          <p:cNvSpPr/>
          <p:nvPr/>
        </p:nvSpPr>
        <p:spPr>
          <a:xfrm>
            <a:off x="5601571" y="4468129"/>
            <a:ext cx="147637" cy="200025"/>
          </a:xfrm>
          <a:prstGeom prst="rect">
            <a:avLst/>
          </a:prstGeom>
          <a:solidFill>
            <a:srgbClr val="00B05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608" name="Google Shape;8608;p65"/>
          <p:cNvSpPr/>
          <p:nvPr/>
        </p:nvSpPr>
        <p:spPr>
          <a:xfrm>
            <a:off x="5736508" y="4406217"/>
            <a:ext cx="147638"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cxnSp>
        <p:nvCxnSpPr>
          <p:cNvPr id="8609" name="Google Shape;8609;p65"/>
          <p:cNvCxnSpPr/>
          <p:nvPr/>
        </p:nvCxnSpPr>
        <p:spPr>
          <a:xfrm flipH="1" rot="10800000">
            <a:off x="3853733" y="4717367"/>
            <a:ext cx="735013" cy="550862"/>
          </a:xfrm>
          <a:prstGeom prst="straightConnector1">
            <a:avLst/>
          </a:prstGeom>
          <a:noFill/>
          <a:ln cap="flat" cmpd="sng" w="19050">
            <a:solidFill>
              <a:schemeClr val="dk1"/>
            </a:solidFill>
            <a:prstDash val="solid"/>
            <a:round/>
            <a:headEnd len="sm" w="sm" type="none"/>
            <a:tailEnd len="sm" w="sm" type="none"/>
          </a:ln>
        </p:spPr>
      </p:cxnSp>
      <p:sp>
        <p:nvSpPr>
          <p:cNvPr id="8610" name="Google Shape;8610;p65"/>
          <p:cNvSpPr/>
          <p:nvPr/>
        </p:nvSpPr>
        <p:spPr>
          <a:xfrm>
            <a:off x="4393483" y="4368117"/>
            <a:ext cx="147638"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cxnSp>
        <p:nvCxnSpPr>
          <p:cNvPr id="8611" name="Google Shape;8611;p65"/>
          <p:cNvCxnSpPr/>
          <p:nvPr/>
        </p:nvCxnSpPr>
        <p:spPr>
          <a:xfrm>
            <a:off x="4344271" y="4304617"/>
            <a:ext cx="211137" cy="0"/>
          </a:xfrm>
          <a:prstGeom prst="straightConnector1">
            <a:avLst/>
          </a:prstGeom>
          <a:noFill/>
          <a:ln cap="flat" cmpd="sng" w="9525">
            <a:solidFill>
              <a:schemeClr val="dk1"/>
            </a:solidFill>
            <a:prstDash val="solid"/>
            <a:round/>
            <a:headEnd len="sm" w="sm" type="none"/>
            <a:tailEnd len="med" w="med" type="triangle"/>
          </a:ln>
        </p:spPr>
      </p:cxnSp>
      <p:sp>
        <p:nvSpPr>
          <p:cNvPr id="8612" name="Google Shape;8612;p65"/>
          <p:cNvSpPr txBox="1"/>
          <p:nvPr/>
        </p:nvSpPr>
        <p:spPr>
          <a:xfrm>
            <a:off x="3021677" y="3861704"/>
            <a:ext cx="39305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a:t>
            </a:r>
            <a:endParaRPr b="0" i="0" sz="2800" u="none" cap="none" strike="noStrike">
              <a:solidFill>
                <a:srgbClr val="000000"/>
              </a:solidFill>
              <a:latin typeface="Calibri"/>
              <a:ea typeface="Calibri"/>
              <a:cs typeface="Calibri"/>
              <a:sym typeface="Calibri"/>
            </a:endParaRPr>
          </a:p>
        </p:txBody>
      </p:sp>
      <p:sp>
        <p:nvSpPr>
          <p:cNvPr id="8613" name="Google Shape;8613;p65"/>
          <p:cNvSpPr txBox="1"/>
          <p:nvPr/>
        </p:nvSpPr>
        <p:spPr>
          <a:xfrm>
            <a:off x="3094654" y="4814204"/>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endParaRPr b="0" i="0" sz="2800" u="none" cap="none" strike="noStrike">
              <a:solidFill>
                <a:srgbClr val="000000"/>
              </a:solidFill>
              <a:latin typeface="Calibri"/>
              <a:ea typeface="Calibri"/>
              <a:cs typeface="Calibri"/>
              <a:sym typeface="Calibri"/>
            </a:endParaRPr>
          </a:p>
        </p:txBody>
      </p:sp>
      <p:grpSp>
        <p:nvGrpSpPr>
          <p:cNvPr id="8614" name="Google Shape;8614;p65"/>
          <p:cNvGrpSpPr/>
          <p:nvPr/>
        </p:nvGrpSpPr>
        <p:grpSpPr>
          <a:xfrm>
            <a:off x="3128246" y="3861704"/>
            <a:ext cx="779462" cy="679450"/>
            <a:chOff x="-44" y="1473"/>
            <a:chExt cx="981" cy="1105"/>
          </a:xfrm>
        </p:grpSpPr>
        <p:pic>
          <p:nvPicPr>
            <p:cNvPr descr="desktop_computer_stylized_medium" id="8615" name="Google Shape;8615;p6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16" name="Google Shape;8616;p6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pic>
        <p:nvPicPr>
          <p:cNvPr descr="desktop_computer_stylized_medium" id="8617" name="Google Shape;8617;p65"/>
          <p:cNvPicPr preferRelativeResize="0"/>
          <p:nvPr/>
        </p:nvPicPr>
        <p:blipFill rotWithShape="1">
          <a:blip r:embed="rId3">
            <a:alphaModFix/>
          </a:blip>
          <a:srcRect b="0" l="0" r="0" t="0"/>
          <a:stretch/>
        </p:blipFill>
        <p:spPr>
          <a:xfrm flipH="1">
            <a:off x="3223290" y="4868179"/>
            <a:ext cx="779462" cy="679450"/>
          </a:xfrm>
          <a:prstGeom prst="rect">
            <a:avLst/>
          </a:prstGeom>
          <a:noFill/>
          <a:ln>
            <a:noFill/>
          </a:ln>
        </p:spPr>
      </p:pic>
      <p:sp>
        <p:nvSpPr>
          <p:cNvPr id="8618" name="Google Shape;8618;p65"/>
          <p:cNvSpPr/>
          <p:nvPr/>
        </p:nvSpPr>
        <p:spPr>
          <a:xfrm flipH="1">
            <a:off x="3555416" y="4933357"/>
            <a:ext cx="379004" cy="31113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8619" name="Google Shape;8619;p65"/>
          <p:cNvSpPr/>
          <p:nvPr/>
        </p:nvSpPr>
        <p:spPr>
          <a:xfrm>
            <a:off x="3956921" y="5023754"/>
            <a:ext cx="139700" cy="185738"/>
          </a:xfrm>
          <a:prstGeom prst="rect">
            <a:avLst/>
          </a:prstGeom>
          <a:solidFill>
            <a:srgbClr val="00B05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cxnSp>
        <p:nvCxnSpPr>
          <p:cNvPr id="8620" name="Google Shape;8620;p65"/>
          <p:cNvCxnSpPr/>
          <p:nvPr/>
        </p:nvCxnSpPr>
        <p:spPr>
          <a:xfrm flipH="1" rot="10800000">
            <a:off x="4131546" y="4993592"/>
            <a:ext cx="220662" cy="161925"/>
          </a:xfrm>
          <a:prstGeom prst="straightConnector1">
            <a:avLst/>
          </a:prstGeom>
          <a:noFill/>
          <a:ln cap="flat" cmpd="sng" w="9525">
            <a:solidFill>
              <a:schemeClr val="dk1"/>
            </a:solidFill>
            <a:prstDash val="solid"/>
            <a:round/>
            <a:headEnd len="sm" w="sm" type="none"/>
            <a:tailEnd len="med" w="med" type="triangle"/>
          </a:ln>
        </p:spPr>
      </p:cxnSp>
      <p:sp>
        <p:nvSpPr>
          <p:cNvPr id="8621" name="Google Shape;8621;p65"/>
          <p:cNvSpPr/>
          <p:nvPr/>
        </p:nvSpPr>
        <p:spPr>
          <a:xfrm>
            <a:off x="5293596" y="4469717"/>
            <a:ext cx="147637" cy="20002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622" name="Google Shape;8622;p65"/>
          <p:cNvSpPr/>
          <p:nvPr/>
        </p:nvSpPr>
        <p:spPr>
          <a:xfrm>
            <a:off x="5144371" y="4468129"/>
            <a:ext cx="147637" cy="20002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623" name="Google Shape;8623;p65"/>
          <p:cNvSpPr/>
          <p:nvPr/>
        </p:nvSpPr>
        <p:spPr>
          <a:xfrm>
            <a:off x="4991971" y="4471304"/>
            <a:ext cx="147637" cy="20002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8624" name="Google Shape;8624;p65"/>
          <p:cNvGrpSpPr/>
          <p:nvPr/>
        </p:nvGrpSpPr>
        <p:grpSpPr>
          <a:xfrm>
            <a:off x="4277596" y="3137806"/>
            <a:ext cx="5876927" cy="1239838"/>
            <a:chOff x="1279" y="2225"/>
            <a:chExt cx="3702" cy="781"/>
          </a:xfrm>
        </p:grpSpPr>
        <p:sp>
          <p:nvSpPr>
            <p:cNvPr id="8625" name="Google Shape;8625;p65"/>
            <p:cNvSpPr txBox="1"/>
            <p:nvPr/>
          </p:nvSpPr>
          <p:spPr>
            <a:xfrm>
              <a:off x="1279" y="2225"/>
              <a:ext cx="3702"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packet being transmitted </a:t>
              </a:r>
              <a:r>
                <a:rPr b="0" i="0" lang="en-US" sz="2400" u="none" cap="none" strike="noStrike">
                  <a:solidFill>
                    <a:srgbClr val="CC0000"/>
                  </a:solidFill>
                  <a:latin typeface="Calibri"/>
                  <a:ea typeface="Calibri"/>
                  <a:cs typeface="Calibri"/>
                  <a:sym typeface="Calibri"/>
                </a:rPr>
                <a:t>(transmission delay)</a:t>
              </a:r>
              <a:endParaRPr b="0" i="0" sz="2400" u="none" cap="none" strike="noStrike">
                <a:solidFill>
                  <a:srgbClr val="CC0000"/>
                </a:solidFill>
                <a:latin typeface="Calibri"/>
                <a:ea typeface="Calibri"/>
                <a:cs typeface="Calibri"/>
                <a:sym typeface="Calibri"/>
              </a:endParaRPr>
            </a:p>
          </p:txBody>
        </p:sp>
        <p:cxnSp>
          <p:nvCxnSpPr>
            <p:cNvPr id="8626" name="Google Shape;8626;p65"/>
            <p:cNvCxnSpPr/>
            <p:nvPr/>
          </p:nvCxnSpPr>
          <p:spPr>
            <a:xfrm flipH="1">
              <a:off x="2259" y="2462"/>
              <a:ext cx="836" cy="544"/>
            </a:xfrm>
            <a:prstGeom prst="straightConnector1">
              <a:avLst/>
            </a:prstGeom>
            <a:noFill/>
            <a:ln cap="flat" cmpd="sng" w="9525">
              <a:solidFill>
                <a:schemeClr val="dk1"/>
              </a:solidFill>
              <a:prstDash val="solid"/>
              <a:round/>
              <a:headEnd len="sm" w="sm" type="none"/>
              <a:tailEnd len="sm" w="sm" type="none"/>
            </a:ln>
          </p:spPr>
        </p:cxnSp>
      </p:grpSp>
      <p:grpSp>
        <p:nvGrpSpPr>
          <p:cNvPr id="8627" name="Google Shape;8627;p65"/>
          <p:cNvGrpSpPr/>
          <p:nvPr/>
        </p:nvGrpSpPr>
        <p:grpSpPr>
          <a:xfrm>
            <a:off x="5550773" y="4742762"/>
            <a:ext cx="5216531" cy="900111"/>
            <a:chOff x="2103" y="3214"/>
            <a:chExt cx="3286" cy="567"/>
          </a:xfrm>
        </p:grpSpPr>
        <p:sp>
          <p:nvSpPr>
            <p:cNvPr id="8628" name="Google Shape;8628;p65"/>
            <p:cNvSpPr txBox="1"/>
            <p:nvPr/>
          </p:nvSpPr>
          <p:spPr>
            <a:xfrm>
              <a:off x="2530" y="3490"/>
              <a:ext cx="2859"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packets in buffers</a:t>
              </a:r>
              <a:r>
                <a:rPr b="0" i="0" lang="en-US" sz="2400" u="none" cap="none" strike="noStrike">
                  <a:solidFill>
                    <a:srgbClr val="FF0000"/>
                  </a:solidFill>
                  <a:latin typeface="Calibri"/>
                  <a:ea typeface="Calibri"/>
                  <a:cs typeface="Calibri"/>
                  <a:sym typeface="Calibri"/>
                </a:rPr>
                <a:t> </a:t>
              </a:r>
              <a:r>
                <a:rPr b="0" i="0" lang="en-US" sz="2400" u="none" cap="none" strike="noStrike">
                  <a:solidFill>
                    <a:srgbClr val="CC0000"/>
                  </a:solidFill>
                  <a:latin typeface="Calibri"/>
                  <a:ea typeface="Calibri"/>
                  <a:cs typeface="Calibri"/>
                  <a:sym typeface="Calibri"/>
                </a:rPr>
                <a:t>(queueing delay)</a:t>
              </a:r>
              <a:endParaRPr b="0" i="0" sz="2400" u="none" cap="none" strike="noStrike">
                <a:solidFill>
                  <a:srgbClr val="CC0000"/>
                </a:solidFill>
                <a:latin typeface="Calibri"/>
                <a:ea typeface="Calibri"/>
                <a:cs typeface="Calibri"/>
                <a:sym typeface="Calibri"/>
              </a:endParaRPr>
            </a:p>
          </p:txBody>
        </p:sp>
        <p:cxnSp>
          <p:nvCxnSpPr>
            <p:cNvPr id="8629" name="Google Shape;8629;p65"/>
            <p:cNvCxnSpPr/>
            <p:nvPr/>
          </p:nvCxnSpPr>
          <p:spPr>
            <a:xfrm rot="10800000">
              <a:off x="2103" y="3214"/>
              <a:ext cx="471" cy="404"/>
            </a:xfrm>
            <a:prstGeom prst="straightConnector1">
              <a:avLst/>
            </a:prstGeom>
            <a:noFill/>
            <a:ln cap="flat" cmpd="sng" w="9525">
              <a:solidFill>
                <a:schemeClr val="dk1"/>
              </a:solidFill>
              <a:prstDash val="solid"/>
              <a:round/>
              <a:headEnd len="sm" w="sm" type="none"/>
              <a:tailEnd len="sm" w="sm" type="none"/>
            </a:ln>
          </p:spPr>
        </p:cxnSp>
      </p:grpSp>
      <p:grpSp>
        <p:nvGrpSpPr>
          <p:cNvPr id="8630" name="Google Shape;8630;p65"/>
          <p:cNvGrpSpPr/>
          <p:nvPr/>
        </p:nvGrpSpPr>
        <p:grpSpPr>
          <a:xfrm>
            <a:off x="4468095" y="4704672"/>
            <a:ext cx="5173663" cy="1757364"/>
            <a:chOff x="1421" y="3190"/>
            <a:chExt cx="3259" cy="1107"/>
          </a:xfrm>
        </p:grpSpPr>
        <p:cxnSp>
          <p:nvCxnSpPr>
            <p:cNvPr id="8631" name="Google Shape;8631;p65"/>
            <p:cNvCxnSpPr/>
            <p:nvPr/>
          </p:nvCxnSpPr>
          <p:spPr>
            <a:xfrm flipH="1" rot="10800000">
              <a:off x="1793" y="3190"/>
              <a:ext cx="110" cy="630"/>
            </a:xfrm>
            <a:prstGeom prst="straightConnector1">
              <a:avLst/>
            </a:prstGeom>
            <a:noFill/>
            <a:ln cap="flat" cmpd="sng" w="9525">
              <a:solidFill>
                <a:schemeClr val="dk1"/>
              </a:solidFill>
              <a:prstDash val="solid"/>
              <a:round/>
              <a:headEnd len="sm" w="sm" type="none"/>
              <a:tailEnd len="sm" w="sm" type="none"/>
            </a:ln>
          </p:spPr>
        </p:cxnSp>
        <p:sp>
          <p:nvSpPr>
            <p:cNvPr id="8632" name="Google Shape;8632;p65"/>
            <p:cNvSpPr txBox="1"/>
            <p:nvPr/>
          </p:nvSpPr>
          <p:spPr>
            <a:xfrm>
              <a:off x="1421" y="3774"/>
              <a:ext cx="3259" cy="5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free (available) buffers: arriving packets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dropped (</a:t>
              </a:r>
              <a:r>
                <a:rPr b="0" i="0" lang="en-US" sz="2400" u="none" cap="none" strike="noStrike">
                  <a:solidFill>
                    <a:srgbClr val="CC0000"/>
                  </a:solidFill>
                  <a:latin typeface="Calibri"/>
                  <a:ea typeface="Calibri"/>
                  <a:cs typeface="Calibri"/>
                  <a:sym typeface="Calibri"/>
                </a:rPr>
                <a:t>loss</a:t>
              </a:r>
              <a:r>
                <a:rPr b="0" i="0" lang="en-US" sz="2400" u="none" cap="none" strike="noStrike">
                  <a:solidFill>
                    <a:srgbClr val="000000"/>
                  </a:solidFill>
                  <a:latin typeface="Calibri"/>
                  <a:ea typeface="Calibri"/>
                  <a:cs typeface="Calibri"/>
                  <a:sym typeface="Calibri"/>
                </a:rPr>
                <a:t>) if no free buffers</a:t>
              </a:r>
              <a:endParaRPr b="0" i="0" sz="2400" u="none" cap="none" strike="noStrike">
                <a:solidFill>
                  <a:srgbClr val="000000"/>
                </a:solidFill>
                <a:latin typeface="Calibri"/>
                <a:ea typeface="Calibri"/>
                <a:cs typeface="Calibri"/>
                <a:sym typeface="Calibri"/>
              </a:endParaRPr>
            </a:p>
          </p:txBody>
        </p:sp>
      </p:grpSp>
      <p:grpSp>
        <p:nvGrpSpPr>
          <p:cNvPr id="8633" name="Google Shape;8633;p65"/>
          <p:cNvGrpSpPr/>
          <p:nvPr/>
        </p:nvGrpSpPr>
        <p:grpSpPr>
          <a:xfrm>
            <a:off x="7723012" y="4224627"/>
            <a:ext cx="1511352" cy="863670"/>
            <a:chOff x="7493876" y="2774731"/>
            <a:chExt cx="1481958" cy="894622"/>
          </a:xfrm>
        </p:grpSpPr>
        <p:sp>
          <p:nvSpPr>
            <p:cNvPr id="8634" name="Google Shape;8634;p6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635" name="Google Shape;8635;p6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636" name="Google Shape;8636;p65"/>
            <p:cNvGrpSpPr/>
            <p:nvPr/>
          </p:nvGrpSpPr>
          <p:grpSpPr>
            <a:xfrm>
              <a:off x="7713663" y="2848339"/>
              <a:ext cx="1042107" cy="425543"/>
              <a:chOff x="7786941" y="2884917"/>
              <a:chExt cx="897649" cy="353919"/>
            </a:xfrm>
          </p:grpSpPr>
          <p:sp>
            <p:nvSpPr>
              <p:cNvPr id="8637" name="Google Shape;8637;p6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38" name="Google Shape;8638;p6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39" name="Google Shape;8639;p6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40" name="Google Shape;8640;p6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5" name="Shape 8645"/>
        <p:cNvGrpSpPr/>
        <p:nvPr/>
      </p:nvGrpSpPr>
      <p:grpSpPr>
        <a:xfrm>
          <a:off x="0" y="0"/>
          <a:ext cx="0" cy="0"/>
          <a:chOff x="0" y="0"/>
          <a:chExt cx="0" cy="0"/>
        </a:xfrm>
      </p:grpSpPr>
      <p:grpSp>
        <p:nvGrpSpPr>
          <p:cNvPr id="8646" name="Google Shape;8646;p66"/>
          <p:cNvGrpSpPr/>
          <p:nvPr/>
        </p:nvGrpSpPr>
        <p:grpSpPr>
          <a:xfrm>
            <a:off x="3364430" y="1767623"/>
            <a:ext cx="1511352" cy="863670"/>
            <a:chOff x="7493876" y="2774731"/>
            <a:chExt cx="1481958" cy="894622"/>
          </a:xfrm>
        </p:grpSpPr>
        <p:sp>
          <p:nvSpPr>
            <p:cNvPr id="8647" name="Google Shape;8647;p6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648" name="Google Shape;8648;p6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649" name="Google Shape;8649;p66"/>
            <p:cNvGrpSpPr/>
            <p:nvPr/>
          </p:nvGrpSpPr>
          <p:grpSpPr>
            <a:xfrm>
              <a:off x="7713663" y="2848339"/>
              <a:ext cx="1042107" cy="425543"/>
              <a:chOff x="7786941" y="2884917"/>
              <a:chExt cx="897649" cy="353919"/>
            </a:xfrm>
          </p:grpSpPr>
          <p:sp>
            <p:nvSpPr>
              <p:cNvPr id="8650" name="Google Shape;8650;p6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51" name="Google Shape;8651;p6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52" name="Google Shape;8652;p6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53" name="Google Shape;8653;p6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654" name="Google Shape;8654;p66"/>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Packet delay: four sources</a:t>
            </a:r>
            <a:endParaRPr sz="4400"/>
          </a:p>
        </p:txBody>
      </p:sp>
      <p:sp>
        <p:nvSpPr>
          <p:cNvPr id="8655" name="Google Shape;8655;p66"/>
          <p:cNvSpPr txBox="1"/>
          <p:nvPr/>
        </p:nvSpPr>
        <p:spPr>
          <a:xfrm>
            <a:off x="1621934" y="4604492"/>
            <a:ext cx="3810000" cy="1839595"/>
          </a:xfrm>
          <a:prstGeom prst="rect">
            <a:avLst/>
          </a:prstGeom>
          <a:noFill/>
          <a:ln>
            <a:noFill/>
          </a:ln>
        </p:spPr>
        <p:txBody>
          <a:bodyPr anchorCtr="0" anchor="t" bIns="45700" lIns="91425" spcFirstLastPara="1" rIns="91425" wrap="square" tIns="45700">
            <a:noAutofit/>
          </a:bodyPr>
          <a:lstStyle/>
          <a:p>
            <a:pPr indent="-295275"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d</a:t>
            </a:r>
            <a:r>
              <a:rPr b="0" baseline="-25000" i="0" lang="en-US" sz="2800" u="none" cap="none" strike="noStrike">
                <a:solidFill>
                  <a:srgbClr val="CC0000"/>
                </a:solidFill>
                <a:latin typeface="Calibri"/>
                <a:ea typeface="Calibri"/>
                <a:cs typeface="Calibri"/>
                <a:sym typeface="Calibri"/>
              </a:rPr>
              <a:t>proc</a:t>
            </a:r>
            <a:r>
              <a:rPr b="0" i="0" lang="en-US" sz="2800" u="none" cap="none" strike="noStrike">
                <a:solidFill>
                  <a:srgbClr val="CC0000"/>
                </a:solidFill>
                <a:latin typeface="Calibri"/>
                <a:ea typeface="Calibri"/>
                <a:cs typeface="Calibri"/>
                <a:sym typeface="Calibri"/>
              </a:rPr>
              <a:t>: nodal processing</a:t>
            </a:r>
            <a:r>
              <a:rPr b="0" i="0" lang="en-US" sz="2800" u="none" cap="none" strike="noStrike">
                <a:solidFill>
                  <a:srgbClr val="000000"/>
                </a:solidFill>
                <a:latin typeface="Calibri"/>
                <a:ea typeface="Calibri"/>
                <a:cs typeface="Calibri"/>
                <a:sym typeface="Calibri"/>
              </a:rPr>
              <a:t> </a:t>
            </a:r>
            <a:endParaRPr b="0" i="0" sz="2800" u="none" cap="none" strike="noStrike">
              <a:solidFill>
                <a:srgbClr val="000000"/>
              </a:solidFill>
              <a:latin typeface="Calibri"/>
              <a:ea typeface="Calibri"/>
              <a:cs typeface="Calibri"/>
              <a:sym typeface="Calibri"/>
            </a:endParaRPr>
          </a:p>
          <a:p>
            <a:pPr indent="-233680" lvl="0" marL="349250" marR="0" rtl="0" algn="l">
              <a:lnSpc>
                <a:spcPct val="90000"/>
              </a:lnSpc>
              <a:spcBef>
                <a:spcPts val="6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check bit errors</a:t>
            </a:r>
            <a:endParaRPr b="0" i="0" sz="2400" u="none" cap="none" strike="noStrike">
              <a:solidFill>
                <a:srgbClr val="000000"/>
              </a:solidFill>
              <a:latin typeface="Calibri"/>
              <a:ea typeface="Calibri"/>
              <a:cs typeface="Calibri"/>
              <a:sym typeface="Calibri"/>
            </a:endParaRPr>
          </a:p>
          <a:p>
            <a:pPr indent="-233680" lvl="0" marL="349250" marR="0" rtl="0" algn="l">
              <a:lnSpc>
                <a:spcPct val="90000"/>
              </a:lnSpc>
              <a:spcBef>
                <a:spcPts val="6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determine output link</a:t>
            </a:r>
            <a:endParaRPr b="0" i="0" sz="2400" u="none" cap="none" strike="noStrike">
              <a:solidFill>
                <a:srgbClr val="000000"/>
              </a:solidFill>
              <a:latin typeface="Calibri"/>
              <a:ea typeface="Calibri"/>
              <a:cs typeface="Calibri"/>
              <a:sym typeface="Calibri"/>
            </a:endParaRPr>
          </a:p>
          <a:p>
            <a:pPr indent="-233680" lvl="0" marL="349250" marR="0" rtl="0" algn="l">
              <a:lnSpc>
                <a:spcPct val="90000"/>
              </a:lnSpc>
              <a:spcBef>
                <a:spcPts val="6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typically &lt; microsecs</a:t>
            </a:r>
            <a:endParaRPr b="0" i="0" sz="2400" u="none" cap="none" strike="noStrike">
              <a:solidFill>
                <a:srgbClr val="000000"/>
              </a:solidFill>
              <a:latin typeface="Calibri"/>
              <a:ea typeface="Calibri"/>
              <a:cs typeface="Calibri"/>
              <a:sym typeface="Calibri"/>
            </a:endParaRPr>
          </a:p>
        </p:txBody>
      </p:sp>
      <p:sp>
        <p:nvSpPr>
          <p:cNvPr id="8656" name="Google Shape;8656;p66"/>
          <p:cNvSpPr/>
          <p:nvPr/>
        </p:nvSpPr>
        <p:spPr>
          <a:xfrm>
            <a:off x="6212541" y="4536106"/>
            <a:ext cx="5054724" cy="1394050"/>
          </a:xfrm>
          <a:prstGeom prst="rect">
            <a:avLst/>
          </a:prstGeom>
          <a:noFill/>
          <a:ln>
            <a:noFill/>
          </a:ln>
        </p:spPr>
        <p:txBody>
          <a:bodyPr anchorCtr="0" anchor="t" bIns="45700" lIns="91425" spcFirstLastPara="1" rIns="91425" wrap="square" tIns="45700">
            <a:noAutofit/>
          </a:bodyPr>
          <a:lstStyle/>
          <a:p>
            <a:pPr indent="-344805" lvl="0" marL="344805" marR="0" rtl="0" algn="l">
              <a:lnSpc>
                <a:spcPct val="90000"/>
              </a:lnSpc>
              <a:spcBef>
                <a:spcPts val="0"/>
              </a:spcBef>
              <a:spcAft>
                <a:spcPts val="0"/>
              </a:spcAft>
              <a:buClr>
                <a:srgbClr val="3333CC"/>
              </a:buClr>
              <a:buSzPts val="1700"/>
              <a:buFont typeface="Noto Sans Symbols"/>
              <a:buNone/>
            </a:pPr>
            <a:r>
              <a:rPr b="0" i="0" lang="en-US" sz="2000" u="none" cap="none" strike="noStrike">
                <a:solidFill>
                  <a:srgbClr val="FF0000"/>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d</a:t>
            </a:r>
            <a:r>
              <a:rPr b="0" baseline="-25000" i="0" lang="en-US" sz="2800" u="none" cap="none" strike="noStrike">
                <a:solidFill>
                  <a:srgbClr val="CC0000"/>
                </a:solidFill>
                <a:latin typeface="Calibri"/>
                <a:ea typeface="Calibri"/>
                <a:cs typeface="Calibri"/>
                <a:sym typeface="Calibri"/>
              </a:rPr>
              <a:t>queue</a:t>
            </a:r>
            <a:r>
              <a:rPr b="0" i="0" lang="en-US" sz="2800" u="none" cap="none" strike="noStrike">
                <a:solidFill>
                  <a:srgbClr val="CC0000"/>
                </a:solidFill>
                <a:latin typeface="Calibri"/>
                <a:ea typeface="Calibri"/>
                <a:cs typeface="Calibri"/>
                <a:sym typeface="Calibri"/>
              </a:rPr>
              <a:t>: queueing delay</a:t>
            </a:r>
            <a:endParaRPr b="0" i="0" sz="2800" u="none" cap="none" strike="noStrike">
              <a:solidFill>
                <a:srgbClr val="CC0000"/>
              </a:solidFill>
              <a:latin typeface="Calibri"/>
              <a:ea typeface="Calibri"/>
              <a:cs typeface="Calibri"/>
              <a:sym typeface="Calibri"/>
            </a:endParaRPr>
          </a:p>
          <a:p>
            <a:pPr indent="-231775" lvl="0" marL="231775" marR="0" rtl="0" algn="l">
              <a:lnSpc>
                <a:spcPct val="90000"/>
              </a:lnSpc>
              <a:spcBef>
                <a:spcPts val="60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time waiting at output link for transmission </a:t>
            </a:r>
            <a:endParaRPr b="0" i="0" sz="2400" u="none" cap="none" strike="noStrike">
              <a:solidFill>
                <a:srgbClr val="000000"/>
              </a:solidFill>
              <a:latin typeface="Calibri"/>
              <a:ea typeface="Calibri"/>
              <a:cs typeface="Calibri"/>
              <a:sym typeface="Calibri"/>
            </a:endParaRPr>
          </a:p>
          <a:p>
            <a:pPr indent="-231775" lvl="0" marL="231775" marR="0" rtl="0" algn="l">
              <a:lnSpc>
                <a:spcPct val="90000"/>
              </a:lnSpc>
              <a:spcBef>
                <a:spcPts val="60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depends on congestion level of router</a:t>
            </a:r>
            <a:endParaRPr b="0" i="0" sz="2400" u="none" cap="none" strike="noStrike">
              <a:solidFill>
                <a:srgbClr val="000000"/>
              </a:solidFill>
              <a:latin typeface="Calibri"/>
              <a:ea typeface="Calibri"/>
              <a:cs typeface="Calibri"/>
              <a:sym typeface="Calibri"/>
            </a:endParaRPr>
          </a:p>
        </p:txBody>
      </p:sp>
      <p:cxnSp>
        <p:nvCxnSpPr>
          <p:cNvPr id="8657" name="Google Shape;8657;p66"/>
          <p:cNvCxnSpPr/>
          <p:nvPr/>
        </p:nvCxnSpPr>
        <p:spPr>
          <a:xfrm>
            <a:off x="2621011" y="1783635"/>
            <a:ext cx="741403" cy="355600"/>
          </a:xfrm>
          <a:prstGeom prst="straightConnector1">
            <a:avLst/>
          </a:prstGeom>
          <a:noFill/>
          <a:ln cap="flat" cmpd="sng" w="19050">
            <a:solidFill>
              <a:schemeClr val="dk1"/>
            </a:solidFill>
            <a:prstDash val="solid"/>
            <a:round/>
            <a:headEnd len="sm" w="sm" type="none"/>
            <a:tailEnd len="sm" w="sm" type="none"/>
          </a:ln>
        </p:spPr>
      </p:cxnSp>
      <p:sp>
        <p:nvSpPr>
          <p:cNvPr id="8658" name="Google Shape;8658;p66"/>
          <p:cNvSpPr/>
          <p:nvPr/>
        </p:nvSpPr>
        <p:spPr>
          <a:xfrm>
            <a:off x="5464378" y="2002710"/>
            <a:ext cx="147646"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659" name="Google Shape;8659;p66"/>
          <p:cNvSpPr/>
          <p:nvPr/>
        </p:nvSpPr>
        <p:spPr>
          <a:xfrm>
            <a:off x="4211773" y="2074148"/>
            <a:ext cx="147645"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660" name="Google Shape;8660;p66"/>
          <p:cNvSpPr/>
          <p:nvPr/>
        </p:nvSpPr>
        <p:spPr>
          <a:xfrm>
            <a:off x="4373707" y="2074148"/>
            <a:ext cx="147645" cy="200025"/>
          </a:xfrm>
          <a:prstGeom prst="rect">
            <a:avLst/>
          </a:prstGeom>
          <a:solidFill>
            <a:srgbClr val="00B05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cxnSp>
        <p:nvCxnSpPr>
          <p:cNvPr id="8661" name="Google Shape;8661;p66"/>
          <p:cNvCxnSpPr/>
          <p:nvPr/>
        </p:nvCxnSpPr>
        <p:spPr>
          <a:xfrm>
            <a:off x="7042061" y="1833751"/>
            <a:ext cx="366733" cy="0"/>
          </a:xfrm>
          <a:prstGeom prst="straightConnector1">
            <a:avLst/>
          </a:prstGeom>
          <a:noFill/>
          <a:ln cap="flat" cmpd="sng" w="9525">
            <a:solidFill>
              <a:schemeClr val="dk1"/>
            </a:solidFill>
            <a:prstDash val="solid"/>
            <a:round/>
            <a:headEnd len="sm" w="sm" type="none"/>
            <a:tailEnd len="med" w="med" type="triangle"/>
          </a:ln>
        </p:spPr>
      </p:cxnSp>
      <p:sp>
        <p:nvSpPr>
          <p:cNvPr id="8662" name="Google Shape;8662;p66"/>
          <p:cNvSpPr/>
          <p:nvPr/>
        </p:nvSpPr>
        <p:spPr>
          <a:xfrm>
            <a:off x="4502301" y="2012235"/>
            <a:ext cx="147646"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663" name="Google Shape;8663;p66"/>
          <p:cNvSpPr txBox="1"/>
          <p:nvPr/>
        </p:nvSpPr>
        <p:spPr>
          <a:xfrm>
            <a:off x="5370720" y="1587878"/>
            <a:ext cx="170040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propagation</a:t>
            </a:r>
            <a:endParaRPr b="0" i="0" sz="2000" u="none" cap="none" strike="noStrike">
              <a:solidFill>
                <a:srgbClr val="CC0000"/>
              </a:solidFill>
              <a:latin typeface="Calibri"/>
              <a:ea typeface="Calibri"/>
              <a:cs typeface="Calibri"/>
              <a:sym typeface="Calibri"/>
            </a:endParaRPr>
          </a:p>
        </p:txBody>
      </p:sp>
      <p:cxnSp>
        <p:nvCxnSpPr>
          <p:cNvPr id="8664" name="Google Shape;8664;p66"/>
          <p:cNvCxnSpPr/>
          <p:nvPr/>
        </p:nvCxnSpPr>
        <p:spPr>
          <a:xfrm rot="10800000">
            <a:off x="5073803" y="1831109"/>
            <a:ext cx="319105" cy="0"/>
          </a:xfrm>
          <a:prstGeom prst="straightConnector1">
            <a:avLst/>
          </a:prstGeom>
          <a:noFill/>
          <a:ln cap="flat" cmpd="sng" w="9525">
            <a:solidFill>
              <a:schemeClr val="dk1"/>
            </a:solidFill>
            <a:prstDash val="solid"/>
            <a:round/>
            <a:headEnd len="sm" w="sm" type="none"/>
            <a:tailEnd len="med" w="med" type="triangle"/>
          </a:ln>
        </p:spPr>
      </p:cxnSp>
      <p:sp>
        <p:nvSpPr>
          <p:cNvPr id="8665" name="Google Shape;8665;p66"/>
          <p:cNvSpPr txBox="1"/>
          <p:nvPr/>
        </p:nvSpPr>
        <p:spPr>
          <a:xfrm>
            <a:off x="3016098" y="2729785"/>
            <a:ext cx="1511824" cy="69063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nodal</a:t>
            </a:r>
            <a:endParaRPr b="0" i="0" sz="2400" u="none" cap="none" strike="noStrike">
              <a:solidFill>
                <a:srgbClr val="CC0000"/>
              </a:solidFill>
              <a:latin typeface="Calibri"/>
              <a:ea typeface="Calibri"/>
              <a:cs typeface="Calibri"/>
              <a:sym typeface="Calibri"/>
            </a:endParaRPr>
          </a:p>
          <a:p>
            <a:pPr indent="0" lvl="0" marL="0" marR="0" rtl="0" algn="ctr">
              <a:lnSpc>
                <a:spcPct val="8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processing</a:t>
            </a:r>
            <a:endParaRPr b="0" i="0" sz="2400" u="none" cap="none" strike="noStrike">
              <a:solidFill>
                <a:srgbClr val="CC0000"/>
              </a:solidFill>
              <a:latin typeface="Calibri"/>
              <a:ea typeface="Calibri"/>
              <a:cs typeface="Calibri"/>
              <a:sym typeface="Calibri"/>
            </a:endParaRPr>
          </a:p>
        </p:txBody>
      </p:sp>
      <p:cxnSp>
        <p:nvCxnSpPr>
          <p:cNvPr id="8666" name="Google Shape;8666;p66"/>
          <p:cNvCxnSpPr/>
          <p:nvPr/>
        </p:nvCxnSpPr>
        <p:spPr>
          <a:xfrm rot="10800000">
            <a:off x="3363541" y="2729991"/>
            <a:ext cx="833484" cy="0"/>
          </a:xfrm>
          <a:prstGeom prst="straightConnector1">
            <a:avLst/>
          </a:prstGeom>
          <a:noFill/>
          <a:ln cap="flat" cmpd="sng" w="9525">
            <a:solidFill>
              <a:schemeClr val="dk1"/>
            </a:solidFill>
            <a:prstDash val="solid"/>
            <a:round/>
            <a:headEnd len="med" w="med" type="triangle"/>
            <a:tailEnd len="med" w="med" type="triangle"/>
          </a:ln>
        </p:spPr>
      </p:cxnSp>
      <p:cxnSp>
        <p:nvCxnSpPr>
          <p:cNvPr id="8667" name="Google Shape;8667;p66"/>
          <p:cNvCxnSpPr/>
          <p:nvPr/>
        </p:nvCxnSpPr>
        <p:spPr>
          <a:xfrm rot="10800000">
            <a:off x="4187959" y="2536110"/>
            <a:ext cx="385784" cy="0"/>
          </a:xfrm>
          <a:prstGeom prst="straightConnector1">
            <a:avLst/>
          </a:prstGeom>
          <a:noFill/>
          <a:ln cap="flat" cmpd="sng" w="9525">
            <a:solidFill>
              <a:schemeClr val="dk1"/>
            </a:solidFill>
            <a:prstDash val="solid"/>
            <a:round/>
            <a:headEnd len="med" w="med" type="triangle"/>
            <a:tailEnd len="med" w="med" type="triangle"/>
          </a:ln>
        </p:spPr>
      </p:cxnSp>
      <p:sp>
        <p:nvSpPr>
          <p:cNvPr id="8668" name="Google Shape;8668;p66"/>
          <p:cNvSpPr txBox="1"/>
          <p:nvPr/>
        </p:nvSpPr>
        <p:spPr>
          <a:xfrm>
            <a:off x="4595969" y="2957464"/>
            <a:ext cx="13548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queueing</a:t>
            </a:r>
            <a:endParaRPr b="0" i="0" sz="2000" u="none" cap="none" strike="noStrike">
              <a:solidFill>
                <a:srgbClr val="CC0000"/>
              </a:solidFill>
              <a:latin typeface="Calibri"/>
              <a:ea typeface="Calibri"/>
              <a:cs typeface="Calibri"/>
              <a:sym typeface="Calibri"/>
            </a:endParaRPr>
          </a:p>
        </p:txBody>
      </p:sp>
      <p:cxnSp>
        <p:nvCxnSpPr>
          <p:cNvPr id="8669" name="Google Shape;8669;p66"/>
          <p:cNvCxnSpPr/>
          <p:nvPr/>
        </p:nvCxnSpPr>
        <p:spPr>
          <a:xfrm rot="10800000">
            <a:off x="4349892" y="2536110"/>
            <a:ext cx="595346" cy="552450"/>
          </a:xfrm>
          <a:prstGeom prst="straightConnector1">
            <a:avLst/>
          </a:prstGeom>
          <a:noFill/>
          <a:ln cap="flat" cmpd="sng" w="9525">
            <a:solidFill>
              <a:schemeClr val="dk1"/>
            </a:solidFill>
            <a:prstDash val="solid"/>
            <a:round/>
            <a:headEnd len="sm" w="sm" type="none"/>
            <a:tailEnd len="sm" w="sm" type="none"/>
          </a:ln>
        </p:spPr>
      </p:cxnSp>
      <p:sp>
        <p:nvSpPr>
          <p:cNvPr id="8670" name="Google Shape;8670;p66"/>
          <p:cNvSpPr/>
          <p:nvPr/>
        </p:nvSpPr>
        <p:spPr>
          <a:xfrm>
            <a:off x="1743075" y="3585728"/>
            <a:ext cx="6175328" cy="554037"/>
          </a:xfrm>
          <a:prstGeom prst="rect">
            <a:avLst/>
          </a:prstGeom>
          <a:noFill/>
          <a:ln>
            <a:noFill/>
          </a:ln>
        </p:spPr>
        <p:txBody>
          <a:bodyPr anchorCtr="0" anchor="t" bIns="45700" lIns="91425" spcFirstLastPara="1" rIns="91425" wrap="square" tIns="45700">
            <a:noAutofit/>
          </a:bodyPr>
          <a:lstStyle/>
          <a:p>
            <a:pPr indent="-285750" lvl="0" marL="285750" marR="0" rtl="0" algn="l">
              <a:lnSpc>
                <a:spcPct val="85000"/>
              </a:lnSpc>
              <a:spcBef>
                <a:spcPts val="0"/>
              </a:spcBef>
              <a:spcAft>
                <a:spcPts val="0"/>
              </a:spcAft>
              <a:buClr>
                <a:srgbClr val="000099"/>
              </a:buClr>
              <a:buSzPts val="2400"/>
              <a:buFont typeface="Noto Sans Symbols"/>
              <a:buNone/>
            </a:pPr>
            <a:r>
              <a:rPr b="0" i="1" lang="en-US" sz="3200" u="none" cap="none" strike="noStrike">
                <a:solidFill>
                  <a:srgbClr val="000000"/>
                </a:solidFill>
                <a:latin typeface="Calibri"/>
                <a:ea typeface="Calibri"/>
                <a:cs typeface="Calibri"/>
                <a:sym typeface="Calibri"/>
              </a:rPr>
              <a:t>d</a:t>
            </a:r>
            <a:r>
              <a:rPr baseline="-25000" lang="en-US" sz="3200">
                <a:latin typeface="Calibri"/>
                <a:ea typeface="Calibri"/>
                <a:cs typeface="Calibri"/>
                <a:sym typeface="Calibri"/>
              </a:rPr>
              <a:t>total</a:t>
            </a:r>
            <a:r>
              <a:rPr b="0" i="0" lang="en-US" sz="3200" u="none" cap="none" strike="noStrike">
                <a:solidFill>
                  <a:srgbClr val="000000"/>
                </a:solidFill>
                <a:latin typeface="Calibri"/>
                <a:ea typeface="Calibri"/>
                <a:cs typeface="Calibri"/>
                <a:sym typeface="Calibri"/>
              </a:rPr>
              <a:t> = </a:t>
            </a:r>
            <a:r>
              <a:rPr b="0" i="1" lang="en-US" sz="3200" u="none" cap="none" strike="noStrike">
                <a:solidFill>
                  <a:srgbClr val="000000"/>
                </a:solidFill>
                <a:latin typeface="Calibri"/>
                <a:ea typeface="Calibri"/>
                <a:cs typeface="Calibri"/>
                <a:sym typeface="Calibri"/>
              </a:rPr>
              <a:t>d</a:t>
            </a:r>
            <a:r>
              <a:rPr b="0" baseline="-25000" i="0" lang="en-US" sz="3200" u="none" cap="none" strike="noStrike">
                <a:solidFill>
                  <a:srgbClr val="000000"/>
                </a:solidFill>
                <a:latin typeface="Calibri"/>
                <a:ea typeface="Calibri"/>
                <a:cs typeface="Calibri"/>
                <a:sym typeface="Calibri"/>
              </a:rPr>
              <a:t>proc</a:t>
            </a:r>
            <a:r>
              <a:rPr b="0" i="0" lang="en-US" sz="3200" u="none" cap="none" strike="noStrike">
                <a:solidFill>
                  <a:srgbClr val="000000"/>
                </a:solidFill>
                <a:latin typeface="Calibri"/>
                <a:ea typeface="Calibri"/>
                <a:cs typeface="Calibri"/>
                <a:sym typeface="Calibri"/>
              </a:rPr>
              <a:t> + </a:t>
            </a:r>
            <a:r>
              <a:rPr b="0" i="1" lang="en-US" sz="3200" u="none" cap="none" strike="noStrike">
                <a:solidFill>
                  <a:srgbClr val="000000"/>
                </a:solidFill>
                <a:latin typeface="Calibri"/>
                <a:ea typeface="Calibri"/>
                <a:cs typeface="Calibri"/>
                <a:sym typeface="Calibri"/>
              </a:rPr>
              <a:t>d</a:t>
            </a:r>
            <a:r>
              <a:rPr b="0" baseline="-25000" i="0" lang="en-US" sz="3200" u="none" cap="none" strike="noStrike">
                <a:solidFill>
                  <a:srgbClr val="000000"/>
                </a:solidFill>
                <a:latin typeface="Calibri"/>
                <a:ea typeface="Calibri"/>
                <a:cs typeface="Calibri"/>
                <a:sym typeface="Calibri"/>
              </a:rPr>
              <a:t>queue</a:t>
            </a:r>
            <a:r>
              <a:rPr b="0" i="0" lang="en-US" sz="3200" u="none" cap="none" strike="noStrike">
                <a:solidFill>
                  <a:srgbClr val="000000"/>
                </a:solidFill>
                <a:latin typeface="Calibri"/>
                <a:ea typeface="Calibri"/>
                <a:cs typeface="Calibri"/>
                <a:sym typeface="Calibri"/>
              </a:rPr>
              <a:t> + </a:t>
            </a:r>
            <a:r>
              <a:rPr b="0" i="1" lang="en-US" sz="3200" u="none" cap="none" strike="noStrike">
                <a:solidFill>
                  <a:srgbClr val="000000"/>
                </a:solidFill>
                <a:latin typeface="Calibri"/>
                <a:ea typeface="Calibri"/>
                <a:cs typeface="Calibri"/>
                <a:sym typeface="Calibri"/>
              </a:rPr>
              <a:t>d</a:t>
            </a:r>
            <a:r>
              <a:rPr b="0" baseline="-25000" i="0" lang="en-US" sz="3200" u="none" cap="none" strike="noStrike">
                <a:solidFill>
                  <a:srgbClr val="000000"/>
                </a:solidFill>
                <a:latin typeface="Calibri"/>
                <a:ea typeface="Calibri"/>
                <a:cs typeface="Calibri"/>
                <a:sym typeface="Calibri"/>
              </a:rPr>
              <a:t>trans</a:t>
            </a:r>
            <a:r>
              <a:rPr b="0" i="0" lang="en-US" sz="3200" u="none" cap="none" strike="noStrike">
                <a:solidFill>
                  <a:srgbClr val="000000"/>
                </a:solidFill>
                <a:latin typeface="Calibri"/>
                <a:ea typeface="Calibri"/>
                <a:cs typeface="Calibri"/>
                <a:sym typeface="Calibri"/>
              </a:rPr>
              <a:t> +  </a:t>
            </a:r>
            <a:r>
              <a:rPr b="0" i="1" lang="en-US" sz="3200" u="none" cap="none" strike="noStrike">
                <a:solidFill>
                  <a:srgbClr val="000000"/>
                </a:solidFill>
                <a:latin typeface="Calibri"/>
                <a:ea typeface="Calibri"/>
                <a:cs typeface="Calibri"/>
                <a:sym typeface="Calibri"/>
              </a:rPr>
              <a:t>d</a:t>
            </a:r>
            <a:r>
              <a:rPr b="0" baseline="-25000" i="0" lang="en-US" sz="3200" u="none" cap="none" strike="noStrike">
                <a:solidFill>
                  <a:srgbClr val="000000"/>
                </a:solidFill>
                <a:latin typeface="Calibri"/>
                <a:ea typeface="Calibri"/>
                <a:cs typeface="Calibri"/>
                <a:sym typeface="Calibri"/>
              </a:rPr>
              <a:t>prop</a:t>
            </a:r>
            <a:endParaRPr b="0" i="0" sz="3200" u="none" cap="none" strike="noStrike">
              <a:solidFill>
                <a:srgbClr val="000000"/>
              </a:solidFill>
              <a:latin typeface="Calibri"/>
              <a:ea typeface="Calibri"/>
              <a:cs typeface="Calibri"/>
              <a:sym typeface="Calibri"/>
            </a:endParaRPr>
          </a:p>
        </p:txBody>
      </p:sp>
      <p:cxnSp>
        <p:nvCxnSpPr>
          <p:cNvPr id="8671" name="Google Shape;8671;p66"/>
          <p:cNvCxnSpPr/>
          <p:nvPr/>
        </p:nvCxnSpPr>
        <p:spPr>
          <a:xfrm flipH="1" rot="10800000">
            <a:off x="2619131" y="2323384"/>
            <a:ext cx="735346" cy="549939"/>
          </a:xfrm>
          <a:prstGeom prst="straightConnector1">
            <a:avLst/>
          </a:prstGeom>
          <a:noFill/>
          <a:ln cap="flat" cmpd="sng" w="19050">
            <a:solidFill>
              <a:schemeClr val="dk1"/>
            </a:solidFill>
            <a:prstDash val="solid"/>
            <a:round/>
            <a:headEnd len="sm" w="sm" type="none"/>
            <a:tailEnd len="sm" w="sm" type="none"/>
          </a:ln>
        </p:spPr>
      </p:cxnSp>
      <p:sp>
        <p:nvSpPr>
          <p:cNvPr id="8672" name="Google Shape;8672;p66"/>
          <p:cNvSpPr/>
          <p:nvPr/>
        </p:nvSpPr>
        <p:spPr>
          <a:xfrm>
            <a:off x="3159202" y="1974135"/>
            <a:ext cx="147646"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cxnSp>
        <p:nvCxnSpPr>
          <p:cNvPr id="8673" name="Google Shape;8673;p66"/>
          <p:cNvCxnSpPr/>
          <p:nvPr/>
        </p:nvCxnSpPr>
        <p:spPr>
          <a:xfrm>
            <a:off x="3109988" y="1910635"/>
            <a:ext cx="211149" cy="0"/>
          </a:xfrm>
          <a:prstGeom prst="straightConnector1">
            <a:avLst/>
          </a:prstGeom>
          <a:noFill/>
          <a:ln cap="flat" cmpd="sng" w="9525">
            <a:solidFill>
              <a:schemeClr val="dk1"/>
            </a:solidFill>
            <a:prstDash val="solid"/>
            <a:round/>
            <a:headEnd len="sm" w="sm" type="none"/>
            <a:tailEnd len="med" w="med" type="triangle"/>
          </a:ln>
        </p:spPr>
      </p:cxnSp>
      <p:sp>
        <p:nvSpPr>
          <p:cNvPr id="8674" name="Google Shape;8674;p66"/>
          <p:cNvSpPr txBox="1"/>
          <p:nvPr/>
        </p:nvSpPr>
        <p:spPr>
          <a:xfrm>
            <a:off x="1816815" y="1467723"/>
            <a:ext cx="39305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a:t>
            </a:r>
            <a:endParaRPr b="0" i="0" sz="2800" u="none" cap="none" strike="noStrike">
              <a:solidFill>
                <a:srgbClr val="000000"/>
              </a:solidFill>
              <a:latin typeface="Calibri"/>
              <a:ea typeface="Calibri"/>
              <a:cs typeface="Calibri"/>
              <a:sym typeface="Calibri"/>
            </a:endParaRPr>
          </a:p>
        </p:txBody>
      </p:sp>
      <p:sp>
        <p:nvSpPr>
          <p:cNvPr id="8675" name="Google Shape;8675;p66"/>
          <p:cNvSpPr txBox="1"/>
          <p:nvPr/>
        </p:nvSpPr>
        <p:spPr>
          <a:xfrm>
            <a:off x="1845558" y="2420223"/>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endParaRPr b="0" i="0" sz="2800" u="none" cap="none" strike="noStrike">
              <a:solidFill>
                <a:srgbClr val="000000"/>
              </a:solidFill>
              <a:latin typeface="Calibri"/>
              <a:ea typeface="Calibri"/>
              <a:cs typeface="Calibri"/>
              <a:sym typeface="Calibri"/>
            </a:endParaRPr>
          </a:p>
        </p:txBody>
      </p:sp>
      <p:grpSp>
        <p:nvGrpSpPr>
          <p:cNvPr id="8676" name="Google Shape;8676;p66"/>
          <p:cNvGrpSpPr/>
          <p:nvPr/>
        </p:nvGrpSpPr>
        <p:grpSpPr>
          <a:xfrm>
            <a:off x="1923392" y="1467723"/>
            <a:ext cx="779505" cy="679450"/>
            <a:chOff x="-44" y="1473"/>
            <a:chExt cx="981" cy="1105"/>
          </a:xfrm>
        </p:grpSpPr>
        <p:pic>
          <p:nvPicPr>
            <p:cNvPr descr="desktop_computer_stylized_medium" id="8677" name="Google Shape;8677;p6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78" name="Google Shape;8678;p6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8679" name="Google Shape;8679;p66"/>
          <p:cNvGrpSpPr/>
          <p:nvPr/>
        </p:nvGrpSpPr>
        <p:grpSpPr>
          <a:xfrm>
            <a:off x="1914200" y="2474691"/>
            <a:ext cx="779506" cy="679450"/>
            <a:chOff x="-44" y="1473"/>
            <a:chExt cx="981" cy="1105"/>
          </a:xfrm>
        </p:grpSpPr>
        <p:pic>
          <p:nvPicPr>
            <p:cNvPr descr="desktop_computer_stylized_medium" id="8680" name="Google Shape;8680;p6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81" name="Google Shape;8681;p6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8682" name="Google Shape;8682;p66"/>
          <p:cNvSpPr txBox="1"/>
          <p:nvPr/>
        </p:nvSpPr>
        <p:spPr>
          <a:xfrm>
            <a:off x="2833286" y="1145961"/>
            <a:ext cx="176856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transmission</a:t>
            </a:r>
            <a:endParaRPr b="0" i="0" sz="2400" u="none" cap="none" strike="noStrike">
              <a:solidFill>
                <a:srgbClr val="CC0000"/>
              </a:solidFill>
              <a:latin typeface="Calibri"/>
              <a:ea typeface="Calibri"/>
              <a:cs typeface="Calibri"/>
              <a:sym typeface="Calibri"/>
            </a:endParaRPr>
          </a:p>
        </p:txBody>
      </p:sp>
      <p:cxnSp>
        <p:nvCxnSpPr>
          <p:cNvPr id="8683" name="Google Shape;8683;p66"/>
          <p:cNvCxnSpPr/>
          <p:nvPr/>
        </p:nvCxnSpPr>
        <p:spPr>
          <a:xfrm>
            <a:off x="4038725" y="1443910"/>
            <a:ext cx="528667" cy="533400"/>
          </a:xfrm>
          <a:prstGeom prst="straightConnector1">
            <a:avLst/>
          </a:prstGeom>
          <a:noFill/>
          <a:ln cap="flat" cmpd="sng" w="9525">
            <a:solidFill>
              <a:schemeClr val="dk1"/>
            </a:solidFill>
            <a:prstDash val="solid"/>
            <a:round/>
            <a:headEnd len="sm" w="sm" type="none"/>
            <a:tailEnd len="sm" w="sm" type="none"/>
          </a:ln>
        </p:spPr>
      </p:cxnSp>
      <p:sp>
        <p:nvSpPr>
          <p:cNvPr id="8684" name="Google Shape;8684;p66"/>
          <p:cNvSpPr/>
          <p:nvPr/>
        </p:nvSpPr>
        <p:spPr>
          <a:xfrm>
            <a:off x="2722441" y="2630267"/>
            <a:ext cx="139773" cy="185197"/>
          </a:xfrm>
          <a:prstGeom prst="rect">
            <a:avLst/>
          </a:prstGeom>
          <a:solidFill>
            <a:srgbClr val="00B05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cxnSp>
        <p:nvCxnSpPr>
          <p:cNvPr id="8685" name="Google Shape;8685;p66"/>
          <p:cNvCxnSpPr/>
          <p:nvPr/>
        </p:nvCxnSpPr>
        <p:spPr>
          <a:xfrm flipH="1" rot="10800000">
            <a:off x="2897771" y="2599885"/>
            <a:ext cx="219680" cy="161939"/>
          </a:xfrm>
          <a:prstGeom prst="straightConnector1">
            <a:avLst/>
          </a:prstGeom>
          <a:noFill/>
          <a:ln cap="flat" cmpd="sng" w="9525">
            <a:solidFill>
              <a:schemeClr val="dk1"/>
            </a:solidFill>
            <a:prstDash val="solid"/>
            <a:round/>
            <a:headEnd len="sm" w="sm" type="none"/>
            <a:tailEnd len="med" w="med" type="triangle"/>
          </a:ln>
        </p:spPr>
      </p:cxnSp>
      <p:cxnSp>
        <p:nvCxnSpPr>
          <p:cNvPr id="8686" name="Google Shape;8686;p66"/>
          <p:cNvCxnSpPr/>
          <p:nvPr/>
        </p:nvCxnSpPr>
        <p:spPr>
          <a:xfrm>
            <a:off x="4880582" y="2238559"/>
            <a:ext cx="3388992" cy="0"/>
          </a:xfrm>
          <a:prstGeom prst="straightConnector1">
            <a:avLst/>
          </a:prstGeom>
          <a:noFill/>
          <a:ln cap="flat" cmpd="sng" w="25400">
            <a:solidFill>
              <a:schemeClr val="dk1"/>
            </a:solidFill>
            <a:prstDash val="solid"/>
            <a:miter lim="800000"/>
            <a:headEnd len="sm" w="sm" type="none"/>
            <a:tailEnd len="sm" w="sm" type="none"/>
          </a:ln>
        </p:spPr>
      </p:cxnSp>
      <p:grpSp>
        <p:nvGrpSpPr>
          <p:cNvPr id="8687" name="Google Shape;8687;p66"/>
          <p:cNvGrpSpPr/>
          <p:nvPr/>
        </p:nvGrpSpPr>
        <p:grpSpPr>
          <a:xfrm>
            <a:off x="7991017" y="1778258"/>
            <a:ext cx="1511352" cy="863670"/>
            <a:chOff x="7493876" y="2774731"/>
            <a:chExt cx="1481958" cy="894622"/>
          </a:xfrm>
        </p:grpSpPr>
        <p:sp>
          <p:nvSpPr>
            <p:cNvPr id="8688" name="Google Shape;8688;p6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689" name="Google Shape;8689;p6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690" name="Google Shape;8690;p66"/>
            <p:cNvGrpSpPr/>
            <p:nvPr/>
          </p:nvGrpSpPr>
          <p:grpSpPr>
            <a:xfrm>
              <a:off x="7713663" y="2848339"/>
              <a:ext cx="1042107" cy="425543"/>
              <a:chOff x="7786941" y="2884917"/>
              <a:chExt cx="897649" cy="353919"/>
            </a:xfrm>
          </p:grpSpPr>
          <p:sp>
            <p:nvSpPr>
              <p:cNvPr id="8691" name="Google Shape;8691;p6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92" name="Google Shape;8692;p6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93" name="Google Shape;8693;p6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94" name="Google Shape;8694;p6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55"/>
                                        </p:tgtEl>
                                        <p:attrNameLst>
                                          <p:attrName>style.visibility</p:attrName>
                                        </p:attrNameLst>
                                      </p:cBhvr>
                                      <p:to>
                                        <p:strVal val="visible"/>
                                      </p:to>
                                    </p:set>
                                    <p:animEffect filter="fade" transition="in">
                                      <p:cBhvr>
                                        <p:cTn dur="500"/>
                                        <p:tgtEl>
                                          <p:spTgt spid="86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56"/>
                                        </p:tgtEl>
                                        <p:attrNameLst>
                                          <p:attrName>style.visibility</p:attrName>
                                        </p:attrNameLst>
                                      </p:cBhvr>
                                      <p:to>
                                        <p:strVal val="visible"/>
                                      </p:to>
                                    </p:set>
                                    <p:animEffect filter="fade" transition="in">
                                      <p:cBhvr>
                                        <p:cTn dur="500"/>
                                        <p:tgtEl>
                                          <p:spTgt spid="86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9" name="Shape 8699"/>
        <p:cNvGrpSpPr/>
        <p:nvPr/>
      </p:nvGrpSpPr>
      <p:grpSpPr>
        <a:xfrm>
          <a:off x="0" y="0"/>
          <a:ext cx="0" cy="0"/>
          <a:chOff x="0" y="0"/>
          <a:chExt cx="0" cy="0"/>
        </a:xfrm>
      </p:grpSpPr>
      <p:grpSp>
        <p:nvGrpSpPr>
          <p:cNvPr id="8700" name="Google Shape;8700;p67"/>
          <p:cNvGrpSpPr/>
          <p:nvPr/>
        </p:nvGrpSpPr>
        <p:grpSpPr>
          <a:xfrm>
            <a:off x="3364430" y="1767623"/>
            <a:ext cx="1511352" cy="863670"/>
            <a:chOff x="7493876" y="2774731"/>
            <a:chExt cx="1481958" cy="894622"/>
          </a:xfrm>
        </p:grpSpPr>
        <p:sp>
          <p:nvSpPr>
            <p:cNvPr id="8701" name="Google Shape;8701;p6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702" name="Google Shape;8702;p6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703" name="Google Shape;8703;p67"/>
            <p:cNvGrpSpPr/>
            <p:nvPr/>
          </p:nvGrpSpPr>
          <p:grpSpPr>
            <a:xfrm>
              <a:off x="7713663" y="2848339"/>
              <a:ext cx="1042107" cy="425543"/>
              <a:chOff x="7786941" y="2884917"/>
              <a:chExt cx="897649" cy="353919"/>
            </a:xfrm>
          </p:grpSpPr>
          <p:sp>
            <p:nvSpPr>
              <p:cNvPr id="8704" name="Google Shape;8704;p6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05" name="Google Shape;8705;p6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06" name="Google Shape;8706;p6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07" name="Google Shape;8707;p6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708" name="Google Shape;8708;p67"/>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Packet delay: four sources</a:t>
            </a:r>
            <a:endParaRPr sz="4400"/>
          </a:p>
        </p:txBody>
      </p:sp>
      <p:cxnSp>
        <p:nvCxnSpPr>
          <p:cNvPr id="8709" name="Google Shape;8709;p67"/>
          <p:cNvCxnSpPr/>
          <p:nvPr/>
        </p:nvCxnSpPr>
        <p:spPr>
          <a:xfrm>
            <a:off x="2621011" y="1783635"/>
            <a:ext cx="741403" cy="355600"/>
          </a:xfrm>
          <a:prstGeom prst="straightConnector1">
            <a:avLst/>
          </a:prstGeom>
          <a:noFill/>
          <a:ln cap="flat" cmpd="sng" w="19050">
            <a:solidFill>
              <a:schemeClr val="dk1"/>
            </a:solidFill>
            <a:prstDash val="solid"/>
            <a:round/>
            <a:headEnd len="sm" w="sm" type="none"/>
            <a:tailEnd len="sm" w="sm" type="none"/>
          </a:ln>
        </p:spPr>
      </p:cxnSp>
      <p:sp>
        <p:nvSpPr>
          <p:cNvPr id="8710" name="Google Shape;8710;p67"/>
          <p:cNvSpPr/>
          <p:nvPr/>
        </p:nvSpPr>
        <p:spPr>
          <a:xfrm>
            <a:off x="5464378" y="2002710"/>
            <a:ext cx="147646"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711" name="Google Shape;8711;p67"/>
          <p:cNvSpPr/>
          <p:nvPr/>
        </p:nvSpPr>
        <p:spPr>
          <a:xfrm>
            <a:off x="4211773" y="2074148"/>
            <a:ext cx="147645"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712" name="Google Shape;8712;p67"/>
          <p:cNvSpPr/>
          <p:nvPr/>
        </p:nvSpPr>
        <p:spPr>
          <a:xfrm>
            <a:off x="4373707" y="2074148"/>
            <a:ext cx="147645" cy="200025"/>
          </a:xfrm>
          <a:prstGeom prst="rect">
            <a:avLst/>
          </a:prstGeom>
          <a:solidFill>
            <a:srgbClr val="00B05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cxnSp>
        <p:nvCxnSpPr>
          <p:cNvPr id="8713" name="Google Shape;8713;p67"/>
          <p:cNvCxnSpPr/>
          <p:nvPr/>
        </p:nvCxnSpPr>
        <p:spPr>
          <a:xfrm>
            <a:off x="7042061" y="1833751"/>
            <a:ext cx="366733" cy="0"/>
          </a:xfrm>
          <a:prstGeom prst="straightConnector1">
            <a:avLst/>
          </a:prstGeom>
          <a:noFill/>
          <a:ln cap="flat" cmpd="sng" w="9525">
            <a:solidFill>
              <a:schemeClr val="dk1"/>
            </a:solidFill>
            <a:prstDash val="solid"/>
            <a:round/>
            <a:headEnd len="sm" w="sm" type="none"/>
            <a:tailEnd len="med" w="med" type="triangle"/>
          </a:ln>
        </p:spPr>
      </p:cxnSp>
      <p:sp>
        <p:nvSpPr>
          <p:cNvPr id="8714" name="Google Shape;8714;p67"/>
          <p:cNvSpPr/>
          <p:nvPr/>
        </p:nvSpPr>
        <p:spPr>
          <a:xfrm>
            <a:off x="4502301" y="2012235"/>
            <a:ext cx="147646"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715" name="Google Shape;8715;p67"/>
          <p:cNvSpPr txBox="1"/>
          <p:nvPr/>
        </p:nvSpPr>
        <p:spPr>
          <a:xfrm>
            <a:off x="5370720" y="1587878"/>
            <a:ext cx="170040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propagation</a:t>
            </a:r>
            <a:endParaRPr b="0" i="0" sz="2000" u="none" cap="none" strike="noStrike">
              <a:solidFill>
                <a:srgbClr val="CC0000"/>
              </a:solidFill>
              <a:latin typeface="Calibri"/>
              <a:ea typeface="Calibri"/>
              <a:cs typeface="Calibri"/>
              <a:sym typeface="Calibri"/>
            </a:endParaRPr>
          </a:p>
        </p:txBody>
      </p:sp>
      <p:cxnSp>
        <p:nvCxnSpPr>
          <p:cNvPr id="8716" name="Google Shape;8716;p67"/>
          <p:cNvCxnSpPr/>
          <p:nvPr/>
        </p:nvCxnSpPr>
        <p:spPr>
          <a:xfrm rot="10800000">
            <a:off x="5073803" y="1831109"/>
            <a:ext cx="319105" cy="0"/>
          </a:xfrm>
          <a:prstGeom prst="straightConnector1">
            <a:avLst/>
          </a:prstGeom>
          <a:noFill/>
          <a:ln cap="flat" cmpd="sng" w="9525">
            <a:solidFill>
              <a:schemeClr val="dk1"/>
            </a:solidFill>
            <a:prstDash val="solid"/>
            <a:round/>
            <a:headEnd len="sm" w="sm" type="none"/>
            <a:tailEnd len="med" w="med" type="triangle"/>
          </a:ln>
        </p:spPr>
      </p:cxnSp>
      <p:sp>
        <p:nvSpPr>
          <p:cNvPr id="8717" name="Google Shape;8717;p67"/>
          <p:cNvSpPr txBox="1"/>
          <p:nvPr/>
        </p:nvSpPr>
        <p:spPr>
          <a:xfrm>
            <a:off x="3016098" y="2729785"/>
            <a:ext cx="1511824" cy="69063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nodal</a:t>
            </a:r>
            <a:endParaRPr b="0" i="0" sz="2400" u="none" cap="none" strike="noStrike">
              <a:solidFill>
                <a:srgbClr val="CC0000"/>
              </a:solidFill>
              <a:latin typeface="Calibri"/>
              <a:ea typeface="Calibri"/>
              <a:cs typeface="Calibri"/>
              <a:sym typeface="Calibri"/>
            </a:endParaRPr>
          </a:p>
          <a:p>
            <a:pPr indent="0" lvl="0" marL="0" marR="0" rtl="0" algn="ctr">
              <a:lnSpc>
                <a:spcPct val="8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processing</a:t>
            </a:r>
            <a:endParaRPr b="0" i="0" sz="2400" u="none" cap="none" strike="noStrike">
              <a:solidFill>
                <a:srgbClr val="CC0000"/>
              </a:solidFill>
              <a:latin typeface="Calibri"/>
              <a:ea typeface="Calibri"/>
              <a:cs typeface="Calibri"/>
              <a:sym typeface="Calibri"/>
            </a:endParaRPr>
          </a:p>
        </p:txBody>
      </p:sp>
      <p:cxnSp>
        <p:nvCxnSpPr>
          <p:cNvPr id="8718" name="Google Shape;8718;p67"/>
          <p:cNvCxnSpPr/>
          <p:nvPr/>
        </p:nvCxnSpPr>
        <p:spPr>
          <a:xfrm rot="10800000">
            <a:off x="3363541" y="2729991"/>
            <a:ext cx="833484" cy="0"/>
          </a:xfrm>
          <a:prstGeom prst="straightConnector1">
            <a:avLst/>
          </a:prstGeom>
          <a:noFill/>
          <a:ln cap="flat" cmpd="sng" w="9525">
            <a:solidFill>
              <a:schemeClr val="dk1"/>
            </a:solidFill>
            <a:prstDash val="solid"/>
            <a:round/>
            <a:headEnd len="med" w="med" type="triangle"/>
            <a:tailEnd len="med" w="med" type="triangle"/>
          </a:ln>
        </p:spPr>
      </p:cxnSp>
      <p:cxnSp>
        <p:nvCxnSpPr>
          <p:cNvPr id="8719" name="Google Shape;8719;p67"/>
          <p:cNvCxnSpPr/>
          <p:nvPr/>
        </p:nvCxnSpPr>
        <p:spPr>
          <a:xfrm rot="10800000">
            <a:off x="4187959" y="2536110"/>
            <a:ext cx="385784" cy="0"/>
          </a:xfrm>
          <a:prstGeom prst="straightConnector1">
            <a:avLst/>
          </a:prstGeom>
          <a:noFill/>
          <a:ln cap="flat" cmpd="sng" w="9525">
            <a:solidFill>
              <a:schemeClr val="dk1"/>
            </a:solidFill>
            <a:prstDash val="solid"/>
            <a:round/>
            <a:headEnd len="med" w="med" type="triangle"/>
            <a:tailEnd len="med" w="med" type="triangle"/>
          </a:ln>
        </p:spPr>
      </p:cxnSp>
      <p:sp>
        <p:nvSpPr>
          <p:cNvPr id="8720" name="Google Shape;8720;p67"/>
          <p:cNvSpPr txBox="1"/>
          <p:nvPr/>
        </p:nvSpPr>
        <p:spPr>
          <a:xfrm>
            <a:off x="4595969" y="2957464"/>
            <a:ext cx="13548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queueing</a:t>
            </a:r>
            <a:endParaRPr b="0" i="0" sz="2000" u="none" cap="none" strike="noStrike">
              <a:solidFill>
                <a:srgbClr val="CC0000"/>
              </a:solidFill>
              <a:latin typeface="Calibri"/>
              <a:ea typeface="Calibri"/>
              <a:cs typeface="Calibri"/>
              <a:sym typeface="Calibri"/>
            </a:endParaRPr>
          </a:p>
        </p:txBody>
      </p:sp>
      <p:cxnSp>
        <p:nvCxnSpPr>
          <p:cNvPr id="8721" name="Google Shape;8721;p67"/>
          <p:cNvCxnSpPr/>
          <p:nvPr/>
        </p:nvCxnSpPr>
        <p:spPr>
          <a:xfrm rot="10800000">
            <a:off x="4349892" y="2536110"/>
            <a:ext cx="595346" cy="552450"/>
          </a:xfrm>
          <a:prstGeom prst="straightConnector1">
            <a:avLst/>
          </a:prstGeom>
          <a:noFill/>
          <a:ln cap="flat" cmpd="sng" w="9525">
            <a:solidFill>
              <a:schemeClr val="dk1"/>
            </a:solidFill>
            <a:prstDash val="solid"/>
            <a:round/>
            <a:headEnd len="sm" w="sm" type="none"/>
            <a:tailEnd len="sm" w="sm" type="none"/>
          </a:ln>
        </p:spPr>
      </p:cxnSp>
      <p:sp>
        <p:nvSpPr>
          <p:cNvPr id="8722" name="Google Shape;8722;p67"/>
          <p:cNvSpPr/>
          <p:nvPr/>
        </p:nvSpPr>
        <p:spPr>
          <a:xfrm>
            <a:off x="1743075" y="3585728"/>
            <a:ext cx="6175328" cy="554037"/>
          </a:xfrm>
          <a:prstGeom prst="rect">
            <a:avLst/>
          </a:prstGeom>
          <a:noFill/>
          <a:ln>
            <a:noFill/>
          </a:ln>
        </p:spPr>
        <p:txBody>
          <a:bodyPr anchorCtr="0" anchor="t" bIns="45700" lIns="91425" spcFirstLastPara="1" rIns="91425" wrap="square" tIns="45700">
            <a:noAutofit/>
          </a:bodyPr>
          <a:lstStyle/>
          <a:p>
            <a:pPr indent="-285750" lvl="0" marL="285750" marR="0" rtl="0" algn="l">
              <a:lnSpc>
                <a:spcPct val="85000"/>
              </a:lnSpc>
              <a:spcBef>
                <a:spcPts val="0"/>
              </a:spcBef>
              <a:spcAft>
                <a:spcPts val="0"/>
              </a:spcAft>
              <a:buClr>
                <a:srgbClr val="000099"/>
              </a:buClr>
              <a:buSzPts val="2400"/>
              <a:buFont typeface="Noto Sans Symbols"/>
              <a:buNone/>
            </a:pPr>
            <a:r>
              <a:rPr b="0" i="1" lang="en-US" sz="3200" u="none" cap="none" strike="noStrike">
                <a:solidFill>
                  <a:srgbClr val="000000"/>
                </a:solidFill>
                <a:latin typeface="Calibri"/>
                <a:ea typeface="Calibri"/>
                <a:cs typeface="Calibri"/>
                <a:sym typeface="Calibri"/>
              </a:rPr>
              <a:t>d</a:t>
            </a:r>
            <a:r>
              <a:rPr baseline="-25000" lang="en-US" sz="3200">
                <a:latin typeface="Calibri"/>
                <a:ea typeface="Calibri"/>
                <a:cs typeface="Calibri"/>
                <a:sym typeface="Calibri"/>
              </a:rPr>
              <a:t>total</a:t>
            </a:r>
            <a:r>
              <a:rPr b="0" i="0" lang="en-US" sz="3200" u="none" cap="none" strike="noStrike">
                <a:solidFill>
                  <a:srgbClr val="000000"/>
                </a:solidFill>
                <a:latin typeface="Calibri"/>
                <a:ea typeface="Calibri"/>
                <a:cs typeface="Calibri"/>
                <a:sym typeface="Calibri"/>
              </a:rPr>
              <a:t> = </a:t>
            </a:r>
            <a:r>
              <a:rPr b="0" i="1" lang="en-US" sz="3200" u="none" cap="none" strike="noStrike">
                <a:solidFill>
                  <a:srgbClr val="000000"/>
                </a:solidFill>
                <a:latin typeface="Calibri"/>
                <a:ea typeface="Calibri"/>
                <a:cs typeface="Calibri"/>
                <a:sym typeface="Calibri"/>
              </a:rPr>
              <a:t>d</a:t>
            </a:r>
            <a:r>
              <a:rPr b="0" baseline="-25000" i="0" lang="en-US" sz="3200" u="none" cap="none" strike="noStrike">
                <a:solidFill>
                  <a:srgbClr val="000000"/>
                </a:solidFill>
                <a:latin typeface="Calibri"/>
                <a:ea typeface="Calibri"/>
                <a:cs typeface="Calibri"/>
                <a:sym typeface="Calibri"/>
              </a:rPr>
              <a:t>proc</a:t>
            </a:r>
            <a:r>
              <a:rPr b="0" i="0" lang="en-US" sz="3200" u="none" cap="none" strike="noStrike">
                <a:solidFill>
                  <a:srgbClr val="000000"/>
                </a:solidFill>
                <a:latin typeface="Calibri"/>
                <a:ea typeface="Calibri"/>
                <a:cs typeface="Calibri"/>
                <a:sym typeface="Calibri"/>
              </a:rPr>
              <a:t> + </a:t>
            </a:r>
            <a:r>
              <a:rPr b="0" i="1" lang="en-US" sz="3200" u="none" cap="none" strike="noStrike">
                <a:solidFill>
                  <a:srgbClr val="000000"/>
                </a:solidFill>
                <a:latin typeface="Calibri"/>
                <a:ea typeface="Calibri"/>
                <a:cs typeface="Calibri"/>
                <a:sym typeface="Calibri"/>
              </a:rPr>
              <a:t>d</a:t>
            </a:r>
            <a:r>
              <a:rPr b="0" baseline="-25000" i="0" lang="en-US" sz="3200" u="none" cap="none" strike="noStrike">
                <a:solidFill>
                  <a:srgbClr val="000000"/>
                </a:solidFill>
                <a:latin typeface="Calibri"/>
                <a:ea typeface="Calibri"/>
                <a:cs typeface="Calibri"/>
                <a:sym typeface="Calibri"/>
              </a:rPr>
              <a:t>queue</a:t>
            </a:r>
            <a:r>
              <a:rPr b="0" i="0" lang="en-US" sz="3200" u="none" cap="none" strike="noStrike">
                <a:solidFill>
                  <a:srgbClr val="000000"/>
                </a:solidFill>
                <a:latin typeface="Calibri"/>
                <a:ea typeface="Calibri"/>
                <a:cs typeface="Calibri"/>
                <a:sym typeface="Calibri"/>
              </a:rPr>
              <a:t> + </a:t>
            </a:r>
            <a:r>
              <a:rPr b="0" i="1" lang="en-US" sz="3200" u="none" cap="none" strike="noStrike">
                <a:solidFill>
                  <a:srgbClr val="000000"/>
                </a:solidFill>
                <a:latin typeface="Calibri"/>
                <a:ea typeface="Calibri"/>
                <a:cs typeface="Calibri"/>
                <a:sym typeface="Calibri"/>
              </a:rPr>
              <a:t>d</a:t>
            </a:r>
            <a:r>
              <a:rPr b="0" baseline="-25000" i="0" lang="en-US" sz="3200" u="none" cap="none" strike="noStrike">
                <a:solidFill>
                  <a:srgbClr val="000000"/>
                </a:solidFill>
                <a:latin typeface="Calibri"/>
                <a:ea typeface="Calibri"/>
                <a:cs typeface="Calibri"/>
                <a:sym typeface="Calibri"/>
              </a:rPr>
              <a:t>trans</a:t>
            </a:r>
            <a:r>
              <a:rPr b="0" i="0" lang="en-US" sz="3200" u="none" cap="none" strike="noStrike">
                <a:solidFill>
                  <a:srgbClr val="000000"/>
                </a:solidFill>
                <a:latin typeface="Calibri"/>
                <a:ea typeface="Calibri"/>
                <a:cs typeface="Calibri"/>
                <a:sym typeface="Calibri"/>
              </a:rPr>
              <a:t> +  </a:t>
            </a:r>
            <a:r>
              <a:rPr b="0" i="1" lang="en-US" sz="3200" u="none" cap="none" strike="noStrike">
                <a:solidFill>
                  <a:srgbClr val="000000"/>
                </a:solidFill>
                <a:latin typeface="Calibri"/>
                <a:ea typeface="Calibri"/>
                <a:cs typeface="Calibri"/>
                <a:sym typeface="Calibri"/>
              </a:rPr>
              <a:t>d</a:t>
            </a:r>
            <a:r>
              <a:rPr b="0" baseline="-25000" i="0" lang="en-US" sz="3200" u="none" cap="none" strike="noStrike">
                <a:solidFill>
                  <a:srgbClr val="000000"/>
                </a:solidFill>
                <a:latin typeface="Calibri"/>
                <a:ea typeface="Calibri"/>
                <a:cs typeface="Calibri"/>
                <a:sym typeface="Calibri"/>
              </a:rPr>
              <a:t>prop</a:t>
            </a:r>
            <a:endParaRPr b="0" i="0" sz="3200" u="none" cap="none" strike="noStrike">
              <a:solidFill>
                <a:srgbClr val="000000"/>
              </a:solidFill>
              <a:latin typeface="Calibri"/>
              <a:ea typeface="Calibri"/>
              <a:cs typeface="Calibri"/>
              <a:sym typeface="Calibri"/>
            </a:endParaRPr>
          </a:p>
        </p:txBody>
      </p:sp>
      <p:cxnSp>
        <p:nvCxnSpPr>
          <p:cNvPr id="8723" name="Google Shape;8723;p67"/>
          <p:cNvCxnSpPr/>
          <p:nvPr/>
        </p:nvCxnSpPr>
        <p:spPr>
          <a:xfrm flipH="1" rot="10800000">
            <a:off x="2619131" y="2323384"/>
            <a:ext cx="735346" cy="549939"/>
          </a:xfrm>
          <a:prstGeom prst="straightConnector1">
            <a:avLst/>
          </a:prstGeom>
          <a:noFill/>
          <a:ln cap="flat" cmpd="sng" w="19050">
            <a:solidFill>
              <a:schemeClr val="dk1"/>
            </a:solidFill>
            <a:prstDash val="solid"/>
            <a:round/>
            <a:headEnd len="sm" w="sm" type="none"/>
            <a:tailEnd len="sm" w="sm" type="none"/>
          </a:ln>
        </p:spPr>
      </p:cxnSp>
      <p:sp>
        <p:nvSpPr>
          <p:cNvPr id="8724" name="Google Shape;8724;p67"/>
          <p:cNvSpPr/>
          <p:nvPr/>
        </p:nvSpPr>
        <p:spPr>
          <a:xfrm>
            <a:off x="3159202" y="1974135"/>
            <a:ext cx="147646"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cxnSp>
        <p:nvCxnSpPr>
          <p:cNvPr id="8725" name="Google Shape;8725;p67"/>
          <p:cNvCxnSpPr/>
          <p:nvPr/>
        </p:nvCxnSpPr>
        <p:spPr>
          <a:xfrm>
            <a:off x="3109988" y="1910635"/>
            <a:ext cx="211149" cy="0"/>
          </a:xfrm>
          <a:prstGeom prst="straightConnector1">
            <a:avLst/>
          </a:prstGeom>
          <a:noFill/>
          <a:ln cap="flat" cmpd="sng" w="9525">
            <a:solidFill>
              <a:schemeClr val="dk1"/>
            </a:solidFill>
            <a:prstDash val="solid"/>
            <a:round/>
            <a:headEnd len="sm" w="sm" type="none"/>
            <a:tailEnd len="med" w="med" type="triangle"/>
          </a:ln>
        </p:spPr>
      </p:cxnSp>
      <p:sp>
        <p:nvSpPr>
          <p:cNvPr id="8726" name="Google Shape;8726;p67"/>
          <p:cNvSpPr txBox="1"/>
          <p:nvPr/>
        </p:nvSpPr>
        <p:spPr>
          <a:xfrm>
            <a:off x="1816815" y="1467723"/>
            <a:ext cx="39305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a:t>
            </a:r>
            <a:endParaRPr b="0" i="0" sz="2800" u="none" cap="none" strike="noStrike">
              <a:solidFill>
                <a:srgbClr val="000000"/>
              </a:solidFill>
              <a:latin typeface="Calibri"/>
              <a:ea typeface="Calibri"/>
              <a:cs typeface="Calibri"/>
              <a:sym typeface="Calibri"/>
            </a:endParaRPr>
          </a:p>
        </p:txBody>
      </p:sp>
      <p:sp>
        <p:nvSpPr>
          <p:cNvPr id="8727" name="Google Shape;8727;p67"/>
          <p:cNvSpPr txBox="1"/>
          <p:nvPr/>
        </p:nvSpPr>
        <p:spPr>
          <a:xfrm>
            <a:off x="1845558" y="2420223"/>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endParaRPr b="0" i="0" sz="2800" u="none" cap="none" strike="noStrike">
              <a:solidFill>
                <a:srgbClr val="000000"/>
              </a:solidFill>
              <a:latin typeface="Calibri"/>
              <a:ea typeface="Calibri"/>
              <a:cs typeface="Calibri"/>
              <a:sym typeface="Calibri"/>
            </a:endParaRPr>
          </a:p>
        </p:txBody>
      </p:sp>
      <p:grpSp>
        <p:nvGrpSpPr>
          <p:cNvPr id="8728" name="Google Shape;8728;p67"/>
          <p:cNvGrpSpPr/>
          <p:nvPr/>
        </p:nvGrpSpPr>
        <p:grpSpPr>
          <a:xfrm>
            <a:off x="1923392" y="1467723"/>
            <a:ext cx="779505" cy="679450"/>
            <a:chOff x="-44" y="1473"/>
            <a:chExt cx="981" cy="1105"/>
          </a:xfrm>
        </p:grpSpPr>
        <p:pic>
          <p:nvPicPr>
            <p:cNvPr descr="desktop_computer_stylized_medium" id="8729" name="Google Shape;8729;p6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730" name="Google Shape;8730;p6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8731" name="Google Shape;8731;p67"/>
          <p:cNvGrpSpPr/>
          <p:nvPr/>
        </p:nvGrpSpPr>
        <p:grpSpPr>
          <a:xfrm>
            <a:off x="1914200" y="2474691"/>
            <a:ext cx="779506" cy="679450"/>
            <a:chOff x="-44" y="1473"/>
            <a:chExt cx="981" cy="1105"/>
          </a:xfrm>
        </p:grpSpPr>
        <p:pic>
          <p:nvPicPr>
            <p:cNvPr descr="desktop_computer_stylized_medium" id="8732" name="Google Shape;8732;p6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733" name="Google Shape;8733;p6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8734" name="Google Shape;8734;p67"/>
          <p:cNvSpPr txBox="1"/>
          <p:nvPr/>
        </p:nvSpPr>
        <p:spPr>
          <a:xfrm>
            <a:off x="2833286" y="1145961"/>
            <a:ext cx="176856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transmission</a:t>
            </a:r>
            <a:endParaRPr b="0" i="0" sz="2400" u="none" cap="none" strike="noStrike">
              <a:solidFill>
                <a:srgbClr val="CC0000"/>
              </a:solidFill>
              <a:latin typeface="Calibri"/>
              <a:ea typeface="Calibri"/>
              <a:cs typeface="Calibri"/>
              <a:sym typeface="Calibri"/>
            </a:endParaRPr>
          </a:p>
        </p:txBody>
      </p:sp>
      <p:cxnSp>
        <p:nvCxnSpPr>
          <p:cNvPr id="8735" name="Google Shape;8735;p67"/>
          <p:cNvCxnSpPr/>
          <p:nvPr/>
        </p:nvCxnSpPr>
        <p:spPr>
          <a:xfrm>
            <a:off x="4038725" y="1443910"/>
            <a:ext cx="528667" cy="533400"/>
          </a:xfrm>
          <a:prstGeom prst="straightConnector1">
            <a:avLst/>
          </a:prstGeom>
          <a:noFill/>
          <a:ln cap="flat" cmpd="sng" w="9525">
            <a:solidFill>
              <a:schemeClr val="dk1"/>
            </a:solidFill>
            <a:prstDash val="solid"/>
            <a:round/>
            <a:headEnd len="sm" w="sm" type="none"/>
            <a:tailEnd len="sm" w="sm" type="none"/>
          </a:ln>
        </p:spPr>
      </p:cxnSp>
      <p:sp>
        <p:nvSpPr>
          <p:cNvPr id="8736" name="Google Shape;8736;p67"/>
          <p:cNvSpPr/>
          <p:nvPr/>
        </p:nvSpPr>
        <p:spPr>
          <a:xfrm>
            <a:off x="2722441" y="2630267"/>
            <a:ext cx="139773" cy="185197"/>
          </a:xfrm>
          <a:prstGeom prst="rect">
            <a:avLst/>
          </a:prstGeom>
          <a:solidFill>
            <a:srgbClr val="00B05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cxnSp>
        <p:nvCxnSpPr>
          <p:cNvPr id="8737" name="Google Shape;8737;p67"/>
          <p:cNvCxnSpPr/>
          <p:nvPr/>
        </p:nvCxnSpPr>
        <p:spPr>
          <a:xfrm flipH="1" rot="10800000">
            <a:off x="2897771" y="2599885"/>
            <a:ext cx="219680" cy="161939"/>
          </a:xfrm>
          <a:prstGeom prst="straightConnector1">
            <a:avLst/>
          </a:prstGeom>
          <a:noFill/>
          <a:ln cap="flat" cmpd="sng" w="9525">
            <a:solidFill>
              <a:schemeClr val="dk1"/>
            </a:solidFill>
            <a:prstDash val="solid"/>
            <a:round/>
            <a:headEnd len="sm" w="sm" type="none"/>
            <a:tailEnd len="med" w="med" type="triangle"/>
          </a:ln>
        </p:spPr>
      </p:cxnSp>
      <p:cxnSp>
        <p:nvCxnSpPr>
          <p:cNvPr id="8738" name="Google Shape;8738;p67"/>
          <p:cNvCxnSpPr/>
          <p:nvPr/>
        </p:nvCxnSpPr>
        <p:spPr>
          <a:xfrm>
            <a:off x="4880582" y="2238559"/>
            <a:ext cx="3388992" cy="0"/>
          </a:xfrm>
          <a:prstGeom prst="straightConnector1">
            <a:avLst/>
          </a:prstGeom>
          <a:noFill/>
          <a:ln cap="flat" cmpd="sng" w="25400">
            <a:solidFill>
              <a:schemeClr val="dk1"/>
            </a:solidFill>
            <a:prstDash val="solid"/>
            <a:miter lim="800000"/>
            <a:headEnd len="sm" w="sm" type="none"/>
            <a:tailEnd len="sm" w="sm" type="none"/>
          </a:ln>
        </p:spPr>
      </p:cxnSp>
      <p:grpSp>
        <p:nvGrpSpPr>
          <p:cNvPr id="8739" name="Google Shape;8739;p67"/>
          <p:cNvGrpSpPr/>
          <p:nvPr/>
        </p:nvGrpSpPr>
        <p:grpSpPr>
          <a:xfrm>
            <a:off x="7991017" y="1778258"/>
            <a:ext cx="1511352" cy="863670"/>
            <a:chOff x="7493876" y="2774731"/>
            <a:chExt cx="1481958" cy="894622"/>
          </a:xfrm>
        </p:grpSpPr>
        <p:sp>
          <p:nvSpPr>
            <p:cNvPr id="8740" name="Google Shape;8740;p6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741" name="Google Shape;8741;p6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742" name="Google Shape;8742;p67"/>
            <p:cNvGrpSpPr/>
            <p:nvPr/>
          </p:nvGrpSpPr>
          <p:grpSpPr>
            <a:xfrm>
              <a:off x="7713663" y="2848339"/>
              <a:ext cx="1042107" cy="425543"/>
              <a:chOff x="7786941" y="2884917"/>
              <a:chExt cx="897649" cy="353919"/>
            </a:xfrm>
          </p:grpSpPr>
          <p:sp>
            <p:nvSpPr>
              <p:cNvPr id="8743" name="Google Shape;8743;p6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44" name="Google Shape;8744;p6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45" name="Google Shape;8745;p6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46" name="Google Shape;8746;p6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747" name="Google Shape;8747;p67"/>
          <p:cNvSpPr/>
          <p:nvPr/>
        </p:nvSpPr>
        <p:spPr>
          <a:xfrm>
            <a:off x="1231746" y="4297060"/>
            <a:ext cx="4380277" cy="20780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1820"/>
              <a:buFont typeface="Noto Sans Symbols"/>
              <a:buNone/>
            </a:pPr>
            <a:r>
              <a:rPr b="0" i="1" lang="en-US" sz="2800" u="none" cap="none" strike="noStrike">
                <a:solidFill>
                  <a:srgbClr val="CC0000"/>
                </a:solidFill>
                <a:latin typeface="Calibri"/>
                <a:ea typeface="Calibri"/>
                <a:cs typeface="Calibri"/>
                <a:sym typeface="Calibri"/>
              </a:rPr>
              <a:t>d</a:t>
            </a:r>
            <a:r>
              <a:rPr b="0" baseline="-25000" i="0" lang="en-US" sz="2800" u="none" cap="none" strike="noStrike">
                <a:solidFill>
                  <a:srgbClr val="CC0000"/>
                </a:solidFill>
                <a:latin typeface="Calibri"/>
                <a:ea typeface="Calibri"/>
                <a:cs typeface="Calibri"/>
                <a:sym typeface="Calibri"/>
              </a:rPr>
              <a:t>trans</a:t>
            </a:r>
            <a:r>
              <a:rPr b="0" i="0" lang="en-US" sz="2800" u="none" cap="none" strike="noStrike">
                <a:solidFill>
                  <a:srgbClr val="CC0000"/>
                </a:solidFill>
                <a:latin typeface="Calibri"/>
                <a:ea typeface="Calibri"/>
                <a:cs typeface="Calibri"/>
                <a:sym typeface="Calibri"/>
              </a:rPr>
              <a:t>: transmission delay:</a:t>
            </a:r>
            <a:endParaRPr b="0" i="1" sz="2400" u="none" cap="none" strike="noStrike">
              <a:solidFill>
                <a:srgbClr val="000000"/>
              </a:solidFill>
              <a:latin typeface="Calibri"/>
              <a:ea typeface="Calibri"/>
              <a:cs typeface="Calibri"/>
              <a:sym typeface="Calibri"/>
            </a:endParaRPr>
          </a:p>
          <a:p>
            <a:pPr indent="-231775" lvl="0" marL="231775" marR="0" rtl="0" algn="l">
              <a:lnSpc>
                <a:spcPct val="90000"/>
              </a:lnSpc>
              <a:spcBef>
                <a:spcPts val="600"/>
              </a:spcBef>
              <a:spcAft>
                <a:spcPts val="0"/>
              </a:spcAft>
              <a:buClr>
                <a:srgbClr val="000099"/>
              </a:buClr>
              <a:buSzPts val="2400"/>
              <a:buFont typeface="Noto Sans Symbols"/>
              <a:buChar char="▪"/>
            </a:pPr>
            <a:r>
              <a:rPr b="0" i="1" lang="en-US" sz="2400" u="none" cap="none" strike="noStrike">
                <a:solidFill>
                  <a:srgbClr val="000000"/>
                </a:solidFill>
                <a:latin typeface="Calibri"/>
                <a:ea typeface="Calibri"/>
                <a:cs typeface="Calibri"/>
                <a:sym typeface="Calibri"/>
              </a:rPr>
              <a:t>L</a:t>
            </a:r>
            <a:r>
              <a:rPr b="0" i="0" lang="en-US" sz="2400" u="none" cap="none" strike="noStrike">
                <a:solidFill>
                  <a:srgbClr val="000000"/>
                </a:solidFill>
                <a:latin typeface="Calibri"/>
                <a:ea typeface="Calibri"/>
                <a:cs typeface="Calibri"/>
                <a:sym typeface="Calibri"/>
              </a:rPr>
              <a:t>: packet length (bits) </a:t>
            </a:r>
            <a:endParaRPr b="0" i="0" sz="2400" u="none" cap="none" strike="noStrike">
              <a:solidFill>
                <a:srgbClr val="000000"/>
              </a:solidFill>
              <a:latin typeface="Calibri"/>
              <a:ea typeface="Calibri"/>
              <a:cs typeface="Calibri"/>
              <a:sym typeface="Calibri"/>
            </a:endParaRPr>
          </a:p>
          <a:p>
            <a:pPr indent="-231775" lvl="0" marL="231775" marR="0" rtl="0" algn="l">
              <a:lnSpc>
                <a:spcPct val="90000"/>
              </a:lnSpc>
              <a:spcBef>
                <a:spcPts val="600"/>
              </a:spcBef>
              <a:spcAft>
                <a:spcPts val="0"/>
              </a:spcAft>
              <a:buClr>
                <a:srgbClr val="000099"/>
              </a:buClr>
              <a:buSzPts val="2400"/>
              <a:buFont typeface="Noto Sans Symbols"/>
              <a:buChar char="▪"/>
            </a:pPr>
            <a:r>
              <a:rPr b="0" i="1" lang="en-US" sz="2400" u="none" cap="none" strike="noStrike">
                <a:solidFill>
                  <a:srgbClr val="000000"/>
                </a:solidFill>
                <a:latin typeface="Calibri"/>
                <a:ea typeface="Calibri"/>
                <a:cs typeface="Calibri"/>
                <a:sym typeface="Calibri"/>
              </a:rPr>
              <a:t>R</a:t>
            </a:r>
            <a:r>
              <a:rPr b="0" i="0" lang="en-US" sz="2400" u="none" cap="none" strike="noStrike">
                <a:solidFill>
                  <a:srgbClr val="000000"/>
                </a:solidFill>
                <a:latin typeface="Calibri"/>
                <a:ea typeface="Calibri"/>
                <a:cs typeface="Calibri"/>
                <a:sym typeface="Calibri"/>
              </a:rPr>
              <a:t>: link </a:t>
            </a:r>
            <a:r>
              <a:rPr b="0" i="1" lang="en-US" sz="2400" u="none" cap="none" strike="noStrike">
                <a:solidFill>
                  <a:srgbClr val="000000"/>
                </a:solidFill>
                <a:latin typeface="Calibri"/>
                <a:ea typeface="Calibri"/>
                <a:cs typeface="Calibri"/>
                <a:sym typeface="Calibri"/>
              </a:rPr>
              <a:t>transmission rate (bps)</a:t>
            </a:r>
            <a:endParaRPr b="0" i="1" sz="2400" u="none" cap="none" strike="noStrike">
              <a:solidFill>
                <a:srgbClr val="000000"/>
              </a:solidFill>
              <a:latin typeface="Calibri"/>
              <a:ea typeface="Calibri"/>
              <a:cs typeface="Calibri"/>
              <a:sym typeface="Calibri"/>
            </a:endParaRPr>
          </a:p>
          <a:p>
            <a:pPr indent="-231775" lvl="0" marL="231775" marR="0" rtl="0" algn="l">
              <a:lnSpc>
                <a:spcPct val="90000"/>
              </a:lnSpc>
              <a:spcBef>
                <a:spcPts val="600"/>
              </a:spcBef>
              <a:spcAft>
                <a:spcPts val="0"/>
              </a:spcAft>
              <a:buClr>
                <a:srgbClr val="000099"/>
              </a:buClr>
              <a:buSzPts val="2400"/>
              <a:buFont typeface="Noto Sans Symbols"/>
              <a:buChar char="▪"/>
            </a:pPr>
            <a:r>
              <a:rPr b="0" i="1" lang="en-US" sz="2400" u="none" cap="none" strike="noStrike">
                <a:solidFill>
                  <a:srgbClr val="CC0000"/>
                </a:solidFill>
                <a:latin typeface="Calibri"/>
                <a:ea typeface="Calibri"/>
                <a:cs typeface="Calibri"/>
                <a:sym typeface="Calibri"/>
              </a:rPr>
              <a:t>d</a:t>
            </a:r>
            <a:r>
              <a:rPr b="0" baseline="-25000" i="1" lang="en-US" sz="2400" u="none" cap="none" strike="noStrike">
                <a:solidFill>
                  <a:srgbClr val="CC0000"/>
                </a:solidFill>
                <a:latin typeface="Calibri"/>
                <a:ea typeface="Calibri"/>
                <a:cs typeface="Calibri"/>
                <a:sym typeface="Calibri"/>
              </a:rPr>
              <a:t>trans</a:t>
            </a:r>
            <a:r>
              <a:rPr b="0" i="1" lang="en-US" sz="2400" u="none" cap="none" strike="noStrike">
                <a:solidFill>
                  <a:srgbClr val="CC0000"/>
                </a:solidFill>
                <a:latin typeface="Calibri"/>
                <a:ea typeface="Calibri"/>
                <a:cs typeface="Calibri"/>
                <a:sym typeface="Calibri"/>
              </a:rPr>
              <a:t> </a:t>
            </a:r>
            <a:r>
              <a:rPr b="0" i="1" lang="en-US" sz="2400" u="none" cap="none" strike="noStrike">
                <a:solidFill>
                  <a:srgbClr val="000000"/>
                </a:solidFill>
                <a:latin typeface="Calibri"/>
                <a:ea typeface="Calibri"/>
                <a:cs typeface="Calibri"/>
                <a:sym typeface="Calibri"/>
              </a:rPr>
              <a:t>= L/R</a:t>
            </a:r>
            <a:endParaRPr b="0" i="1" sz="2400" u="none" cap="none" strike="noStrike">
              <a:solidFill>
                <a:srgbClr val="000000"/>
              </a:solidFill>
              <a:latin typeface="Calibri"/>
              <a:ea typeface="Calibri"/>
              <a:cs typeface="Calibri"/>
              <a:sym typeface="Calibri"/>
            </a:endParaRPr>
          </a:p>
        </p:txBody>
      </p:sp>
      <p:sp>
        <p:nvSpPr>
          <p:cNvPr id="8748" name="Google Shape;8748;p67"/>
          <p:cNvSpPr/>
          <p:nvPr/>
        </p:nvSpPr>
        <p:spPr>
          <a:xfrm>
            <a:off x="6527008" y="4304008"/>
            <a:ext cx="5147743" cy="21907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1" lang="en-US" sz="2800" u="none" cap="none" strike="noStrike">
                <a:solidFill>
                  <a:srgbClr val="CC0000"/>
                </a:solidFill>
                <a:latin typeface="Calibri"/>
                <a:ea typeface="Calibri"/>
                <a:cs typeface="Calibri"/>
                <a:sym typeface="Calibri"/>
              </a:rPr>
              <a:t>d</a:t>
            </a:r>
            <a:r>
              <a:rPr b="0" baseline="-25000" i="0" lang="en-US" sz="2800" u="none" cap="none" strike="noStrike">
                <a:solidFill>
                  <a:srgbClr val="CC0000"/>
                </a:solidFill>
                <a:latin typeface="Calibri"/>
                <a:ea typeface="Calibri"/>
                <a:cs typeface="Calibri"/>
                <a:sym typeface="Calibri"/>
              </a:rPr>
              <a:t>prop</a:t>
            </a:r>
            <a:r>
              <a:rPr b="0" i="0" lang="en-US" sz="2800" u="none" cap="none" strike="noStrike">
                <a:solidFill>
                  <a:srgbClr val="CC0000"/>
                </a:solidFill>
                <a:latin typeface="Calibri"/>
                <a:ea typeface="Calibri"/>
                <a:cs typeface="Calibri"/>
                <a:sym typeface="Calibri"/>
              </a:rPr>
              <a:t>: propagation delay:</a:t>
            </a:r>
            <a:endParaRPr b="0" i="0" sz="1800" u="none" cap="none" strike="noStrike">
              <a:solidFill>
                <a:srgbClr val="CC0000"/>
              </a:solidFill>
              <a:latin typeface="Calibri"/>
              <a:ea typeface="Calibri"/>
              <a:cs typeface="Calibri"/>
              <a:sym typeface="Calibri"/>
            </a:endParaRPr>
          </a:p>
          <a:p>
            <a:pPr indent="-231775" lvl="0" marL="231775" marR="0" rtl="0" algn="l">
              <a:lnSpc>
                <a:spcPct val="90000"/>
              </a:lnSpc>
              <a:spcBef>
                <a:spcPts val="600"/>
              </a:spcBef>
              <a:spcAft>
                <a:spcPts val="0"/>
              </a:spcAft>
              <a:buClr>
                <a:srgbClr val="000099"/>
              </a:buClr>
              <a:buSzPts val="2400"/>
              <a:buFont typeface="Noto Sans Symbols"/>
              <a:buChar char="▪"/>
            </a:pPr>
            <a:r>
              <a:rPr b="0" i="1" lang="en-US" sz="2400" u="none" cap="none" strike="noStrike">
                <a:solidFill>
                  <a:srgbClr val="000000"/>
                </a:solidFill>
                <a:latin typeface="Calibri"/>
                <a:ea typeface="Calibri"/>
                <a:cs typeface="Calibri"/>
                <a:sym typeface="Calibri"/>
              </a:rPr>
              <a:t>d</a:t>
            </a:r>
            <a:r>
              <a:rPr b="0" i="0" lang="en-US" sz="2400" u="none" cap="none" strike="noStrike">
                <a:solidFill>
                  <a:srgbClr val="000000"/>
                </a:solidFill>
                <a:latin typeface="Calibri"/>
                <a:ea typeface="Calibri"/>
                <a:cs typeface="Calibri"/>
                <a:sym typeface="Calibri"/>
              </a:rPr>
              <a:t>: length of physical link</a:t>
            </a:r>
            <a:endParaRPr b="0" i="0" sz="2400" u="none" cap="none" strike="noStrike">
              <a:solidFill>
                <a:srgbClr val="000000"/>
              </a:solidFill>
              <a:latin typeface="Calibri"/>
              <a:ea typeface="Calibri"/>
              <a:cs typeface="Calibri"/>
              <a:sym typeface="Calibri"/>
            </a:endParaRPr>
          </a:p>
          <a:p>
            <a:pPr indent="-231775" lvl="0" marL="231775" marR="0" rtl="0" algn="l">
              <a:lnSpc>
                <a:spcPct val="90000"/>
              </a:lnSpc>
              <a:spcBef>
                <a:spcPts val="600"/>
              </a:spcBef>
              <a:spcAft>
                <a:spcPts val="0"/>
              </a:spcAft>
              <a:buClr>
                <a:srgbClr val="000099"/>
              </a:buClr>
              <a:buSzPts val="2400"/>
              <a:buFont typeface="Noto Sans Symbols"/>
              <a:buChar char="▪"/>
            </a:pPr>
            <a:r>
              <a:rPr b="0" i="1" lang="en-US" sz="2400" u="none" cap="none" strike="noStrike">
                <a:solidFill>
                  <a:srgbClr val="000000"/>
                </a:solidFill>
                <a:latin typeface="Calibri"/>
                <a:ea typeface="Calibri"/>
                <a:cs typeface="Calibri"/>
                <a:sym typeface="Calibri"/>
              </a:rPr>
              <a:t>s</a:t>
            </a:r>
            <a:r>
              <a:rPr b="0" i="0" lang="en-US" sz="2400" u="none" cap="none" strike="noStrike">
                <a:solidFill>
                  <a:srgbClr val="000000"/>
                </a:solidFill>
                <a:latin typeface="Calibri"/>
                <a:ea typeface="Calibri"/>
                <a:cs typeface="Calibri"/>
                <a:sym typeface="Calibri"/>
              </a:rPr>
              <a:t>: propagation speed (~3x10</a:t>
            </a:r>
            <a:r>
              <a:rPr b="0" baseline="30000" i="0" lang="en-US" sz="2400" u="none" cap="none" strike="noStrike">
                <a:solidFill>
                  <a:srgbClr val="000000"/>
                </a:solidFill>
                <a:latin typeface="Calibri"/>
                <a:ea typeface="Calibri"/>
                <a:cs typeface="Calibri"/>
                <a:sym typeface="Calibri"/>
              </a:rPr>
              <a:t>8</a:t>
            </a:r>
            <a:r>
              <a:rPr b="0" i="0" lang="en-US" sz="2400" u="none" cap="none" strike="noStrike">
                <a:solidFill>
                  <a:srgbClr val="000000"/>
                </a:solidFill>
                <a:latin typeface="Calibri"/>
                <a:ea typeface="Calibri"/>
                <a:cs typeface="Calibri"/>
                <a:sym typeface="Calibri"/>
              </a:rPr>
              <a:t> m/sec)</a:t>
            </a:r>
            <a:endParaRPr b="0" i="0" sz="2400" u="none" cap="none" strike="noStrike">
              <a:solidFill>
                <a:srgbClr val="000000"/>
              </a:solidFill>
              <a:latin typeface="Calibri"/>
              <a:ea typeface="Calibri"/>
              <a:cs typeface="Calibri"/>
              <a:sym typeface="Calibri"/>
            </a:endParaRPr>
          </a:p>
          <a:p>
            <a:pPr indent="-231775" lvl="0" marL="231775" marR="0" rtl="0" algn="l">
              <a:lnSpc>
                <a:spcPct val="90000"/>
              </a:lnSpc>
              <a:spcBef>
                <a:spcPts val="600"/>
              </a:spcBef>
              <a:spcAft>
                <a:spcPts val="0"/>
              </a:spcAft>
              <a:buClr>
                <a:srgbClr val="000099"/>
              </a:buClr>
              <a:buSzPts val="2400"/>
              <a:buFont typeface="Noto Sans Symbols"/>
              <a:buChar char="▪"/>
            </a:pPr>
            <a:r>
              <a:rPr b="0" i="1" lang="en-US" sz="2400" u="none" cap="none" strike="noStrike">
                <a:solidFill>
                  <a:srgbClr val="CC0000"/>
                </a:solidFill>
                <a:latin typeface="Calibri"/>
                <a:ea typeface="Calibri"/>
                <a:cs typeface="Calibri"/>
                <a:sym typeface="Calibri"/>
              </a:rPr>
              <a:t>d</a:t>
            </a:r>
            <a:r>
              <a:rPr b="0" baseline="-25000" i="0" lang="en-US" sz="2400" u="none" cap="none" strike="noStrike">
                <a:solidFill>
                  <a:srgbClr val="CC0000"/>
                </a:solidFill>
                <a:latin typeface="Calibri"/>
                <a:ea typeface="Calibri"/>
                <a:cs typeface="Calibri"/>
                <a:sym typeface="Calibri"/>
              </a:rPr>
              <a:t>prop</a:t>
            </a:r>
            <a:r>
              <a:rPr b="0" i="0" lang="en-US" sz="2400" u="none" cap="none" strike="noStrike">
                <a:solidFill>
                  <a:srgbClr val="000000"/>
                </a:solidFill>
                <a:latin typeface="Calibri"/>
                <a:ea typeface="Calibri"/>
                <a:cs typeface="Calibri"/>
                <a:sym typeface="Calibri"/>
              </a:rPr>
              <a:t> = </a:t>
            </a:r>
            <a:r>
              <a:rPr b="0" i="1" lang="en-US" sz="2400" u="none" cap="none" strike="noStrike">
                <a:solidFill>
                  <a:srgbClr val="000000"/>
                </a:solidFill>
                <a:latin typeface="Calibri"/>
                <a:ea typeface="Calibri"/>
                <a:cs typeface="Calibri"/>
                <a:sym typeface="Calibri"/>
              </a:rPr>
              <a:t>d</a:t>
            </a:r>
            <a:r>
              <a:rPr b="0" i="0" lang="en-US" sz="2400" u="none" cap="none" strike="noStrike">
                <a:solidFill>
                  <a:srgbClr val="000000"/>
                </a:solidFill>
                <a:latin typeface="Calibri"/>
                <a:ea typeface="Calibri"/>
                <a:cs typeface="Calibri"/>
                <a:sym typeface="Calibri"/>
              </a:rPr>
              <a:t>/</a:t>
            </a:r>
            <a:r>
              <a:rPr b="0" i="1" lang="en-US" sz="2400" u="none" cap="none" strike="noStrike">
                <a:solidFill>
                  <a:srgbClr val="000000"/>
                </a:solidFill>
                <a:latin typeface="Calibri"/>
                <a:ea typeface="Calibri"/>
                <a:cs typeface="Calibri"/>
                <a:sym typeface="Calibri"/>
              </a:rPr>
              <a:t>s</a:t>
            </a:r>
            <a:endParaRPr b="0" i="1" sz="2400" u="none" cap="none" strike="noStrike">
              <a:solidFill>
                <a:srgbClr val="000000"/>
              </a:solidFill>
              <a:latin typeface="Calibri"/>
              <a:ea typeface="Calibri"/>
              <a:cs typeface="Calibri"/>
              <a:sym typeface="Calibri"/>
            </a:endParaRPr>
          </a:p>
        </p:txBody>
      </p:sp>
      <p:grpSp>
        <p:nvGrpSpPr>
          <p:cNvPr id="8749" name="Google Shape;8749;p67"/>
          <p:cNvGrpSpPr/>
          <p:nvPr/>
        </p:nvGrpSpPr>
        <p:grpSpPr>
          <a:xfrm>
            <a:off x="1211117" y="5494308"/>
            <a:ext cx="7076415" cy="1127327"/>
            <a:chOff x="1211117" y="5568048"/>
            <a:chExt cx="7076415" cy="1127327"/>
          </a:xfrm>
        </p:grpSpPr>
        <p:sp>
          <p:nvSpPr>
            <p:cNvPr id="8750" name="Google Shape;8750;p67"/>
            <p:cNvSpPr txBox="1"/>
            <p:nvPr/>
          </p:nvSpPr>
          <p:spPr>
            <a:xfrm>
              <a:off x="3836662" y="5864378"/>
              <a:ext cx="2105222"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2400"/>
                <a:buFont typeface="Calibri"/>
                <a:buNone/>
              </a:pPr>
              <a:r>
                <a:rPr b="0" i="1" lang="en-US" sz="2400" u="none" cap="none" strike="noStrike">
                  <a:solidFill>
                    <a:srgbClr val="C00000"/>
                  </a:solidFill>
                  <a:latin typeface="Calibri"/>
                  <a:ea typeface="Calibri"/>
                  <a:cs typeface="Calibri"/>
                  <a:sym typeface="Calibri"/>
                </a:rPr>
                <a:t>d</a:t>
              </a:r>
              <a:r>
                <a:rPr b="0" baseline="-25000" i="0" lang="en-US" sz="2400" u="none" cap="none" strike="noStrike">
                  <a:solidFill>
                    <a:srgbClr val="C00000"/>
                  </a:solidFill>
                  <a:latin typeface="Calibri"/>
                  <a:ea typeface="Calibri"/>
                  <a:cs typeface="Calibri"/>
                  <a:sym typeface="Calibri"/>
                </a:rPr>
                <a:t>trans</a:t>
              </a:r>
              <a:r>
                <a:rPr b="0" baseline="-25000" i="0" lang="en-US" sz="2000" u="none" cap="none" strike="noStrike">
                  <a:solidFill>
                    <a:srgbClr val="C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and </a:t>
              </a:r>
              <a:r>
                <a:rPr b="0" i="1" lang="en-US" sz="2400" u="none" cap="none" strike="noStrike">
                  <a:solidFill>
                    <a:srgbClr val="C00000"/>
                  </a:solidFill>
                  <a:latin typeface="Calibri"/>
                  <a:ea typeface="Calibri"/>
                  <a:cs typeface="Calibri"/>
                  <a:sym typeface="Calibri"/>
                </a:rPr>
                <a:t>d</a:t>
              </a:r>
              <a:r>
                <a:rPr b="0" baseline="-25000" i="0" lang="en-US" sz="2400" u="none" cap="none" strike="noStrike">
                  <a:solidFill>
                    <a:srgbClr val="C00000"/>
                  </a:solidFill>
                  <a:latin typeface="Calibri"/>
                  <a:ea typeface="Calibri"/>
                  <a:cs typeface="Calibri"/>
                  <a:sym typeface="Calibri"/>
                </a:rPr>
                <a:t>prop</a:t>
              </a:r>
              <a:endParaRPr b="0" baseline="-25000" i="0" sz="2400" u="none" cap="none" strike="noStrike">
                <a:solidFill>
                  <a:srgbClr val="C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very </a:t>
              </a:r>
              <a:r>
                <a:rPr b="0" i="0" lang="en-US" sz="2400" u="none" cap="none" strike="noStrike">
                  <a:solidFill>
                    <a:srgbClr val="000000"/>
                  </a:solidFill>
                  <a:latin typeface="Calibri"/>
                  <a:ea typeface="Calibri"/>
                  <a:cs typeface="Calibri"/>
                  <a:sym typeface="Calibri"/>
                </a:rPr>
                <a:t>different</a:t>
              </a:r>
              <a:endParaRPr b="0" i="0" sz="2400" u="none" cap="none" strike="noStrike">
                <a:solidFill>
                  <a:srgbClr val="000000"/>
                </a:solidFill>
                <a:latin typeface="Calibri"/>
                <a:ea typeface="Calibri"/>
                <a:cs typeface="Calibri"/>
                <a:sym typeface="Calibri"/>
              </a:endParaRPr>
            </a:p>
          </p:txBody>
        </p:sp>
        <p:sp>
          <p:nvSpPr>
            <p:cNvPr id="8751" name="Google Shape;8751;p67"/>
            <p:cNvSpPr/>
            <p:nvPr/>
          </p:nvSpPr>
          <p:spPr>
            <a:xfrm>
              <a:off x="1211117" y="5568048"/>
              <a:ext cx="1869375" cy="500634"/>
            </a:xfrm>
            <a:prstGeom prst="ellipse">
              <a:avLst/>
            </a:prstGeom>
            <a:no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52" name="Google Shape;8752;p67"/>
            <p:cNvSpPr/>
            <p:nvPr/>
          </p:nvSpPr>
          <p:spPr>
            <a:xfrm>
              <a:off x="6418157" y="5570209"/>
              <a:ext cx="1869375" cy="500634"/>
            </a:xfrm>
            <a:prstGeom prst="ellipse">
              <a:avLst/>
            </a:prstGeom>
            <a:no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753" name="Google Shape;8753;p67"/>
            <p:cNvCxnSpPr>
              <a:stCxn id="8752" idx="2"/>
            </p:cNvCxnSpPr>
            <p:nvPr/>
          </p:nvCxnSpPr>
          <p:spPr>
            <a:xfrm flipH="1">
              <a:off x="5393057" y="5820526"/>
              <a:ext cx="1025100" cy="248100"/>
            </a:xfrm>
            <a:prstGeom prst="straightConnector1">
              <a:avLst/>
            </a:prstGeom>
            <a:noFill/>
            <a:ln cap="flat" cmpd="sng" w="9525">
              <a:solidFill>
                <a:srgbClr val="C00000"/>
              </a:solidFill>
              <a:prstDash val="solid"/>
              <a:miter lim="800000"/>
              <a:headEnd len="sm" w="sm" type="none"/>
              <a:tailEnd len="sm" w="sm" type="none"/>
            </a:ln>
          </p:spPr>
        </p:cxnSp>
        <p:cxnSp>
          <p:nvCxnSpPr>
            <p:cNvPr id="8754" name="Google Shape;8754;p67"/>
            <p:cNvCxnSpPr/>
            <p:nvPr/>
          </p:nvCxnSpPr>
          <p:spPr>
            <a:xfrm>
              <a:off x="3097924" y="5820526"/>
              <a:ext cx="940801" cy="248156"/>
            </a:xfrm>
            <a:prstGeom prst="straightConnector1">
              <a:avLst/>
            </a:prstGeom>
            <a:noFill/>
            <a:ln cap="flat" cmpd="sng" w="9525">
              <a:solidFill>
                <a:srgbClr val="C00000"/>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7"/>
                                        </p:tgtEl>
                                        <p:attrNameLst>
                                          <p:attrName>style.visibility</p:attrName>
                                        </p:attrNameLst>
                                      </p:cBhvr>
                                      <p:to>
                                        <p:strVal val="visible"/>
                                      </p:to>
                                    </p:set>
                                    <p:animEffect filter="fade" transition="in">
                                      <p:cBhvr>
                                        <p:cTn dur="500"/>
                                        <p:tgtEl>
                                          <p:spTgt spid="87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8"/>
                                        </p:tgtEl>
                                        <p:attrNameLst>
                                          <p:attrName>style.visibility</p:attrName>
                                        </p:attrNameLst>
                                      </p:cBhvr>
                                      <p:to>
                                        <p:strVal val="visible"/>
                                      </p:to>
                                    </p:set>
                                    <p:animEffect filter="fade" transition="in">
                                      <p:cBhvr>
                                        <p:cTn dur="500"/>
                                        <p:tgtEl>
                                          <p:spTgt spid="87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9"/>
                                        </p:tgtEl>
                                        <p:attrNameLst>
                                          <p:attrName>style.visibility</p:attrName>
                                        </p:attrNameLst>
                                      </p:cBhvr>
                                      <p:to>
                                        <p:strVal val="visible"/>
                                      </p:to>
                                    </p:set>
                                    <p:animEffect filter="fade" transition="in">
                                      <p:cBhvr>
                                        <p:cTn dur="500"/>
                                        <p:tgtEl>
                                          <p:spTgt spid="87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8" name="Shape 8758"/>
        <p:cNvGrpSpPr/>
        <p:nvPr/>
      </p:nvGrpSpPr>
      <p:grpSpPr>
        <a:xfrm>
          <a:off x="0" y="0"/>
          <a:ext cx="0" cy="0"/>
          <a:chOff x="0" y="0"/>
          <a:chExt cx="0" cy="0"/>
        </a:xfrm>
      </p:grpSpPr>
      <p:sp>
        <p:nvSpPr>
          <p:cNvPr id="8759" name="Google Shape;8759;p68"/>
          <p:cNvSpPr txBox="1"/>
          <p:nvPr>
            <p:ph idx="1" type="body"/>
          </p:nvPr>
        </p:nvSpPr>
        <p:spPr>
          <a:xfrm>
            <a:off x="838200" y="1724025"/>
            <a:ext cx="10515600" cy="4719320"/>
          </a:xfrm>
          <a:prstGeom prst="rect">
            <a:avLst/>
          </a:prstGeom>
          <a:noFill/>
          <a:ln>
            <a:noFill/>
          </a:ln>
        </p:spPr>
        <p:txBody>
          <a:bodyPr anchorCtr="0" anchor="t" bIns="45700" lIns="91425" spcFirstLastPara="1" rIns="91425" wrap="square" tIns="45700">
            <a:normAutofit lnSpcReduction="20000"/>
          </a:bodyPr>
          <a:lstStyle/>
          <a:p>
            <a:pPr indent="-222250" lvl="0" marL="352425" rtl="0" algn="l">
              <a:lnSpc>
                <a:spcPct val="90000"/>
              </a:lnSpc>
              <a:spcBef>
                <a:spcPts val="0"/>
              </a:spcBef>
              <a:spcAft>
                <a:spcPts val="0"/>
              </a:spcAft>
              <a:buSzPts val="2800"/>
              <a:buChar char="▪"/>
            </a:pPr>
            <a:r>
              <a:rPr lang="en-US"/>
              <a:t>So far we have discussed delay at a single router, but what about total delay in the journey of packet from source to destination?</a:t>
            </a:r>
            <a:endParaRPr/>
          </a:p>
          <a:p>
            <a:pPr indent="-222250" lvl="0" marL="352425" rtl="0" algn="l">
              <a:lnSpc>
                <a:spcPct val="90000"/>
              </a:lnSpc>
              <a:spcBef>
                <a:spcPts val="1000"/>
              </a:spcBef>
              <a:spcAft>
                <a:spcPts val="0"/>
              </a:spcAft>
              <a:buSzPts val="2800"/>
              <a:buChar char="▪"/>
            </a:pPr>
            <a:r>
              <a:rPr lang="en-US"/>
              <a:t>Let’s suppose there are </a:t>
            </a:r>
            <a:r>
              <a:rPr b="1" lang="en-US"/>
              <a:t>N routers</a:t>
            </a:r>
            <a:r>
              <a:rPr lang="en-US"/>
              <a:t> between the source host and the destination host.</a:t>
            </a:r>
            <a:endParaRPr/>
          </a:p>
          <a:p>
            <a:pPr indent="-222250" lvl="0" marL="352425" rtl="0" algn="l">
              <a:lnSpc>
                <a:spcPct val="90000"/>
              </a:lnSpc>
              <a:spcBef>
                <a:spcPts val="1000"/>
              </a:spcBef>
              <a:spcAft>
                <a:spcPts val="0"/>
              </a:spcAft>
              <a:buSzPts val="2800"/>
              <a:buChar char="▪"/>
            </a:pPr>
            <a:r>
              <a:rPr lang="en-US"/>
              <a:t>With the assumption that equal delays for the sender, routers, and receiver, the total end-to-end delay (source-to-destination delay) a packet encounters can be calculated as following - </a:t>
            </a:r>
            <a:endParaRPr/>
          </a:p>
          <a:p>
            <a:pPr indent="457200" lvl="0" marL="130175" rtl="0" algn="l">
              <a:lnSpc>
                <a:spcPct val="90000"/>
              </a:lnSpc>
              <a:spcBef>
                <a:spcPts val="1000"/>
              </a:spcBef>
              <a:spcAft>
                <a:spcPts val="0"/>
              </a:spcAft>
              <a:buSzPts val="2800"/>
              <a:buNone/>
            </a:pPr>
            <a:r>
              <a:rPr b="1" lang="en-US"/>
              <a:t>d</a:t>
            </a:r>
            <a:r>
              <a:rPr b="1" baseline="-25000" lang="en-US"/>
              <a:t>end-to-end</a:t>
            </a:r>
            <a:r>
              <a:rPr b="1" lang="en-US"/>
              <a:t> = (n + 1) (d</a:t>
            </a:r>
            <a:r>
              <a:rPr b="1" baseline="-25000" lang="en-US"/>
              <a:t>processing</a:t>
            </a:r>
            <a:r>
              <a:rPr b="1" lang="en-US"/>
              <a:t> + d</a:t>
            </a:r>
            <a:r>
              <a:rPr b="1" baseline="-25000" lang="en-US"/>
              <a:t>transmission</a:t>
            </a:r>
            <a:r>
              <a:rPr b="1" lang="en-US"/>
              <a:t> + d</a:t>
            </a:r>
            <a:r>
              <a:rPr b="1" baseline="-25000" lang="en-US"/>
              <a:t>propagation </a:t>
            </a:r>
            <a:r>
              <a:rPr b="1" lang="en-US"/>
              <a:t>) + n d</a:t>
            </a:r>
            <a:r>
              <a:rPr b="1" baseline="-25000" lang="en-US"/>
              <a:t>queuing</a:t>
            </a:r>
            <a:endParaRPr b="1" baseline="-25000"/>
          </a:p>
          <a:p>
            <a:pPr indent="0" lvl="0" marL="130175" rtl="0" algn="l">
              <a:lnSpc>
                <a:spcPct val="90000"/>
              </a:lnSpc>
              <a:spcBef>
                <a:spcPts val="1000"/>
              </a:spcBef>
              <a:spcAft>
                <a:spcPts val="0"/>
              </a:spcAft>
              <a:buSzPts val="2800"/>
              <a:buNone/>
            </a:pPr>
            <a:r>
              <a:t/>
            </a:r>
            <a:endParaRPr baseline="-25000"/>
          </a:p>
          <a:p>
            <a:pPr indent="-222250" lvl="0" marL="352425" rtl="0" algn="l">
              <a:lnSpc>
                <a:spcPct val="90000"/>
              </a:lnSpc>
              <a:spcBef>
                <a:spcPts val="1000"/>
              </a:spcBef>
              <a:spcAft>
                <a:spcPts val="0"/>
              </a:spcAft>
              <a:buSzPts val="2800"/>
              <a:buChar char="▪"/>
            </a:pPr>
            <a:r>
              <a:rPr lang="en-US"/>
              <a:t>Delay can have a significant impact on real-time applications such as voice and video chats, where low delay is essential to maintain smooth communication.</a:t>
            </a:r>
            <a:endParaRPr/>
          </a:p>
        </p:txBody>
      </p:sp>
      <p:sp>
        <p:nvSpPr>
          <p:cNvPr id="8760" name="Google Shape;8760;p6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End-to-End Delay</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4" name="Shape 8764"/>
        <p:cNvGrpSpPr/>
        <p:nvPr/>
      </p:nvGrpSpPr>
      <p:grpSpPr>
        <a:xfrm>
          <a:off x="0" y="0"/>
          <a:ext cx="0" cy="0"/>
          <a:chOff x="0" y="0"/>
          <a:chExt cx="0" cy="0"/>
        </a:xfrm>
      </p:grpSpPr>
      <p:sp>
        <p:nvSpPr>
          <p:cNvPr id="8765" name="Google Shape;8765;p69"/>
          <p:cNvSpPr txBox="1"/>
          <p:nvPr>
            <p:ph type="title"/>
          </p:nvPr>
        </p:nvSpPr>
        <p:spPr>
          <a:xfrm>
            <a:off x="581192" y="702156"/>
            <a:ext cx="11029616" cy="118872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Exercise</a:t>
            </a:r>
            <a:endParaRPr/>
          </a:p>
        </p:txBody>
      </p:sp>
      <p:sp>
        <p:nvSpPr>
          <p:cNvPr id="8766" name="Google Shape;8766;p69"/>
          <p:cNvSpPr txBox="1"/>
          <p:nvPr>
            <p:ph idx="1" type="body"/>
          </p:nvPr>
        </p:nvSpPr>
        <p:spPr>
          <a:xfrm>
            <a:off x="418465" y="4113530"/>
            <a:ext cx="11029315" cy="2656205"/>
          </a:xfrm>
          <a:prstGeom prst="rect">
            <a:avLst/>
          </a:prstGeom>
          <a:noFill/>
          <a:ln>
            <a:noFill/>
          </a:ln>
        </p:spPr>
        <p:txBody>
          <a:bodyPr anchorCtr="0" anchor="ctr" bIns="45700" lIns="91425" spcFirstLastPara="1" rIns="91425" wrap="square" tIns="45700">
            <a:normAutofit fontScale="70000"/>
          </a:bodyPr>
          <a:lstStyle/>
          <a:p>
            <a:pPr indent="-306070" lvl="0" marL="306070" rtl="0" algn="l">
              <a:lnSpc>
                <a:spcPct val="110000"/>
              </a:lnSpc>
              <a:spcBef>
                <a:spcPts val="0"/>
              </a:spcBef>
              <a:spcAft>
                <a:spcPts val="0"/>
              </a:spcAft>
              <a:buSzPct val="92000"/>
              <a:buFont typeface="Noto Sans Symbols"/>
              <a:buChar char="⮚"/>
            </a:pPr>
            <a:r>
              <a:rPr lang="en-US"/>
              <a:t>Assume the length of a packet is 4000 bits. The propagation speed of each link is 3 x 10</a:t>
            </a:r>
            <a:r>
              <a:rPr baseline="30000" lang="en-US"/>
              <a:t>8</a:t>
            </a:r>
            <a:r>
              <a:rPr lang="en-US"/>
              <a:t> m / sec. Assuming processing delay and queuing delay is negligible, answer following questions. </a:t>
            </a:r>
            <a:endParaRPr/>
          </a:p>
          <a:p>
            <a:pPr indent="-306070" lvl="0" marL="306070" rtl="0" algn="l">
              <a:lnSpc>
                <a:spcPct val="110000"/>
              </a:lnSpc>
              <a:spcBef>
                <a:spcPts val="936"/>
              </a:spcBef>
              <a:spcAft>
                <a:spcPts val="0"/>
              </a:spcAft>
              <a:buSzPct val="92000"/>
              <a:buFont typeface="Noto Sans Symbols"/>
              <a:buChar char="⮚"/>
            </a:pPr>
            <a:r>
              <a:rPr lang="en-US"/>
              <a:t>What is the transmission delay of each link?</a:t>
            </a:r>
            <a:endParaRPr/>
          </a:p>
          <a:p>
            <a:pPr indent="-306070" lvl="0" marL="306070" rtl="0" algn="l">
              <a:lnSpc>
                <a:spcPct val="110000"/>
              </a:lnSpc>
              <a:spcBef>
                <a:spcPts val="936"/>
              </a:spcBef>
              <a:spcAft>
                <a:spcPts val="0"/>
              </a:spcAft>
              <a:buSzPct val="92000"/>
              <a:buFont typeface="Noto Sans Symbols"/>
              <a:buChar char="⮚"/>
            </a:pPr>
            <a:r>
              <a:rPr lang="en-US"/>
              <a:t>What is the propogation delay of each link?</a:t>
            </a:r>
            <a:endParaRPr/>
          </a:p>
          <a:p>
            <a:pPr indent="-306070" lvl="0" marL="306070" rtl="0" algn="l">
              <a:lnSpc>
                <a:spcPct val="110000"/>
              </a:lnSpc>
              <a:spcBef>
                <a:spcPts val="936"/>
              </a:spcBef>
              <a:spcAft>
                <a:spcPts val="0"/>
              </a:spcAft>
              <a:buSzPct val="92000"/>
              <a:buFont typeface="Noto Sans Symbols"/>
              <a:buChar char="⮚"/>
            </a:pPr>
            <a:r>
              <a:rPr lang="en-US"/>
              <a:t>What is the total end-to-end delay for one packet?</a:t>
            </a:r>
            <a:endParaRPr/>
          </a:p>
          <a:p>
            <a:pPr indent="-306070" lvl="0" marL="306070" rtl="0" algn="l">
              <a:lnSpc>
                <a:spcPct val="110000"/>
              </a:lnSpc>
              <a:spcBef>
                <a:spcPts val="936"/>
              </a:spcBef>
              <a:spcAft>
                <a:spcPts val="0"/>
              </a:spcAft>
              <a:buSzPct val="92000"/>
              <a:buFont typeface="Noto Sans Symbols"/>
              <a:buChar char="⮚"/>
            </a:pPr>
            <a:r>
              <a:rPr lang="en-US"/>
              <a:t>Now suppose, source starts sending 3 packets at time t, at what time server/destination will receive all packets? Can you generalize the expression for n packets?</a:t>
            </a:r>
            <a:endParaRPr/>
          </a:p>
        </p:txBody>
      </p:sp>
      <p:pic>
        <p:nvPicPr>
          <p:cNvPr id="8767" name="Google Shape;8767;p69"/>
          <p:cNvPicPr preferRelativeResize="0"/>
          <p:nvPr/>
        </p:nvPicPr>
        <p:blipFill rotWithShape="1">
          <a:blip r:embed="rId3">
            <a:alphaModFix/>
          </a:blip>
          <a:srcRect b="0" l="0" r="0" t="0"/>
          <a:stretch/>
        </p:blipFill>
        <p:spPr>
          <a:xfrm>
            <a:off x="2907665" y="410210"/>
            <a:ext cx="7804150" cy="370332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2" name="Shape 8772"/>
        <p:cNvGrpSpPr/>
        <p:nvPr/>
      </p:nvGrpSpPr>
      <p:grpSpPr>
        <a:xfrm>
          <a:off x="0" y="0"/>
          <a:ext cx="0" cy="0"/>
          <a:chOff x="0" y="0"/>
          <a:chExt cx="0" cy="0"/>
        </a:xfrm>
      </p:grpSpPr>
      <p:sp>
        <p:nvSpPr>
          <p:cNvPr id="8773" name="Google Shape;8773;p70"/>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Packet q</a:t>
            </a:r>
            <a:r>
              <a:rPr lang="en-US" sz="4400"/>
              <a:t>ueueing delay (revisited)</a:t>
            </a:r>
            <a:endParaRPr sz="4400"/>
          </a:p>
        </p:txBody>
      </p:sp>
      <p:sp>
        <p:nvSpPr>
          <p:cNvPr id="8774" name="Google Shape;8774;p70"/>
          <p:cNvSpPr txBox="1"/>
          <p:nvPr/>
        </p:nvSpPr>
        <p:spPr>
          <a:xfrm>
            <a:off x="919843" y="1385661"/>
            <a:ext cx="5655128" cy="1781175"/>
          </a:xfrm>
          <a:prstGeom prst="rect">
            <a:avLst/>
          </a:prstGeom>
          <a:noFill/>
          <a:ln>
            <a:noFill/>
          </a:ln>
        </p:spPr>
        <p:txBody>
          <a:bodyPr anchorCtr="0" anchor="t" bIns="45700" lIns="91425" spcFirstLastPara="1" rIns="91425" wrap="square" tIns="45700">
            <a:normAutofit/>
          </a:bodyPr>
          <a:lstStyle/>
          <a:p>
            <a:pPr indent="-230505" lvl="0" marL="230505" marR="0" rtl="0" algn="l">
              <a:lnSpc>
                <a:spcPct val="90000"/>
              </a:lnSpc>
              <a:spcBef>
                <a:spcPts val="0"/>
              </a:spcBef>
              <a:spcAft>
                <a:spcPts val="0"/>
              </a:spcAft>
              <a:buClr>
                <a:srgbClr val="0000A3"/>
              </a:buClr>
              <a:buSzPts val="2400"/>
              <a:buFont typeface="Noto Sans Symbols"/>
              <a:buChar char="▪"/>
            </a:pPr>
            <a:r>
              <a:rPr b="0" i="1" lang="en-US" sz="2400" u="none" cap="none" strike="noStrike">
                <a:solidFill>
                  <a:srgbClr val="000000"/>
                </a:solidFill>
                <a:latin typeface="Calibri"/>
                <a:ea typeface="Calibri"/>
                <a:cs typeface="Calibri"/>
                <a:sym typeface="Calibri"/>
              </a:rPr>
              <a:t>a: </a:t>
            </a:r>
            <a:r>
              <a:rPr b="0" i="0" lang="en-US" sz="2400" u="none" cap="none" strike="noStrike">
                <a:solidFill>
                  <a:srgbClr val="000000"/>
                </a:solidFill>
                <a:latin typeface="Calibri"/>
                <a:ea typeface="Calibri"/>
                <a:cs typeface="Calibri"/>
                <a:sym typeface="Calibri"/>
              </a:rPr>
              <a:t>average packet arrival rate</a:t>
            </a:r>
            <a:endParaRPr b="0" i="0" sz="2400" u="none" cap="none" strike="noStrike">
              <a:solidFill>
                <a:srgbClr val="000000"/>
              </a:solidFill>
              <a:latin typeface="Calibri"/>
              <a:ea typeface="Calibri"/>
              <a:cs typeface="Calibri"/>
              <a:sym typeface="Calibri"/>
            </a:endParaRPr>
          </a:p>
          <a:p>
            <a:pPr indent="-230505" lvl="0" marL="230505" marR="0" rtl="0" algn="l">
              <a:lnSpc>
                <a:spcPct val="90000"/>
              </a:lnSpc>
              <a:spcBef>
                <a:spcPts val="1000"/>
              </a:spcBef>
              <a:spcAft>
                <a:spcPts val="0"/>
              </a:spcAft>
              <a:buClr>
                <a:srgbClr val="0000A3"/>
              </a:buClr>
              <a:buSzPts val="2400"/>
              <a:buFont typeface="Noto Sans Symbols"/>
              <a:buChar char="▪"/>
            </a:pPr>
            <a:r>
              <a:rPr b="0" i="1" lang="en-US" sz="2400" u="none" cap="none" strike="noStrike">
                <a:solidFill>
                  <a:srgbClr val="000000"/>
                </a:solidFill>
                <a:latin typeface="Calibri"/>
                <a:ea typeface="Calibri"/>
                <a:cs typeface="Calibri"/>
                <a:sym typeface="Calibri"/>
              </a:rPr>
              <a:t>L: </a:t>
            </a:r>
            <a:r>
              <a:rPr b="0" i="0" lang="en-US" sz="2400" u="none" cap="none" strike="noStrike">
                <a:solidFill>
                  <a:srgbClr val="000000"/>
                </a:solidFill>
                <a:latin typeface="Calibri"/>
                <a:ea typeface="Calibri"/>
                <a:cs typeface="Calibri"/>
                <a:sym typeface="Calibri"/>
              </a:rPr>
              <a:t>packet length (bits)</a:t>
            </a:r>
            <a:endParaRPr b="0" i="0" sz="2400" u="none" cap="none" strike="noStrike">
              <a:solidFill>
                <a:srgbClr val="000000"/>
              </a:solidFill>
              <a:latin typeface="Calibri"/>
              <a:ea typeface="Calibri"/>
              <a:cs typeface="Calibri"/>
              <a:sym typeface="Calibri"/>
            </a:endParaRPr>
          </a:p>
          <a:p>
            <a:pPr indent="-231775" lvl="0" marL="231775" marR="0" rtl="0" algn="l">
              <a:lnSpc>
                <a:spcPct val="90000"/>
              </a:lnSpc>
              <a:spcBef>
                <a:spcPts val="1000"/>
              </a:spcBef>
              <a:spcAft>
                <a:spcPts val="0"/>
              </a:spcAft>
              <a:buClr>
                <a:srgbClr val="0000A3"/>
              </a:buClr>
              <a:buSzPts val="2400"/>
              <a:buFont typeface="Noto Sans Symbols"/>
              <a:buChar char="▪"/>
            </a:pPr>
            <a:r>
              <a:rPr b="0" i="1" lang="en-US" sz="2400" u="none" cap="none" strike="noStrike">
                <a:solidFill>
                  <a:srgbClr val="000000"/>
                </a:solidFill>
                <a:latin typeface="Calibri"/>
                <a:ea typeface="Calibri"/>
                <a:cs typeface="Calibri"/>
                <a:sym typeface="Calibri"/>
              </a:rPr>
              <a:t>R:</a:t>
            </a:r>
            <a:r>
              <a:rPr b="0" i="0" lang="en-US" sz="2400" u="none" cap="none" strike="noStrike">
                <a:solidFill>
                  <a:srgbClr val="000000"/>
                </a:solidFill>
                <a:latin typeface="Calibri"/>
                <a:ea typeface="Calibri"/>
                <a:cs typeface="Calibri"/>
                <a:sym typeface="Calibri"/>
              </a:rPr>
              <a:t> link bandwidth (bit transmission rate)</a:t>
            </a:r>
            <a:endParaRPr b="0" i="0" sz="2400" u="none" cap="none" strike="noStrike">
              <a:solidFill>
                <a:srgbClr val="000000"/>
              </a:solidFill>
              <a:latin typeface="Calibri"/>
              <a:ea typeface="Calibri"/>
              <a:cs typeface="Calibri"/>
              <a:sym typeface="Calibri"/>
            </a:endParaRPr>
          </a:p>
        </p:txBody>
      </p:sp>
      <p:sp>
        <p:nvSpPr>
          <p:cNvPr id="8775" name="Google Shape;8775;p70"/>
          <p:cNvSpPr/>
          <p:nvPr/>
        </p:nvSpPr>
        <p:spPr>
          <a:xfrm>
            <a:off x="932543" y="4263423"/>
            <a:ext cx="5975117" cy="1933575"/>
          </a:xfrm>
          <a:prstGeom prst="rect">
            <a:avLst/>
          </a:prstGeom>
          <a:noFill/>
          <a:ln>
            <a:noFill/>
          </a:ln>
        </p:spPr>
        <p:txBody>
          <a:bodyPr anchorCtr="0" anchor="t" bIns="45700" lIns="91425" spcFirstLastPara="1" rIns="91425" wrap="square" tIns="45700">
            <a:noAutofit/>
          </a:bodyPr>
          <a:lstStyle/>
          <a:p>
            <a:pPr indent="-231775" lvl="0" marL="231775" marR="0" rtl="0" algn="l">
              <a:lnSpc>
                <a:spcPct val="100000"/>
              </a:lnSpc>
              <a:spcBef>
                <a:spcPts val="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La/R</a:t>
            </a:r>
            <a:r>
              <a:rPr b="0" i="0" lang="en-US" sz="2800" u="none" cap="none" strike="noStrike">
                <a:solidFill>
                  <a:srgbClr val="000000"/>
                </a:solidFill>
                <a:latin typeface="Calibri"/>
                <a:ea typeface="Calibri"/>
                <a:cs typeface="Calibri"/>
                <a:sym typeface="Calibri"/>
              </a:rPr>
              <a:t> ~ 0: avg. queueing delay small</a:t>
            </a:r>
            <a:endParaRPr b="0" i="0" sz="2800" u="none" cap="none" strike="noStrike">
              <a:solidFill>
                <a:srgbClr val="000000"/>
              </a:solidFill>
              <a:latin typeface="Calibri"/>
              <a:ea typeface="Calibri"/>
              <a:cs typeface="Calibri"/>
              <a:sym typeface="Calibri"/>
            </a:endParaRPr>
          </a:p>
          <a:p>
            <a:pPr indent="-231775" lvl="0" marL="231775" marR="0" rtl="0" algn="l">
              <a:lnSpc>
                <a:spcPct val="100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La/R </a:t>
            </a:r>
            <a:r>
              <a:rPr b="0" i="0" lang="en-US" sz="2800" u="none" cap="none" strike="noStrike">
                <a:solidFill>
                  <a:srgbClr val="000000"/>
                </a:solidFill>
                <a:latin typeface="Calibri"/>
                <a:ea typeface="Calibri"/>
                <a:cs typeface="Calibri"/>
                <a:sym typeface="Calibri"/>
              </a:rPr>
              <a:t>-&gt; 1: avg. queueing delay large</a:t>
            </a:r>
            <a:endParaRPr b="0" i="0" sz="2800" u="none" cap="none" strike="noStrike">
              <a:solidFill>
                <a:srgbClr val="000000"/>
              </a:solidFill>
              <a:latin typeface="Calibri"/>
              <a:ea typeface="Calibri"/>
              <a:cs typeface="Calibri"/>
              <a:sym typeface="Calibri"/>
            </a:endParaRPr>
          </a:p>
          <a:p>
            <a:pPr indent="-231775" lvl="0" marL="231775"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La/R </a:t>
            </a:r>
            <a:r>
              <a:rPr b="0" i="0" lang="en-US" sz="2800" u="none" cap="none" strike="noStrike">
                <a:solidFill>
                  <a:srgbClr val="000000"/>
                </a:solidFill>
                <a:latin typeface="Calibri"/>
                <a:ea typeface="Calibri"/>
                <a:cs typeface="Calibri"/>
                <a:sym typeface="Calibri"/>
              </a:rPr>
              <a:t>&gt; 1: more “work” arriving  is more than can be serviced -  average delay infinite!</a:t>
            </a:r>
            <a:endParaRPr b="0" i="0" sz="2800" u="none" cap="none" strike="noStrike">
              <a:solidFill>
                <a:srgbClr val="000000"/>
              </a:solidFill>
              <a:latin typeface="Calibri"/>
              <a:ea typeface="Calibri"/>
              <a:cs typeface="Calibri"/>
              <a:sym typeface="Calibri"/>
            </a:endParaRPr>
          </a:p>
        </p:txBody>
      </p:sp>
      <p:grpSp>
        <p:nvGrpSpPr>
          <p:cNvPr id="8776" name="Google Shape;8776;p70"/>
          <p:cNvGrpSpPr/>
          <p:nvPr/>
        </p:nvGrpSpPr>
        <p:grpSpPr>
          <a:xfrm>
            <a:off x="8407167" y="4367394"/>
            <a:ext cx="2782888" cy="2261260"/>
            <a:chOff x="8407167" y="4367394"/>
            <a:chExt cx="2782888" cy="2261260"/>
          </a:xfrm>
        </p:grpSpPr>
        <p:pic>
          <p:nvPicPr>
            <p:cNvPr id="8777" name="Google Shape;8777;p70"/>
            <p:cNvPicPr preferRelativeResize="0"/>
            <p:nvPr/>
          </p:nvPicPr>
          <p:blipFill rotWithShape="1">
            <a:blip r:embed="rId3">
              <a:alphaModFix/>
            </a:blip>
            <a:srcRect b="0" l="0" r="0" t="0"/>
            <a:stretch/>
          </p:blipFill>
          <p:spPr>
            <a:xfrm>
              <a:off x="9643830" y="5047839"/>
              <a:ext cx="1546225" cy="1239837"/>
            </a:xfrm>
            <a:prstGeom prst="rect">
              <a:avLst/>
            </a:prstGeom>
            <a:noFill/>
            <a:ln>
              <a:noFill/>
            </a:ln>
          </p:spPr>
        </p:pic>
        <p:pic>
          <p:nvPicPr>
            <p:cNvPr id="8778" name="Google Shape;8778;p70"/>
            <p:cNvPicPr preferRelativeResize="0"/>
            <p:nvPr/>
          </p:nvPicPr>
          <p:blipFill rotWithShape="1">
            <a:blip r:embed="rId4">
              <a:alphaModFix/>
            </a:blip>
            <a:srcRect b="0" l="0" r="0" t="0"/>
            <a:stretch/>
          </p:blipFill>
          <p:spPr>
            <a:xfrm>
              <a:off x="8407167" y="4471879"/>
              <a:ext cx="1481138" cy="1117600"/>
            </a:xfrm>
            <a:prstGeom prst="rect">
              <a:avLst/>
            </a:prstGeom>
            <a:noFill/>
            <a:ln>
              <a:noFill/>
            </a:ln>
          </p:spPr>
        </p:pic>
        <p:sp>
          <p:nvSpPr>
            <p:cNvPr id="8779" name="Google Shape;8779;p70"/>
            <p:cNvSpPr txBox="1"/>
            <p:nvPr/>
          </p:nvSpPr>
          <p:spPr>
            <a:xfrm>
              <a:off x="9849087" y="4367394"/>
              <a:ext cx="9541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La/R </a:t>
              </a:r>
              <a:r>
                <a:rPr b="0" i="0" lang="en-US" sz="1800" u="none" cap="none" strike="noStrike">
                  <a:solidFill>
                    <a:srgbClr val="000000"/>
                  </a:solidFill>
                  <a:latin typeface="Calibri"/>
                  <a:ea typeface="Calibri"/>
                  <a:cs typeface="Calibri"/>
                  <a:sym typeface="Calibri"/>
                </a:rPr>
                <a:t>~ 0</a:t>
              </a:r>
              <a:endParaRPr b="0" i="0" sz="1800" u="none" cap="none" strike="noStrike">
                <a:solidFill>
                  <a:srgbClr val="000000"/>
                </a:solidFill>
                <a:latin typeface="Calibri"/>
                <a:ea typeface="Calibri"/>
                <a:cs typeface="Calibri"/>
                <a:sym typeface="Calibri"/>
              </a:endParaRPr>
            </a:p>
          </p:txBody>
        </p:sp>
        <p:sp>
          <p:nvSpPr>
            <p:cNvPr id="8780" name="Google Shape;8780;p70"/>
            <p:cNvSpPr txBox="1"/>
            <p:nvPr/>
          </p:nvSpPr>
          <p:spPr>
            <a:xfrm>
              <a:off x="9643830" y="6259322"/>
              <a:ext cx="102463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La/R -&gt; 1</a:t>
              </a:r>
              <a:endParaRPr b="0" i="1" sz="1800" u="none" cap="none" strike="noStrike">
                <a:solidFill>
                  <a:srgbClr val="000000"/>
                </a:solidFill>
                <a:latin typeface="Calibri"/>
                <a:ea typeface="Calibri"/>
                <a:cs typeface="Calibri"/>
                <a:sym typeface="Calibri"/>
              </a:endParaRPr>
            </a:p>
          </p:txBody>
        </p:sp>
      </p:grpSp>
      <p:grpSp>
        <p:nvGrpSpPr>
          <p:cNvPr id="8781" name="Google Shape;8781;p70"/>
          <p:cNvGrpSpPr/>
          <p:nvPr/>
        </p:nvGrpSpPr>
        <p:grpSpPr>
          <a:xfrm>
            <a:off x="8001634" y="1103085"/>
            <a:ext cx="3246937" cy="2992869"/>
            <a:chOff x="7232377" y="708301"/>
            <a:chExt cx="3769920" cy="3402168"/>
          </a:xfrm>
        </p:grpSpPr>
        <p:sp>
          <p:nvSpPr>
            <p:cNvPr id="8782" name="Google Shape;8782;p70"/>
            <p:cNvSpPr/>
            <p:nvPr/>
          </p:nvSpPr>
          <p:spPr>
            <a:xfrm>
              <a:off x="7381311" y="3605438"/>
              <a:ext cx="2911022" cy="504825"/>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5000"/>
                </a:lnSpc>
                <a:spcBef>
                  <a:spcPts val="0"/>
                </a:spcBef>
                <a:spcAft>
                  <a:spcPts val="0"/>
                </a:spcAft>
                <a:buClr>
                  <a:srgbClr val="ED7D31"/>
                </a:buClr>
                <a:buSzPts val="1360"/>
                <a:buFont typeface="Noto Sans Symbols"/>
                <a:buNone/>
              </a:pPr>
              <a:r>
                <a:rPr b="0" i="0" lang="en-US" sz="1600" u="none" cap="none" strike="noStrike">
                  <a:solidFill>
                    <a:srgbClr val="000099"/>
                  </a:solidFill>
                  <a:latin typeface="Calibri"/>
                  <a:ea typeface="Calibri"/>
                  <a:cs typeface="Calibri"/>
                  <a:sym typeface="Calibri"/>
                </a:rPr>
                <a:t>traffic intensity = </a:t>
              </a:r>
              <a:r>
                <a:rPr b="0" i="1" lang="en-US" sz="1600" u="none" cap="none" strike="noStrike">
                  <a:solidFill>
                    <a:srgbClr val="000099"/>
                  </a:solidFill>
                  <a:latin typeface="Calibri"/>
                  <a:ea typeface="Calibri"/>
                  <a:cs typeface="Calibri"/>
                  <a:sym typeface="Calibri"/>
                </a:rPr>
                <a:t>La/R</a:t>
              </a:r>
              <a:endParaRPr b="0" i="1" sz="1600" u="none" cap="none" strike="noStrike">
                <a:solidFill>
                  <a:srgbClr val="000099"/>
                </a:solidFill>
                <a:latin typeface="Calibri"/>
                <a:ea typeface="Calibri"/>
                <a:cs typeface="Calibri"/>
                <a:sym typeface="Calibri"/>
              </a:endParaRPr>
            </a:p>
          </p:txBody>
        </p:sp>
        <p:sp>
          <p:nvSpPr>
            <p:cNvPr id="8783" name="Google Shape;8783;p70"/>
            <p:cNvSpPr/>
            <p:nvPr/>
          </p:nvSpPr>
          <p:spPr>
            <a:xfrm rot="-5400000">
              <a:off x="6114777" y="2075824"/>
              <a:ext cx="2740025" cy="504825"/>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5000"/>
                </a:lnSpc>
                <a:spcBef>
                  <a:spcPts val="0"/>
                </a:spcBef>
                <a:spcAft>
                  <a:spcPts val="0"/>
                </a:spcAft>
                <a:buClr>
                  <a:srgbClr val="ED7D31"/>
                </a:buClr>
                <a:buSzPts val="1360"/>
                <a:buFont typeface="Noto Sans Symbols"/>
                <a:buNone/>
              </a:pPr>
              <a:r>
                <a:rPr b="0" i="0" lang="en-US" sz="1600" u="none" cap="none" strike="noStrike">
                  <a:solidFill>
                    <a:srgbClr val="000099"/>
                  </a:solidFill>
                  <a:latin typeface="Calibri"/>
                  <a:ea typeface="Calibri"/>
                  <a:cs typeface="Calibri"/>
                  <a:sym typeface="Calibri"/>
                </a:rPr>
                <a:t>average  queueing delay</a:t>
              </a:r>
              <a:endParaRPr b="0" i="0" sz="1600" u="none" cap="none" strike="noStrike">
                <a:solidFill>
                  <a:srgbClr val="000099"/>
                </a:solidFill>
                <a:latin typeface="Calibri"/>
                <a:ea typeface="Calibri"/>
                <a:cs typeface="Calibri"/>
                <a:sym typeface="Calibri"/>
              </a:endParaRPr>
            </a:p>
          </p:txBody>
        </p:sp>
        <p:cxnSp>
          <p:nvCxnSpPr>
            <p:cNvPr id="8784" name="Google Shape;8784;p70"/>
            <p:cNvCxnSpPr/>
            <p:nvPr/>
          </p:nvCxnSpPr>
          <p:spPr>
            <a:xfrm>
              <a:off x="7616120" y="3540100"/>
              <a:ext cx="3386177" cy="0"/>
            </a:xfrm>
            <a:prstGeom prst="straightConnector1">
              <a:avLst/>
            </a:prstGeom>
            <a:noFill/>
            <a:ln cap="flat" cmpd="sng" w="9525">
              <a:solidFill>
                <a:schemeClr val="dk1"/>
              </a:solidFill>
              <a:prstDash val="solid"/>
              <a:miter lim="800000"/>
              <a:headEnd len="sm" w="sm" type="none"/>
              <a:tailEnd len="sm" w="sm" type="none"/>
            </a:ln>
          </p:spPr>
        </p:cxnSp>
        <p:cxnSp>
          <p:nvCxnSpPr>
            <p:cNvPr id="8785" name="Google Shape;8785;p70"/>
            <p:cNvCxnSpPr/>
            <p:nvPr/>
          </p:nvCxnSpPr>
          <p:spPr>
            <a:xfrm rot="10800000">
              <a:off x="7601372" y="1041103"/>
              <a:ext cx="0" cy="2505931"/>
            </a:xfrm>
            <a:prstGeom prst="straightConnector1">
              <a:avLst/>
            </a:prstGeom>
            <a:noFill/>
            <a:ln cap="flat" cmpd="sng" w="9525">
              <a:solidFill>
                <a:schemeClr val="dk1"/>
              </a:solidFill>
              <a:prstDash val="solid"/>
              <a:miter lim="800000"/>
              <a:headEnd len="sm" w="sm" type="none"/>
              <a:tailEnd len="sm" w="sm" type="none"/>
            </a:ln>
          </p:spPr>
        </p:cxnSp>
        <p:sp>
          <p:nvSpPr>
            <p:cNvPr id="8786" name="Google Shape;8786;p70"/>
            <p:cNvSpPr/>
            <p:nvPr/>
          </p:nvSpPr>
          <p:spPr>
            <a:xfrm>
              <a:off x="7616120" y="708301"/>
              <a:ext cx="2743200" cy="2816942"/>
            </a:xfrm>
            <a:custGeom>
              <a:rect b="b" l="l" r="r" t="t"/>
              <a:pathLst>
                <a:path extrusionOk="0" h="2816942" w="2743200">
                  <a:moveTo>
                    <a:pt x="0" y="2816942"/>
                  </a:moveTo>
                  <a:cubicBezTo>
                    <a:pt x="363998" y="2816020"/>
                    <a:pt x="477171" y="2811923"/>
                    <a:pt x="663677" y="2802193"/>
                  </a:cubicBezTo>
                  <a:cubicBezTo>
                    <a:pt x="850183" y="2792463"/>
                    <a:pt x="1661652" y="2767780"/>
                    <a:pt x="1976284" y="2625212"/>
                  </a:cubicBezTo>
                  <a:cubicBezTo>
                    <a:pt x="2290916" y="2482644"/>
                    <a:pt x="2423652" y="2384322"/>
                    <a:pt x="2551471" y="1946787"/>
                  </a:cubicBezTo>
                  <a:cubicBezTo>
                    <a:pt x="2679290" y="1509252"/>
                    <a:pt x="2711245" y="754626"/>
                    <a:pt x="2743200" y="0"/>
                  </a:cubicBezTo>
                </a:path>
              </a:pathLst>
            </a:custGeom>
            <a:noFill/>
            <a:ln cap="flat" cmpd="sng" w="254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Calibri"/>
                <a:buNone/>
              </a:pPr>
              <a:r>
                <a:t/>
              </a:r>
              <a:endParaRPr b="0" i="0" sz="1400" u="none" cap="none" strike="noStrike">
                <a:solidFill>
                  <a:srgbClr val="FFFFFF"/>
                </a:solidFill>
                <a:latin typeface="Calibri"/>
                <a:ea typeface="Calibri"/>
                <a:cs typeface="Calibri"/>
                <a:sym typeface="Calibri"/>
              </a:endParaRPr>
            </a:p>
          </p:txBody>
        </p:sp>
        <p:cxnSp>
          <p:nvCxnSpPr>
            <p:cNvPr id="8787" name="Google Shape;8787;p70"/>
            <p:cNvCxnSpPr/>
            <p:nvPr/>
          </p:nvCxnSpPr>
          <p:spPr>
            <a:xfrm rot="10800000">
              <a:off x="10442559" y="1034169"/>
              <a:ext cx="0" cy="2505931"/>
            </a:xfrm>
            <a:prstGeom prst="straightConnector1">
              <a:avLst/>
            </a:prstGeom>
            <a:noFill/>
            <a:ln cap="flat" cmpd="sng" w="9525">
              <a:solidFill>
                <a:schemeClr val="dk1"/>
              </a:solidFill>
              <a:prstDash val="dash"/>
              <a:miter lim="800000"/>
              <a:headEnd len="sm" w="sm" type="none"/>
              <a:tailEnd len="sm" w="sm" type="none"/>
            </a:ln>
          </p:spPr>
        </p:cxnSp>
        <p:sp>
          <p:nvSpPr>
            <p:cNvPr id="8788" name="Google Shape;8788;p70"/>
            <p:cNvSpPr/>
            <p:nvPr/>
          </p:nvSpPr>
          <p:spPr>
            <a:xfrm>
              <a:off x="10214306" y="3605644"/>
              <a:ext cx="509587" cy="504825"/>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5000"/>
                </a:lnSpc>
                <a:spcBef>
                  <a:spcPts val="0"/>
                </a:spcBef>
                <a:spcAft>
                  <a:spcPts val="0"/>
                </a:spcAft>
                <a:buClr>
                  <a:srgbClr val="ED7D31"/>
                </a:buClr>
                <a:buSzPts val="1360"/>
                <a:buFont typeface="Noto Sans Symbols"/>
                <a:buNone/>
              </a:pPr>
              <a:r>
                <a:rPr b="0" i="0" lang="en-US" sz="1600" u="none" cap="none" strike="noStrike">
                  <a:solidFill>
                    <a:srgbClr val="000000"/>
                  </a:solidFill>
                  <a:latin typeface="Calibri"/>
                  <a:ea typeface="Calibri"/>
                  <a:cs typeface="Calibri"/>
                  <a:sym typeface="Calibri"/>
                </a:rPr>
                <a:t>1</a:t>
              </a:r>
              <a:endParaRPr b="0" i="1" sz="1600" u="none" cap="none" strike="noStrike">
                <a:solidFill>
                  <a:srgbClr val="000000"/>
                </a:solidFill>
                <a:latin typeface="Calibri"/>
                <a:ea typeface="Calibri"/>
                <a:cs typeface="Calibri"/>
                <a:sym typeface="Calibri"/>
              </a:endParaRPr>
            </a:p>
          </p:txBody>
        </p:sp>
      </p:grpSp>
      <p:grpSp>
        <p:nvGrpSpPr>
          <p:cNvPr id="8789" name="Google Shape;8789;p70"/>
          <p:cNvGrpSpPr/>
          <p:nvPr/>
        </p:nvGrpSpPr>
        <p:grpSpPr>
          <a:xfrm>
            <a:off x="1199878" y="3314700"/>
            <a:ext cx="3457968" cy="523220"/>
            <a:chOff x="1211074" y="3275230"/>
            <a:chExt cx="3457968" cy="523220"/>
          </a:xfrm>
        </p:grpSpPr>
        <p:sp>
          <p:nvSpPr>
            <p:cNvPr id="8790" name="Google Shape;8790;p70"/>
            <p:cNvSpPr txBox="1"/>
            <p:nvPr/>
          </p:nvSpPr>
          <p:spPr>
            <a:xfrm>
              <a:off x="2188876" y="3327958"/>
              <a:ext cx="248016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service rate of bits</a:t>
              </a:r>
              <a:endParaRPr b="0" i="0" sz="2400" u="none" cap="none" strike="noStrike">
                <a:solidFill>
                  <a:srgbClr val="000000"/>
                </a:solidFill>
                <a:latin typeface="Calibri"/>
                <a:ea typeface="Calibri"/>
                <a:cs typeface="Calibri"/>
                <a:sym typeface="Calibri"/>
              </a:endParaRPr>
            </a:p>
          </p:txBody>
        </p:sp>
        <p:sp>
          <p:nvSpPr>
            <p:cNvPr id="8791" name="Google Shape;8791;p70"/>
            <p:cNvSpPr txBox="1"/>
            <p:nvPr/>
          </p:nvSpPr>
          <p:spPr>
            <a:xfrm>
              <a:off x="1211074" y="3275230"/>
              <a:ext cx="3802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1" lang="en-US" sz="2800" u="none" cap="none" strike="noStrike">
                  <a:solidFill>
                    <a:srgbClr val="000000"/>
                  </a:solidFill>
                  <a:latin typeface="Calibri"/>
                  <a:ea typeface="Calibri"/>
                  <a:cs typeface="Calibri"/>
                  <a:sym typeface="Calibri"/>
                </a:rPr>
                <a:t>R</a:t>
              </a:r>
              <a:endParaRPr b="0" i="1" sz="2800" u="none" cap="none" strike="noStrike">
                <a:solidFill>
                  <a:srgbClr val="000000"/>
                </a:solidFill>
                <a:latin typeface="Calibri"/>
                <a:ea typeface="Calibri"/>
                <a:cs typeface="Calibri"/>
                <a:sym typeface="Calibri"/>
              </a:endParaRPr>
            </a:p>
          </p:txBody>
        </p:sp>
      </p:grpSp>
      <p:grpSp>
        <p:nvGrpSpPr>
          <p:cNvPr id="8792" name="Google Shape;8792;p70"/>
          <p:cNvGrpSpPr/>
          <p:nvPr/>
        </p:nvGrpSpPr>
        <p:grpSpPr>
          <a:xfrm>
            <a:off x="1066278" y="2847705"/>
            <a:ext cx="3490678" cy="523220"/>
            <a:chOff x="1066278" y="2873829"/>
            <a:chExt cx="3490678" cy="523220"/>
          </a:xfrm>
        </p:grpSpPr>
        <p:sp>
          <p:nvSpPr>
            <p:cNvPr id="8793" name="Google Shape;8793;p70"/>
            <p:cNvSpPr txBox="1"/>
            <p:nvPr/>
          </p:nvSpPr>
          <p:spPr>
            <a:xfrm>
              <a:off x="2169123" y="2910251"/>
              <a:ext cx="238783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arrival rate of bits</a:t>
              </a:r>
              <a:endParaRPr b="0" i="0" sz="2400" u="none" cap="none" strike="noStrike">
                <a:solidFill>
                  <a:srgbClr val="000000"/>
                </a:solidFill>
                <a:latin typeface="Calibri"/>
                <a:ea typeface="Calibri"/>
                <a:cs typeface="Calibri"/>
                <a:sym typeface="Calibri"/>
              </a:endParaRPr>
            </a:p>
          </p:txBody>
        </p:sp>
        <p:grpSp>
          <p:nvGrpSpPr>
            <p:cNvPr id="8794" name="Google Shape;8794;p70"/>
            <p:cNvGrpSpPr/>
            <p:nvPr/>
          </p:nvGrpSpPr>
          <p:grpSpPr>
            <a:xfrm>
              <a:off x="1066278" y="2873829"/>
              <a:ext cx="681588" cy="523220"/>
              <a:chOff x="1066278" y="2873829"/>
              <a:chExt cx="681588" cy="523220"/>
            </a:xfrm>
          </p:grpSpPr>
          <p:sp>
            <p:nvSpPr>
              <p:cNvPr id="8795" name="Google Shape;8795;p70"/>
              <p:cNvSpPr txBox="1"/>
              <p:nvPr/>
            </p:nvSpPr>
            <p:spPr>
              <a:xfrm>
                <a:off x="1066278" y="2873829"/>
                <a:ext cx="3353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1" lang="en-US" sz="2800" u="none" cap="none" strike="noStrike">
                    <a:solidFill>
                      <a:srgbClr val="000000"/>
                    </a:solidFill>
                    <a:latin typeface="Calibri"/>
                    <a:ea typeface="Calibri"/>
                    <a:cs typeface="Calibri"/>
                    <a:sym typeface="Calibri"/>
                  </a:rPr>
                  <a:t>L</a:t>
                </a:r>
                <a:endParaRPr b="0" i="1" sz="2800" u="none" cap="none" strike="noStrike">
                  <a:solidFill>
                    <a:srgbClr val="000000"/>
                  </a:solidFill>
                  <a:latin typeface="Calibri"/>
                  <a:ea typeface="Calibri"/>
                  <a:cs typeface="Calibri"/>
                  <a:sym typeface="Calibri"/>
                </a:endParaRPr>
              </a:p>
            </p:txBody>
          </p:sp>
          <p:sp>
            <p:nvSpPr>
              <p:cNvPr id="8796" name="Google Shape;8796;p70"/>
              <p:cNvSpPr txBox="1"/>
              <p:nvPr/>
            </p:nvSpPr>
            <p:spPr>
              <a:xfrm>
                <a:off x="1378854" y="2873829"/>
                <a:ext cx="36901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1" lang="en-US" sz="2800" u="none" cap="none" strike="noStrike">
                    <a:solidFill>
                      <a:srgbClr val="000000"/>
                    </a:solidFill>
                    <a:latin typeface="Calibri"/>
                    <a:ea typeface="Calibri"/>
                    <a:cs typeface="Calibri"/>
                    <a:sym typeface="Calibri"/>
                  </a:rPr>
                  <a:t>a</a:t>
                </a:r>
                <a:endParaRPr b="0" i="1" sz="2800" u="none" cap="none" strike="noStrike">
                  <a:solidFill>
                    <a:srgbClr val="000000"/>
                  </a:solidFill>
                  <a:latin typeface="Calibri"/>
                  <a:ea typeface="Calibri"/>
                  <a:cs typeface="Calibri"/>
                  <a:sym typeface="Calibri"/>
                </a:endParaRPr>
              </a:p>
            </p:txBody>
          </p:sp>
          <p:sp>
            <p:nvSpPr>
              <p:cNvPr id="8797" name="Google Shape;8797;p70"/>
              <p:cNvSpPr txBox="1"/>
              <p:nvPr/>
            </p:nvSpPr>
            <p:spPr>
              <a:xfrm>
                <a:off x="1278923" y="2909664"/>
                <a:ext cx="2423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a:t>
                </a:r>
                <a:endParaRPr b="0" i="1" sz="1800" u="none" cap="none" strike="noStrike">
                  <a:solidFill>
                    <a:srgbClr val="000000"/>
                  </a:solidFill>
                  <a:latin typeface="Calibri"/>
                  <a:ea typeface="Calibri"/>
                  <a:cs typeface="Calibri"/>
                  <a:sym typeface="Calibri"/>
                </a:endParaRPr>
              </a:p>
            </p:txBody>
          </p:sp>
        </p:grpSp>
      </p:grpSp>
      <p:grpSp>
        <p:nvGrpSpPr>
          <p:cNvPr id="8798" name="Google Shape;8798;p70"/>
          <p:cNvGrpSpPr/>
          <p:nvPr/>
        </p:nvGrpSpPr>
        <p:grpSpPr>
          <a:xfrm>
            <a:off x="1204684" y="2981937"/>
            <a:ext cx="3323775" cy="584775"/>
            <a:chOff x="1204684" y="2981937"/>
            <a:chExt cx="3323775" cy="584775"/>
          </a:xfrm>
        </p:grpSpPr>
        <p:cxnSp>
          <p:nvCxnSpPr>
            <p:cNvPr id="8799" name="Google Shape;8799;p70"/>
            <p:cNvCxnSpPr/>
            <p:nvPr/>
          </p:nvCxnSpPr>
          <p:spPr>
            <a:xfrm>
              <a:off x="2300167" y="3338737"/>
              <a:ext cx="2228292" cy="0"/>
            </a:xfrm>
            <a:prstGeom prst="straightConnector1">
              <a:avLst/>
            </a:prstGeom>
            <a:noFill/>
            <a:ln cap="flat" cmpd="sng" w="25400">
              <a:solidFill>
                <a:schemeClr val="dk1"/>
              </a:solidFill>
              <a:prstDash val="solid"/>
              <a:miter lim="800000"/>
              <a:headEnd len="sm" w="sm" type="none"/>
              <a:tailEnd len="sm" w="sm" type="none"/>
            </a:ln>
          </p:spPr>
        </p:cxnSp>
        <p:cxnSp>
          <p:nvCxnSpPr>
            <p:cNvPr id="8800" name="Google Shape;8800;p70"/>
            <p:cNvCxnSpPr/>
            <p:nvPr/>
          </p:nvCxnSpPr>
          <p:spPr>
            <a:xfrm>
              <a:off x="1204684" y="3342018"/>
              <a:ext cx="348343" cy="0"/>
            </a:xfrm>
            <a:prstGeom prst="straightConnector1">
              <a:avLst/>
            </a:prstGeom>
            <a:noFill/>
            <a:ln cap="flat" cmpd="sng" w="25400">
              <a:solidFill>
                <a:schemeClr val="dk1"/>
              </a:solidFill>
              <a:prstDash val="solid"/>
              <a:miter lim="800000"/>
              <a:headEnd len="sm" w="sm" type="none"/>
              <a:tailEnd len="sm" w="sm" type="none"/>
            </a:ln>
          </p:spPr>
        </p:cxnSp>
        <p:sp>
          <p:nvSpPr>
            <p:cNvPr id="8801" name="Google Shape;8801;p70"/>
            <p:cNvSpPr txBox="1"/>
            <p:nvPr/>
          </p:nvSpPr>
          <p:spPr>
            <a:xfrm>
              <a:off x="1687802" y="2981937"/>
              <a:ext cx="6386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1" lang="en-US" sz="3200" u="none" cap="none" strike="noStrike">
                  <a:solidFill>
                    <a:srgbClr val="000000"/>
                  </a:solidFill>
                  <a:latin typeface="Calibri"/>
                  <a:ea typeface="Calibri"/>
                  <a:cs typeface="Calibri"/>
                  <a:sym typeface="Calibri"/>
                </a:rPr>
                <a:t>:</a:t>
              </a:r>
              <a:endParaRPr b="0" i="1" sz="3200" u="none" cap="none" strike="noStrike">
                <a:solidFill>
                  <a:srgbClr val="000000"/>
                </a:solidFill>
                <a:latin typeface="Calibri"/>
                <a:ea typeface="Calibri"/>
                <a:cs typeface="Calibri"/>
                <a:sym typeface="Calibri"/>
              </a:endParaRPr>
            </a:p>
          </p:txBody>
        </p:sp>
      </p:grpSp>
      <p:sp>
        <p:nvSpPr>
          <p:cNvPr id="8802" name="Google Shape;8802;p70"/>
          <p:cNvSpPr txBox="1"/>
          <p:nvPr/>
        </p:nvSpPr>
        <p:spPr>
          <a:xfrm>
            <a:off x="5025350" y="2902857"/>
            <a:ext cx="1582613" cy="9541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3"/>
              </a:buClr>
              <a:buSzPts val="2800"/>
              <a:buFont typeface="Calibri"/>
              <a:buNone/>
            </a:pPr>
            <a:r>
              <a:rPr b="0" i="1" lang="en-US" sz="2800" u="none" cap="none" strike="noStrike">
                <a:solidFill>
                  <a:srgbClr val="0000A3"/>
                </a:solidFill>
                <a:latin typeface="Calibri"/>
                <a:ea typeface="Calibri"/>
                <a:cs typeface="Calibri"/>
                <a:sym typeface="Calibri"/>
              </a:rPr>
              <a:t>“traffic </a:t>
            </a:r>
            <a:endParaRPr b="0" i="1" sz="2800" u="none" cap="none" strike="noStrike">
              <a:solidFill>
                <a:srgbClr val="0000A3"/>
              </a:solidFill>
              <a:latin typeface="Calibri"/>
              <a:ea typeface="Calibri"/>
              <a:cs typeface="Calibri"/>
              <a:sym typeface="Calibri"/>
            </a:endParaRPr>
          </a:p>
          <a:p>
            <a:pPr indent="0" lvl="0" marL="0" marR="0" rtl="0" algn="ctr">
              <a:lnSpc>
                <a:spcPct val="100000"/>
              </a:lnSpc>
              <a:spcBef>
                <a:spcPts val="0"/>
              </a:spcBef>
              <a:spcAft>
                <a:spcPts val="0"/>
              </a:spcAft>
              <a:buClr>
                <a:srgbClr val="0000A3"/>
              </a:buClr>
              <a:buSzPts val="2800"/>
              <a:buFont typeface="Calibri"/>
              <a:buNone/>
            </a:pPr>
            <a:r>
              <a:rPr b="0" i="1" lang="en-US" sz="2800" u="none" cap="none" strike="noStrike">
                <a:solidFill>
                  <a:srgbClr val="0000A3"/>
                </a:solidFill>
                <a:latin typeface="Calibri"/>
                <a:ea typeface="Calibri"/>
                <a:cs typeface="Calibri"/>
                <a:sym typeface="Calibri"/>
              </a:rPr>
              <a:t>intensity”</a:t>
            </a:r>
            <a:endParaRPr b="0" i="1" sz="2800" u="none" cap="none" strike="noStrike">
              <a:solidFill>
                <a:srgbClr val="0000A3"/>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92"/>
                                        </p:tgtEl>
                                        <p:attrNameLst>
                                          <p:attrName>style.visibility</p:attrName>
                                        </p:attrNameLst>
                                      </p:cBhvr>
                                      <p:to>
                                        <p:strVal val="visible"/>
                                      </p:to>
                                    </p:set>
                                    <p:animEffect filter="fade" transition="in">
                                      <p:cBhvr>
                                        <p:cTn dur="500"/>
                                        <p:tgtEl>
                                          <p:spTgt spid="87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9"/>
                                        </p:tgtEl>
                                        <p:attrNameLst>
                                          <p:attrName>style.visibility</p:attrName>
                                        </p:attrNameLst>
                                      </p:cBhvr>
                                      <p:to>
                                        <p:strVal val="visible"/>
                                      </p:to>
                                    </p:set>
                                    <p:animEffect filter="fade" transition="in">
                                      <p:cBhvr>
                                        <p:cTn dur="500"/>
                                        <p:tgtEl>
                                          <p:spTgt spid="87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98"/>
                                        </p:tgtEl>
                                        <p:attrNameLst>
                                          <p:attrName>style.visibility</p:attrName>
                                        </p:attrNameLst>
                                      </p:cBhvr>
                                      <p:to>
                                        <p:strVal val="visible"/>
                                      </p:to>
                                    </p:set>
                                    <p:animEffect filter="fade" transition="in">
                                      <p:cBhvr>
                                        <p:cTn dur="500"/>
                                        <p:tgtEl>
                                          <p:spTgt spid="87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802"/>
                                        </p:tgtEl>
                                        <p:attrNameLst>
                                          <p:attrName>style.visibility</p:attrName>
                                        </p:attrNameLst>
                                      </p:cBhvr>
                                      <p:to>
                                        <p:strVal val="visible"/>
                                      </p:to>
                                    </p:set>
                                    <p:animEffect filter="fade" transition="in">
                                      <p:cBhvr>
                                        <p:cTn dur="500"/>
                                        <p:tgtEl>
                                          <p:spTgt spid="88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75"/>
                                        </p:tgtEl>
                                        <p:attrNameLst>
                                          <p:attrName>style.visibility</p:attrName>
                                        </p:attrNameLst>
                                      </p:cBhvr>
                                      <p:to>
                                        <p:strVal val="visible"/>
                                      </p:to>
                                    </p:set>
                                    <p:animEffect filter="fade" transition="in">
                                      <p:cBhvr>
                                        <p:cTn dur="500"/>
                                        <p:tgtEl>
                                          <p:spTgt spid="87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1"/>
                                        </p:tgtEl>
                                        <p:attrNameLst>
                                          <p:attrName>style.visibility</p:attrName>
                                        </p:attrNameLst>
                                      </p:cBhvr>
                                      <p:to>
                                        <p:strVal val="visible"/>
                                      </p:to>
                                    </p:set>
                                    <p:animEffect filter="fade" transition="in">
                                      <p:cBhvr>
                                        <p:cTn dur="500"/>
                                        <p:tgtEl>
                                          <p:spTgt spid="87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76"/>
                                        </p:tgtEl>
                                        <p:attrNameLst>
                                          <p:attrName>style.visibility</p:attrName>
                                        </p:attrNameLst>
                                      </p:cBhvr>
                                      <p:to>
                                        <p:strVal val="visible"/>
                                      </p:to>
                                    </p:set>
                                    <p:animEffect filter="fade" transition="in">
                                      <p:cBhvr>
                                        <p:cTn dur="500"/>
                                        <p:tgtEl>
                                          <p:spTgt spid="87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07" name="Shape 8807"/>
        <p:cNvGrpSpPr/>
        <p:nvPr/>
      </p:nvGrpSpPr>
      <p:grpSpPr>
        <a:xfrm>
          <a:off x="0" y="0"/>
          <a:ext cx="0" cy="0"/>
          <a:chOff x="0" y="0"/>
          <a:chExt cx="0" cy="0"/>
        </a:xfrm>
      </p:grpSpPr>
      <p:cxnSp>
        <p:nvCxnSpPr>
          <p:cNvPr id="8808" name="Google Shape;8808;p71"/>
          <p:cNvCxnSpPr/>
          <p:nvPr/>
        </p:nvCxnSpPr>
        <p:spPr>
          <a:xfrm>
            <a:off x="2831406" y="5366286"/>
            <a:ext cx="469144" cy="315494"/>
          </a:xfrm>
          <a:prstGeom prst="straightConnector1">
            <a:avLst/>
          </a:prstGeom>
          <a:noFill/>
          <a:ln cap="flat" cmpd="sng" w="12700">
            <a:solidFill>
              <a:schemeClr val="dk1"/>
            </a:solidFill>
            <a:prstDash val="solid"/>
            <a:round/>
            <a:headEnd len="sm" w="sm" type="none"/>
            <a:tailEnd len="sm" w="sm" type="none"/>
          </a:ln>
        </p:spPr>
      </p:cxnSp>
      <p:cxnSp>
        <p:nvCxnSpPr>
          <p:cNvPr id="8809" name="Google Shape;8809;p71"/>
          <p:cNvCxnSpPr/>
          <p:nvPr/>
        </p:nvCxnSpPr>
        <p:spPr>
          <a:xfrm flipH="1" rot="10800000">
            <a:off x="3691311" y="5467468"/>
            <a:ext cx="639909" cy="207962"/>
          </a:xfrm>
          <a:prstGeom prst="straightConnector1">
            <a:avLst/>
          </a:prstGeom>
          <a:noFill/>
          <a:ln cap="flat" cmpd="sng" w="12700">
            <a:solidFill>
              <a:schemeClr val="dk1"/>
            </a:solidFill>
            <a:prstDash val="solid"/>
            <a:round/>
            <a:headEnd len="sm" w="sm" type="none"/>
            <a:tailEnd len="sm" w="sm" type="none"/>
          </a:ln>
        </p:spPr>
      </p:cxnSp>
      <p:grpSp>
        <p:nvGrpSpPr>
          <p:cNvPr id="8810" name="Google Shape;8810;p71"/>
          <p:cNvGrpSpPr/>
          <p:nvPr/>
        </p:nvGrpSpPr>
        <p:grpSpPr>
          <a:xfrm>
            <a:off x="3109054" y="5514269"/>
            <a:ext cx="860625" cy="398511"/>
            <a:chOff x="7493876" y="2774731"/>
            <a:chExt cx="1481958" cy="894622"/>
          </a:xfrm>
        </p:grpSpPr>
        <p:sp>
          <p:nvSpPr>
            <p:cNvPr id="8811" name="Google Shape;8811;p7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812" name="Google Shape;8812;p7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813" name="Google Shape;8813;p71"/>
            <p:cNvGrpSpPr/>
            <p:nvPr/>
          </p:nvGrpSpPr>
          <p:grpSpPr>
            <a:xfrm>
              <a:off x="7713663" y="2848339"/>
              <a:ext cx="1042107" cy="425543"/>
              <a:chOff x="7786941" y="2884917"/>
              <a:chExt cx="897649" cy="353919"/>
            </a:xfrm>
          </p:grpSpPr>
          <p:sp>
            <p:nvSpPr>
              <p:cNvPr id="8814" name="Google Shape;8814;p7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15" name="Google Shape;8815;p7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16" name="Google Shape;8816;p7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17" name="Google Shape;8817;p7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8818" name="Google Shape;8818;p71"/>
          <p:cNvCxnSpPr/>
          <p:nvPr/>
        </p:nvCxnSpPr>
        <p:spPr>
          <a:xfrm>
            <a:off x="4626350" y="5451593"/>
            <a:ext cx="677550" cy="207962"/>
          </a:xfrm>
          <a:prstGeom prst="straightConnector1">
            <a:avLst/>
          </a:prstGeom>
          <a:noFill/>
          <a:ln cap="flat" cmpd="sng" w="12700">
            <a:solidFill>
              <a:schemeClr val="dk1"/>
            </a:solidFill>
            <a:prstDash val="solid"/>
            <a:round/>
            <a:headEnd len="sm" w="sm" type="none"/>
            <a:tailEnd len="sm" w="sm" type="none"/>
          </a:ln>
        </p:spPr>
      </p:cxnSp>
      <p:cxnSp>
        <p:nvCxnSpPr>
          <p:cNvPr id="8819" name="Google Shape;8819;p71"/>
          <p:cNvCxnSpPr/>
          <p:nvPr/>
        </p:nvCxnSpPr>
        <p:spPr>
          <a:xfrm flipH="1">
            <a:off x="4388223" y="5062655"/>
            <a:ext cx="661222" cy="273050"/>
          </a:xfrm>
          <a:prstGeom prst="straightConnector1">
            <a:avLst/>
          </a:prstGeom>
          <a:noFill/>
          <a:ln cap="flat" cmpd="sng" w="12700">
            <a:solidFill>
              <a:schemeClr val="dk1"/>
            </a:solidFill>
            <a:prstDash val="solid"/>
            <a:round/>
            <a:headEnd len="sm" w="sm" type="none"/>
            <a:tailEnd len="sm" w="sm" type="none"/>
          </a:ln>
        </p:spPr>
      </p:cxnSp>
      <p:cxnSp>
        <p:nvCxnSpPr>
          <p:cNvPr id="8820" name="Google Shape;8820;p71"/>
          <p:cNvCxnSpPr/>
          <p:nvPr/>
        </p:nvCxnSpPr>
        <p:spPr>
          <a:xfrm>
            <a:off x="4356474" y="5583355"/>
            <a:ext cx="318847" cy="311150"/>
          </a:xfrm>
          <a:prstGeom prst="straightConnector1">
            <a:avLst/>
          </a:prstGeom>
          <a:noFill/>
          <a:ln cap="flat" cmpd="sng" w="12700">
            <a:solidFill>
              <a:schemeClr val="dk1"/>
            </a:solidFill>
            <a:prstDash val="solid"/>
            <a:round/>
            <a:headEnd len="sm" w="sm" type="none"/>
            <a:tailEnd len="sm" w="sm" type="none"/>
          </a:ln>
        </p:spPr>
      </p:cxnSp>
      <p:grpSp>
        <p:nvGrpSpPr>
          <p:cNvPr id="8821" name="Google Shape;8821;p71"/>
          <p:cNvGrpSpPr/>
          <p:nvPr/>
        </p:nvGrpSpPr>
        <p:grpSpPr>
          <a:xfrm>
            <a:off x="3957067" y="5203592"/>
            <a:ext cx="860625" cy="398511"/>
            <a:chOff x="7493876" y="2774731"/>
            <a:chExt cx="1481958" cy="894622"/>
          </a:xfrm>
        </p:grpSpPr>
        <p:sp>
          <p:nvSpPr>
            <p:cNvPr id="8822" name="Google Shape;8822;p7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823" name="Google Shape;8823;p7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824" name="Google Shape;8824;p71"/>
            <p:cNvGrpSpPr/>
            <p:nvPr/>
          </p:nvGrpSpPr>
          <p:grpSpPr>
            <a:xfrm>
              <a:off x="7713663" y="2848339"/>
              <a:ext cx="1042107" cy="425543"/>
              <a:chOff x="7786941" y="2884917"/>
              <a:chExt cx="897649" cy="353919"/>
            </a:xfrm>
          </p:grpSpPr>
          <p:sp>
            <p:nvSpPr>
              <p:cNvPr id="8825" name="Google Shape;8825;p7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26" name="Google Shape;8826;p7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27" name="Google Shape;8827;p7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28" name="Google Shape;8828;p7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8829" name="Google Shape;8829;p71"/>
          <p:cNvCxnSpPr/>
          <p:nvPr/>
        </p:nvCxnSpPr>
        <p:spPr>
          <a:xfrm flipH="1">
            <a:off x="5602660" y="5511918"/>
            <a:ext cx="865759" cy="144462"/>
          </a:xfrm>
          <a:prstGeom prst="straightConnector1">
            <a:avLst/>
          </a:prstGeom>
          <a:noFill/>
          <a:ln cap="flat" cmpd="sng" w="12700">
            <a:solidFill>
              <a:schemeClr val="dk1"/>
            </a:solidFill>
            <a:prstDash val="solid"/>
            <a:round/>
            <a:headEnd len="sm" w="sm" type="none"/>
            <a:tailEnd len="sm" w="sm" type="none"/>
          </a:ln>
        </p:spPr>
      </p:cxnSp>
      <p:cxnSp>
        <p:nvCxnSpPr>
          <p:cNvPr id="8830" name="Google Shape;8830;p71"/>
          <p:cNvCxnSpPr/>
          <p:nvPr/>
        </p:nvCxnSpPr>
        <p:spPr>
          <a:xfrm flipH="1">
            <a:off x="4997823" y="5773855"/>
            <a:ext cx="487128" cy="152400"/>
          </a:xfrm>
          <a:prstGeom prst="straightConnector1">
            <a:avLst/>
          </a:prstGeom>
          <a:noFill/>
          <a:ln cap="flat" cmpd="sng" w="12700">
            <a:solidFill>
              <a:schemeClr val="dk1"/>
            </a:solidFill>
            <a:prstDash val="solid"/>
            <a:round/>
            <a:headEnd len="sm" w="sm" type="none"/>
            <a:tailEnd len="sm" w="sm" type="none"/>
          </a:ln>
        </p:spPr>
      </p:cxnSp>
      <p:grpSp>
        <p:nvGrpSpPr>
          <p:cNvPr id="8831" name="Google Shape;8831;p71"/>
          <p:cNvGrpSpPr/>
          <p:nvPr/>
        </p:nvGrpSpPr>
        <p:grpSpPr>
          <a:xfrm>
            <a:off x="4985387" y="5543879"/>
            <a:ext cx="860625" cy="398511"/>
            <a:chOff x="7493876" y="2774731"/>
            <a:chExt cx="1481958" cy="894622"/>
          </a:xfrm>
        </p:grpSpPr>
        <p:sp>
          <p:nvSpPr>
            <p:cNvPr id="8832" name="Google Shape;8832;p7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833" name="Google Shape;8833;p7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834" name="Google Shape;8834;p71"/>
            <p:cNvGrpSpPr/>
            <p:nvPr/>
          </p:nvGrpSpPr>
          <p:grpSpPr>
            <a:xfrm>
              <a:off x="7713663" y="2848339"/>
              <a:ext cx="1042107" cy="425543"/>
              <a:chOff x="7786941" y="2884917"/>
              <a:chExt cx="897649" cy="353919"/>
            </a:xfrm>
          </p:grpSpPr>
          <p:sp>
            <p:nvSpPr>
              <p:cNvPr id="8835" name="Google Shape;8835;p7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36" name="Google Shape;8836;p7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37" name="Google Shape;8837;p7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38" name="Google Shape;8838;p7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839" name="Google Shape;8839;p71"/>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“Real” Internet delays and routes</a:t>
            </a:r>
            <a:endParaRPr sz="4400"/>
          </a:p>
        </p:txBody>
      </p:sp>
      <p:sp>
        <p:nvSpPr>
          <p:cNvPr id="8840" name="Google Shape;8840;p71"/>
          <p:cNvSpPr txBox="1"/>
          <p:nvPr/>
        </p:nvSpPr>
        <p:spPr>
          <a:xfrm>
            <a:off x="980180" y="1324511"/>
            <a:ext cx="10342830" cy="1885391"/>
          </a:xfrm>
          <a:prstGeom prst="rect">
            <a:avLst/>
          </a:prstGeom>
          <a:noFill/>
          <a:ln>
            <a:noFill/>
          </a:ln>
        </p:spPr>
        <p:txBody>
          <a:bodyPr anchorCtr="0" anchor="t" bIns="45700" lIns="91425" spcFirstLastPara="1" rIns="91425" wrap="square" tIns="45700">
            <a:normAutofit lnSpcReduction="10000"/>
          </a:bodyPr>
          <a:lstStyle/>
          <a:p>
            <a:pPr indent="-287655" lvl="0" marL="28765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what do “real” Internet delay &amp; loss look like? </a:t>
            </a:r>
            <a:endParaRPr b="0" i="0" sz="3200" u="none" cap="none" strike="noStrike">
              <a:solidFill>
                <a:srgbClr val="000000"/>
              </a:solidFill>
              <a:latin typeface="Calibri"/>
              <a:ea typeface="Calibri"/>
              <a:cs typeface="Calibri"/>
              <a:sym typeface="Calibri"/>
            </a:endParaRPr>
          </a:p>
          <a:p>
            <a:pPr indent="-287655" lvl="0" marL="287655" marR="0" rtl="0" algn="l">
              <a:lnSpc>
                <a:spcPct val="90000"/>
              </a:lnSpc>
              <a:spcBef>
                <a:spcPts val="1000"/>
              </a:spcBef>
              <a:spcAft>
                <a:spcPts val="0"/>
              </a:spcAft>
              <a:buClr>
                <a:srgbClr val="0000A3"/>
              </a:buClr>
              <a:buSzPts val="2800"/>
              <a:buFont typeface="Noto Sans Symbols"/>
              <a:buChar char="▪"/>
            </a:pPr>
            <a:r>
              <a:rPr b="1" i="0" lang="en-US" sz="2800" u="none" cap="none" strike="noStrike">
                <a:solidFill>
                  <a:srgbClr val="C00000"/>
                </a:solidFill>
                <a:latin typeface="Calibri"/>
                <a:ea typeface="Calibri"/>
                <a:cs typeface="Calibri"/>
                <a:sym typeface="Calibri"/>
              </a:rPr>
              <a:t>traceroute</a:t>
            </a:r>
            <a:r>
              <a:rPr b="0" i="0" lang="en-US" sz="3200" u="none" cap="none" strike="noStrike">
                <a:solidFill>
                  <a:srgbClr val="FF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program: provides delay measurement from source to router along end-end Internet path towards destination.  For all </a:t>
            </a:r>
            <a:r>
              <a:rPr b="0" i="1" lang="en-US" sz="3200" u="none" cap="none" strike="noStrike">
                <a:solidFill>
                  <a:srgbClr val="000000"/>
                </a:solidFill>
                <a:latin typeface="Calibri"/>
                <a:ea typeface="Calibri"/>
                <a:cs typeface="Calibri"/>
                <a:sym typeface="Calibri"/>
              </a:rPr>
              <a:t>i:</a:t>
            </a:r>
            <a:endParaRPr b="0" i="1" sz="3200" u="none" cap="none" strike="noStrike">
              <a:solidFill>
                <a:srgbClr val="000000"/>
              </a:solidFill>
              <a:latin typeface="Calibri"/>
              <a:ea typeface="Calibri"/>
              <a:cs typeface="Calibri"/>
              <a:sym typeface="Calibri"/>
            </a:endParaRPr>
          </a:p>
        </p:txBody>
      </p:sp>
      <p:cxnSp>
        <p:nvCxnSpPr>
          <p:cNvPr id="8841" name="Google Shape;8841;p71"/>
          <p:cNvCxnSpPr/>
          <p:nvPr/>
        </p:nvCxnSpPr>
        <p:spPr>
          <a:xfrm>
            <a:off x="6721850" y="5476993"/>
            <a:ext cx="677550" cy="207962"/>
          </a:xfrm>
          <a:prstGeom prst="straightConnector1">
            <a:avLst/>
          </a:prstGeom>
          <a:noFill/>
          <a:ln cap="flat" cmpd="sng" w="12700">
            <a:solidFill>
              <a:schemeClr val="dk1"/>
            </a:solidFill>
            <a:prstDash val="solid"/>
            <a:round/>
            <a:headEnd len="sm" w="sm" type="none"/>
            <a:tailEnd len="sm" w="sm" type="none"/>
          </a:ln>
        </p:spPr>
      </p:cxnSp>
      <p:cxnSp>
        <p:nvCxnSpPr>
          <p:cNvPr id="8842" name="Google Shape;8842;p71"/>
          <p:cNvCxnSpPr/>
          <p:nvPr/>
        </p:nvCxnSpPr>
        <p:spPr>
          <a:xfrm flipH="1">
            <a:off x="7660060" y="5423018"/>
            <a:ext cx="777191" cy="277812"/>
          </a:xfrm>
          <a:prstGeom prst="straightConnector1">
            <a:avLst/>
          </a:prstGeom>
          <a:noFill/>
          <a:ln cap="flat" cmpd="sng" w="12700">
            <a:solidFill>
              <a:schemeClr val="dk1"/>
            </a:solidFill>
            <a:prstDash val="solid"/>
            <a:round/>
            <a:headEnd len="sm" w="sm" type="none"/>
            <a:tailEnd len="sm" w="sm" type="none"/>
          </a:ln>
        </p:spPr>
      </p:cxnSp>
      <p:cxnSp>
        <p:nvCxnSpPr>
          <p:cNvPr id="8843" name="Google Shape;8843;p71"/>
          <p:cNvCxnSpPr/>
          <p:nvPr/>
        </p:nvCxnSpPr>
        <p:spPr>
          <a:xfrm>
            <a:off x="6280524" y="5170605"/>
            <a:ext cx="318847" cy="311150"/>
          </a:xfrm>
          <a:prstGeom prst="straightConnector1">
            <a:avLst/>
          </a:prstGeom>
          <a:noFill/>
          <a:ln cap="flat" cmpd="sng" w="12700">
            <a:solidFill>
              <a:schemeClr val="dk1"/>
            </a:solidFill>
            <a:prstDash val="solid"/>
            <a:round/>
            <a:headEnd len="sm" w="sm" type="none"/>
            <a:tailEnd len="sm" w="sm" type="none"/>
          </a:ln>
        </p:spPr>
      </p:cxnSp>
      <p:cxnSp>
        <p:nvCxnSpPr>
          <p:cNvPr id="8844" name="Google Shape;8844;p71"/>
          <p:cNvCxnSpPr/>
          <p:nvPr/>
        </p:nvCxnSpPr>
        <p:spPr>
          <a:xfrm>
            <a:off x="5394926" y="5277473"/>
            <a:ext cx="8857" cy="260350"/>
          </a:xfrm>
          <a:prstGeom prst="straightConnector1">
            <a:avLst/>
          </a:prstGeom>
          <a:noFill/>
          <a:ln cap="flat" cmpd="sng" w="12700">
            <a:solidFill>
              <a:schemeClr val="dk1"/>
            </a:solidFill>
            <a:prstDash val="solid"/>
            <a:round/>
            <a:headEnd len="sm" w="sm" type="none"/>
            <a:tailEnd len="sm" w="sm" type="none"/>
          </a:ln>
        </p:spPr>
      </p:cxnSp>
      <p:sp>
        <p:nvSpPr>
          <p:cNvPr id="8845" name="Google Shape;8845;p71"/>
          <p:cNvSpPr txBox="1"/>
          <p:nvPr/>
        </p:nvSpPr>
        <p:spPr>
          <a:xfrm>
            <a:off x="2999161" y="5135680"/>
            <a:ext cx="13971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3 probes</a:t>
            </a:r>
            <a:endParaRPr b="0" i="0" sz="1800" u="none" cap="none" strike="noStrike">
              <a:solidFill>
                <a:srgbClr val="FF0000"/>
              </a:solidFill>
              <a:latin typeface="Calibri"/>
              <a:ea typeface="Calibri"/>
              <a:cs typeface="Calibri"/>
              <a:sym typeface="Calibri"/>
            </a:endParaRPr>
          </a:p>
        </p:txBody>
      </p:sp>
      <p:sp>
        <p:nvSpPr>
          <p:cNvPr id="8846" name="Google Shape;8846;p71"/>
          <p:cNvSpPr txBox="1"/>
          <p:nvPr/>
        </p:nvSpPr>
        <p:spPr>
          <a:xfrm>
            <a:off x="3613524" y="5696068"/>
            <a:ext cx="13971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3 probes</a:t>
            </a:r>
            <a:endParaRPr b="0" i="0" sz="1800" u="none" cap="none" strike="noStrike">
              <a:solidFill>
                <a:srgbClr val="FF0000"/>
              </a:solidFill>
              <a:latin typeface="Calibri"/>
              <a:ea typeface="Calibri"/>
              <a:cs typeface="Calibri"/>
              <a:sym typeface="Calibri"/>
            </a:endParaRPr>
          </a:p>
        </p:txBody>
      </p:sp>
      <p:sp>
        <p:nvSpPr>
          <p:cNvPr id="8847" name="Google Shape;8847;p71"/>
          <p:cNvSpPr txBox="1"/>
          <p:nvPr/>
        </p:nvSpPr>
        <p:spPr>
          <a:xfrm>
            <a:off x="4842700" y="5044156"/>
            <a:ext cx="13971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3 probes</a:t>
            </a:r>
            <a:endParaRPr b="0" i="0" sz="1800" u="none" cap="none" strike="noStrike">
              <a:solidFill>
                <a:srgbClr val="FF0000"/>
              </a:solidFill>
              <a:latin typeface="Calibri"/>
              <a:ea typeface="Calibri"/>
              <a:cs typeface="Calibri"/>
              <a:sym typeface="Calibri"/>
            </a:endParaRPr>
          </a:p>
        </p:txBody>
      </p:sp>
      <p:grpSp>
        <p:nvGrpSpPr>
          <p:cNvPr id="8848" name="Google Shape;8848;p71"/>
          <p:cNvGrpSpPr/>
          <p:nvPr/>
        </p:nvGrpSpPr>
        <p:grpSpPr>
          <a:xfrm>
            <a:off x="1934728" y="5072180"/>
            <a:ext cx="1027081" cy="688975"/>
            <a:chOff x="-44" y="1473"/>
            <a:chExt cx="981" cy="1105"/>
          </a:xfrm>
        </p:grpSpPr>
        <p:pic>
          <p:nvPicPr>
            <p:cNvPr descr="desktop_computer_stylized_medium" id="8849" name="Google Shape;8849;p7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850" name="Google Shape;8850;p7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851" name="Google Shape;8851;p71"/>
          <p:cNvGrpSpPr/>
          <p:nvPr/>
        </p:nvGrpSpPr>
        <p:grpSpPr>
          <a:xfrm flipH="1">
            <a:off x="8177586" y="5110280"/>
            <a:ext cx="1051754" cy="669925"/>
            <a:chOff x="-44" y="1473"/>
            <a:chExt cx="981" cy="1105"/>
          </a:xfrm>
        </p:grpSpPr>
        <p:pic>
          <p:nvPicPr>
            <p:cNvPr descr="desktop_computer_stylized_medium" id="8852" name="Google Shape;8852;p7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853" name="Google Shape;8853;p7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854" name="Google Shape;8854;p71"/>
          <p:cNvSpPr/>
          <p:nvPr/>
        </p:nvSpPr>
        <p:spPr>
          <a:xfrm>
            <a:off x="2868986" y="5356343"/>
            <a:ext cx="3135331" cy="403225"/>
          </a:xfrm>
          <a:custGeom>
            <a:rect b="b" l="l" r="r" t="t"/>
            <a:pathLst>
              <a:path extrusionOk="0" h="254" w="1416">
                <a:moveTo>
                  <a:pt x="76" y="30"/>
                </a:moveTo>
                <a:cubicBezTo>
                  <a:pt x="137" y="11"/>
                  <a:pt x="200" y="170"/>
                  <a:pt x="324" y="170"/>
                </a:cubicBezTo>
                <a:cubicBezTo>
                  <a:pt x="461" y="165"/>
                  <a:pt x="717" y="0"/>
                  <a:pt x="896" y="2"/>
                </a:cubicBezTo>
                <a:cubicBezTo>
                  <a:pt x="1075" y="4"/>
                  <a:pt x="1416" y="122"/>
                  <a:pt x="1400" y="182"/>
                </a:cubicBezTo>
                <a:cubicBezTo>
                  <a:pt x="1384" y="242"/>
                  <a:pt x="1073" y="63"/>
                  <a:pt x="896" y="74"/>
                </a:cubicBezTo>
                <a:cubicBezTo>
                  <a:pt x="719" y="85"/>
                  <a:pt x="489" y="254"/>
                  <a:pt x="340" y="250"/>
                </a:cubicBezTo>
                <a:cubicBezTo>
                  <a:pt x="191" y="246"/>
                  <a:pt x="62" y="32"/>
                  <a:pt x="0" y="50"/>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855" name="Google Shape;8855;p71"/>
          <p:cNvSpPr/>
          <p:nvPr/>
        </p:nvSpPr>
        <p:spPr>
          <a:xfrm>
            <a:off x="2900736" y="5392855"/>
            <a:ext cx="584553" cy="419100"/>
          </a:xfrm>
          <a:custGeom>
            <a:rect b="b" l="l" r="r" t="t"/>
            <a:pathLst>
              <a:path extrusionOk="0" h="264" w="264">
                <a:moveTo>
                  <a:pt x="60" y="0"/>
                </a:moveTo>
                <a:cubicBezTo>
                  <a:pt x="86" y="31"/>
                  <a:pt x="264" y="176"/>
                  <a:pt x="228" y="220"/>
                </a:cubicBezTo>
                <a:cubicBezTo>
                  <a:pt x="192" y="264"/>
                  <a:pt x="60" y="109"/>
                  <a:pt x="0" y="88"/>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856" name="Google Shape;8856;p71"/>
          <p:cNvSpPr/>
          <p:nvPr/>
        </p:nvSpPr>
        <p:spPr>
          <a:xfrm>
            <a:off x="2894387" y="5307130"/>
            <a:ext cx="1877656" cy="474663"/>
          </a:xfrm>
          <a:custGeom>
            <a:rect b="b" l="l" r="r" t="t"/>
            <a:pathLst>
              <a:path extrusionOk="0" h="299" w="848">
                <a:moveTo>
                  <a:pt x="76" y="76"/>
                </a:moveTo>
                <a:cubicBezTo>
                  <a:pt x="137" y="57"/>
                  <a:pt x="200" y="216"/>
                  <a:pt x="324" y="216"/>
                </a:cubicBezTo>
                <a:cubicBezTo>
                  <a:pt x="448" y="216"/>
                  <a:pt x="792" y="0"/>
                  <a:pt x="820" y="76"/>
                </a:cubicBezTo>
                <a:cubicBezTo>
                  <a:pt x="848" y="152"/>
                  <a:pt x="469" y="245"/>
                  <a:pt x="340" y="296"/>
                </a:cubicBezTo>
                <a:cubicBezTo>
                  <a:pt x="203" y="299"/>
                  <a:pt x="62" y="78"/>
                  <a:pt x="0" y="96"/>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857" name="Google Shape;8857;p71"/>
          <p:cNvGrpSpPr/>
          <p:nvPr/>
        </p:nvGrpSpPr>
        <p:grpSpPr>
          <a:xfrm>
            <a:off x="6096000" y="5229664"/>
            <a:ext cx="860625" cy="398511"/>
            <a:chOff x="7493876" y="2774731"/>
            <a:chExt cx="1481958" cy="894622"/>
          </a:xfrm>
        </p:grpSpPr>
        <p:sp>
          <p:nvSpPr>
            <p:cNvPr id="8858" name="Google Shape;8858;p7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859" name="Google Shape;8859;p7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860" name="Google Shape;8860;p71"/>
            <p:cNvGrpSpPr/>
            <p:nvPr/>
          </p:nvGrpSpPr>
          <p:grpSpPr>
            <a:xfrm>
              <a:off x="7713663" y="2848339"/>
              <a:ext cx="1042107" cy="425543"/>
              <a:chOff x="7786941" y="2884917"/>
              <a:chExt cx="897649" cy="353919"/>
            </a:xfrm>
          </p:grpSpPr>
          <p:sp>
            <p:nvSpPr>
              <p:cNvPr id="8861" name="Google Shape;8861;p7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62" name="Google Shape;8862;p7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63" name="Google Shape;8863;p7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64" name="Google Shape;8864;p7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865" name="Google Shape;8865;p71"/>
          <p:cNvSpPr txBox="1"/>
          <p:nvPr/>
        </p:nvSpPr>
        <p:spPr>
          <a:xfrm>
            <a:off x="909932" y="3067365"/>
            <a:ext cx="10342830" cy="1723652"/>
          </a:xfrm>
          <a:prstGeom prst="rect">
            <a:avLst/>
          </a:prstGeom>
          <a:noFill/>
          <a:ln>
            <a:noFill/>
          </a:ln>
        </p:spPr>
        <p:txBody>
          <a:bodyPr anchorCtr="0" anchor="t" bIns="45700" lIns="91425" spcFirstLastPara="1" rIns="91425" wrap="square" tIns="45700">
            <a:normAutofit lnSpcReduction="10000"/>
          </a:bodyPr>
          <a:lstStyle/>
          <a:p>
            <a:pPr indent="-225425" lvl="1" marL="682625" marR="0" rtl="0" algn="l">
              <a:lnSpc>
                <a:spcPct val="90000"/>
              </a:lnSpc>
              <a:spcBef>
                <a:spcPts val="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sends three packets that will reach router </a:t>
            </a:r>
            <a:r>
              <a:rPr b="0" i="1"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 on path towards destination (with time-to-live field value of </a:t>
            </a:r>
            <a:r>
              <a:rPr b="0" i="1"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router </a:t>
            </a:r>
            <a:r>
              <a:rPr b="0" i="1"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 will return packets to sender</a:t>
            </a:r>
            <a:endParaRPr b="0" i="0" sz="2800" u="none" cap="none" strike="noStrike">
              <a:solidFill>
                <a:srgbClr val="000000"/>
              </a:solidFill>
              <a:latin typeface="Calibri"/>
              <a:ea typeface="Calibri"/>
              <a:cs typeface="Calibri"/>
              <a:sym typeface="Calibri"/>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sender measures time interval between transmission and reply</a:t>
            </a:r>
            <a:endParaRPr b="0" i="0" sz="32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5"/>
                                        </p:tgtEl>
                                        <p:attrNameLst>
                                          <p:attrName>style.visibility</p:attrName>
                                        </p:attrNameLst>
                                      </p:cBhvr>
                                      <p:to>
                                        <p:strVal val="visible"/>
                                      </p:to>
                                    </p:set>
                                    <p:animEffect filter="fade" transition="in">
                                      <p:cBhvr>
                                        <p:cTn dur="500"/>
                                        <p:tgtEl>
                                          <p:spTgt spid="8865"/>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88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70" name="Shape 8870"/>
        <p:cNvGrpSpPr/>
        <p:nvPr/>
      </p:nvGrpSpPr>
      <p:grpSpPr>
        <a:xfrm>
          <a:off x="0" y="0"/>
          <a:ext cx="0" cy="0"/>
          <a:chOff x="0" y="0"/>
          <a:chExt cx="0" cy="0"/>
        </a:xfrm>
      </p:grpSpPr>
      <p:sp>
        <p:nvSpPr>
          <p:cNvPr id="8871" name="Google Shape;8871;p72"/>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Real Internet delays and routes</a:t>
            </a:r>
            <a:endParaRPr sz="4400"/>
          </a:p>
        </p:txBody>
      </p:sp>
      <p:sp>
        <p:nvSpPr>
          <p:cNvPr id="8872" name="Google Shape;8872;p72"/>
          <p:cNvSpPr txBox="1"/>
          <p:nvPr/>
        </p:nvSpPr>
        <p:spPr>
          <a:xfrm>
            <a:off x="1663495" y="2282978"/>
            <a:ext cx="8229600" cy="3944937"/>
          </a:xfrm>
          <a:prstGeom prst="rect">
            <a:avLst/>
          </a:prstGeom>
          <a:noFill/>
          <a:ln>
            <a:noFill/>
          </a:ln>
        </p:spPr>
        <p:txBody>
          <a:bodyPr anchorCtr="0" anchor="t" bIns="45700" lIns="91425" spcFirstLastPara="1" rIns="91425" wrap="square" tIns="45700">
            <a:spAutoFit/>
          </a:bodyPr>
          <a:lstStyle/>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  cs-gw (128.119.240.254)  1 ms  1 ms  2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  border1-rt-fa5-1-0.gw.umass.edu (128.119.3.145)  1 ms  1 ms  2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  cht-vbns.gw.umass.edu (128.119.3.130)  6 ms 5 ms 5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  jn1-at1-0-0-19.wor.vbns.net (204.147.132.129)  16 ms 11 ms 13 ms </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  jn1-so7-0-0-0.wae.vbns.net (204.147.136.136)  21 ms 18 ms 18 ms </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6  abilene-vbns.abilene.ucaid.edu (198.32.11.9)  22 ms  18 ms  22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7  nycm-wash.abilene.ucaid.edu (198.32.8.46)  22 ms  22 ms  22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8  62.40.103.253 (62.40.103.253)  104 ms 109 ms 106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9  de2-1.de1.de.geant.net (62.40.96.129)  109 ms 102 ms 104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10  de.fr1.fr.geant.net (62.40.96.50)  113 ms 121 ms 114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11  renater-gw.fr1.fr.geant.net (62.40.103.54)  112 ms  114 ms  112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12  nio-n2.cssi.renater.fr (193.51.206.13)  111 ms  114 ms  116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13  nice.cssi.renater.fr (195.220.98.102)  123 ms  125 ms  124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14  r3t2-nice.cssi.renater.fr (195.220.98.110)  126 ms  126 ms  124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15  eurecom-valbonne.r3t2.ft.net (193.48.50.54)  135 ms  128 ms  133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16  194.214.211.25 (194.214.211.25)  126 ms  128 ms  126 ms</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17  * * *</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18  * * *</a:t>
            </a:r>
            <a:endParaRPr b="0" i="0" sz="1600" u="none" cap="none" strike="noStrike">
              <a:solidFill>
                <a:srgbClr val="000000"/>
              </a:solidFill>
              <a:latin typeface="Arial"/>
              <a:ea typeface="Arial"/>
              <a:cs typeface="Arial"/>
              <a:sym typeface="Arial"/>
            </a:endParaRPr>
          </a:p>
          <a:p>
            <a:pPr indent="-457200" lvl="0" marL="457200" marR="0" rtl="0" algn="l">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19  fantasia.eurecom.fr (193.55.113.142)  132 ms  128 ms  136</a:t>
            </a:r>
            <a:r>
              <a:rPr b="0" i="0" lang="en-US" sz="2400" u="none" cap="none" strike="noStrike">
                <a:solidFill>
                  <a:srgbClr val="000000"/>
                </a:solidFill>
                <a:latin typeface="Times New Roman"/>
                <a:ea typeface="Times New Roman"/>
                <a:cs typeface="Times New Roman"/>
                <a:sym typeface="Times New Roman"/>
              </a:rPr>
              <a:t> </a:t>
            </a:r>
            <a:r>
              <a:rPr b="0" i="0" lang="en-US" sz="1600" u="none" cap="none" strike="noStrike">
                <a:solidFill>
                  <a:srgbClr val="000000"/>
                </a:solidFill>
                <a:latin typeface="Times New Roman"/>
                <a:ea typeface="Times New Roman"/>
                <a:cs typeface="Times New Roman"/>
                <a:sym typeface="Times New Roman"/>
              </a:rPr>
              <a:t>ms</a:t>
            </a:r>
            <a:endParaRPr b="0" i="0" sz="1600" u="none" cap="none" strike="noStrike">
              <a:solidFill>
                <a:srgbClr val="000000"/>
              </a:solidFill>
              <a:latin typeface="Times New Roman"/>
              <a:ea typeface="Times New Roman"/>
              <a:cs typeface="Times New Roman"/>
              <a:sym typeface="Times New Roman"/>
            </a:endParaRPr>
          </a:p>
        </p:txBody>
      </p:sp>
      <p:sp>
        <p:nvSpPr>
          <p:cNvPr id="8873" name="Google Shape;8873;p72"/>
          <p:cNvSpPr txBox="1"/>
          <p:nvPr/>
        </p:nvSpPr>
        <p:spPr>
          <a:xfrm>
            <a:off x="1684133" y="1091177"/>
            <a:ext cx="819308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traceroute:</a:t>
            </a:r>
            <a:r>
              <a:rPr b="0" i="0" lang="en-US" sz="2800" u="none" cap="none" strike="noStrike">
                <a:solidFill>
                  <a:srgbClr val="000000"/>
                </a:solidFill>
                <a:latin typeface="Calibri"/>
                <a:ea typeface="Calibri"/>
                <a:cs typeface="Calibri"/>
                <a:sym typeface="Calibri"/>
              </a:rPr>
              <a:t> gaia.cs.umass.edu to www.eurecom.fr</a:t>
            </a:r>
            <a:endParaRPr b="0" i="0" sz="2800" u="none" cap="none" strike="noStrike">
              <a:solidFill>
                <a:srgbClr val="000000"/>
              </a:solidFill>
              <a:latin typeface="Calibri"/>
              <a:ea typeface="Calibri"/>
              <a:cs typeface="Calibri"/>
              <a:sym typeface="Calibri"/>
            </a:endParaRPr>
          </a:p>
        </p:txBody>
      </p:sp>
      <p:sp>
        <p:nvSpPr>
          <p:cNvPr id="8874" name="Google Shape;8874;p72"/>
          <p:cNvSpPr txBox="1"/>
          <p:nvPr/>
        </p:nvSpPr>
        <p:spPr>
          <a:xfrm>
            <a:off x="1704770" y="6259665"/>
            <a:ext cx="65293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Do some traceroutes from exotic countries at www.traceroute.org</a:t>
            </a:r>
            <a:endParaRPr b="0" i="0" sz="1800" u="none" cap="none" strike="noStrike">
              <a:solidFill>
                <a:srgbClr val="000000"/>
              </a:solidFill>
              <a:latin typeface="Calibri"/>
              <a:ea typeface="Calibri"/>
              <a:cs typeface="Calibri"/>
              <a:sym typeface="Calibri"/>
            </a:endParaRPr>
          </a:p>
        </p:txBody>
      </p:sp>
      <p:grpSp>
        <p:nvGrpSpPr>
          <p:cNvPr id="8875" name="Google Shape;8875;p72"/>
          <p:cNvGrpSpPr/>
          <p:nvPr/>
        </p:nvGrpSpPr>
        <p:grpSpPr>
          <a:xfrm>
            <a:off x="2464209" y="5464534"/>
            <a:ext cx="7293694" cy="400110"/>
            <a:chOff x="2464209" y="5464534"/>
            <a:chExt cx="7293694" cy="400110"/>
          </a:xfrm>
        </p:grpSpPr>
        <p:sp>
          <p:nvSpPr>
            <p:cNvPr id="8876" name="Google Shape;8876;p72"/>
            <p:cNvSpPr txBox="1"/>
            <p:nvPr/>
          </p:nvSpPr>
          <p:spPr>
            <a:xfrm>
              <a:off x="3471403" y="5464534"/>
              <a:ext cx="62865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 means no response (probe lost, router not replying)</a:t>
              </a:r>
              <a:endParaRPr b="0" i="0" sz="2000" u="none" cap="none" strike="noStrike">
                <a:solidFill>
                  <a:srgbClr val="CC0000"/>
                </a:solidFill>
                <a:latin typeface="Calibri"/>
                <a:ea typeface="Calibri"/>
                <a:cs typeface="Calibri"/>
                <a:sym typeface="Calibri"/>
              </a:endParaRPr>
            </a:p>
          </p:txBody>
        </p:sp>
        <p:cxnSp>
          <p:nvCxnSpPr>
            <p:cNvPr id="8877" name="Google Shape;8877;p72"/>
            <p:cNvCxnSpPr/>
            <p:nvPr/>
          </p:nvCxnSpPr>
          <p:spPr>
            <a:xfrm rot="10800000">
              <a:off x="2464209" y="5590849"/>
              <a:ext cx="1007194" cy="0"/>
            </a:xfrm>
            <a:prstGeom prst="straightConnector1">
              <a:avLst/>
            </a:prstGeom>
            <a:noFill/>
            <a:ln cap="flat" cmpd="sng" w="12700">
              <a:solidFill>
                <a:srgbClr val="C00000"/>
              </a:solidFill>
              <a:prstDash val="solid"/>
              <a:miter lim="800000"/>
              <a:headEnd len="sm" w="sm" type="none"/>
              <a:tailEnd len="med" w="med" type="triangle"/>
            </a:ln>
          </p:spPr>
        </p:cxnSp>
      </p:grpSp>
      <p:grpSp>
        <p:nvGrpSpPr>
          <p:cNvPr id="8878" name="Google Shape;8878;p72"/>
          <p:cNvGrpSpPr/>
          <p:nvPr/>
        </p:nvGrpSpPr>
        <p:grpSpPr>
          <a:xfrm>
            <a:off x="1915886" y="1596610"/>
            <a:ext cx="9454526" cy="899847"/>
            <a:chOff x="1915886" y="1596610"/>
            <a:chExt cx="9454526" cy="899847"/>
          </a:xfrm>
        </p:grpSpPr>
        <p:sp>
          <p:nvSpPr>
            <p:cNvPr id="8879" name="Google Shape;8879;p72"/>
            <p:cNvSpPr txBox="1"/>
            <p:nvPr/>
          </p:nvSpPr>
          <p:spPr>
            <a:xfrm>
              <a:off x="5433162" y="1596610"/>
              <a:ext cx="5937250" cy="61786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3 delay measurements from </a:t>
              </a:r>
              <a:endParaRPr b="0" i="0" sz="2000" u="none" cap="none" strike="noStrike">
                <a:solidFill>
                  <a:srgbClr val="CC0000"/>
                </a:solidFill>
                <a:latin typeface="Calibri"/>
                <a:ea typeface="Calibri"/>
                <a:cs typeface="Calibri"/>
                <a:sym typeface="Calibri"/>
              </a:endParaRPr>
            </a:p>
            <a:p>
              <a:pPr indent="0" lvl="0" marL="0" marR="0" rtl="0" algn="l">
                <a:lnSpc>
                  <a:spcPct val="85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gaia.cs.umass.edu </a:t>
              </a:r>
              <a:r>
                <a:rPr b="0" i="0" lang="en-US" sz="2000" u="none" cap="none" strike="noStrike">
                  <a:solidFill>
                    <a:srgbClr val="CC0000"/>
                  </a:solidFill>
                  <a:latin typeface="Calibri"/>
                  <a:ea typeface="Calibri"/>
                  <a:cs typeface="Calibri"/>
                  <a:sym typeface="Calibri"/>
                </a:rPr>
                <a:t>to </a:t>
              </a:r>
              <a:r>
                <a:rPr b="0" i="0" lang="en-US" sz="1800" u="none" cap="none" strike="noStrike">
                  <a:solidFill>
                    <a:srgbClr val="CC0000"/>
                  </a:solidFill>
                  <a:latin typeface="Calibri"/>
                  <a:ea typeface="Calibri"/>
                  <a:cs typeface="Calibri"/>
                  <a:sym typeface="Calibri"/>
                </a:rPr>
                <a:t>cs-gw.cs.umass.edu </a:t>
              </a:r>
              <a:endParaRPr b="0" i="0" sz="2000" u="none" cap="none" strike="noStrike">
                <a:solidFill>
                  <a:srgbClr val="CC0000"/>
                </a:solidFill>
                <a:latin typeface="Calibri"/>
                <a:ea typeface="Calibri"/>
                <a:cs typeface="Calibri"/>
                <a:sym typeface="Calibri"/>
              </a:endParaRPr>
            </a:p>
          </p:txBody>
        </p:sp>
        <p:cxnSp>
          <p:nvCxnSpPr>
            <p:cNvPr id="8880" name="Google Shape;8880;p72"/>
            <p:cNvCxnSpPr/>
            <p:nvPr/>
          </p:nvCxnSpPr>
          <p:spPr>
            <a:xfrm flipH="1" rot="10800000">
              <a:off x="4430508" y="1909915"/>
              <a:ext cx="671512" cy="412750"/>
            </a:xfrm>
            <a:prstGeom prst="straightConnector1">
              <a:avLst/>
            </a:prstGeom>
            <a:noFill/>
            <a:ln cap="flat" cmpd="sng" w="19050">
              <a:solidFill>
                <a:srgbClr val="CC0000"/>
              </a:solidFill>
              <a:prstDash val="solid"/>
              <a:round/>
              <a:headEnd len="med" w="med" type="triangle"/>
              <a:tailEnd len="sm" w="sm" type="none"/>
            </a:ln>
          </p:spPr>
        </p:cxnSp>
        <p:cxnSp>
          <p:nvCxnSpPr>
            <p:cNvPr id="8881" name="Google Shape;8881;p72"/>
            <p:cNvCxnSpPr/>
            <p:nvPr/>
          </p:nvCxnSpPr>
          <p:spPr>
            <a:xfrm flipH="1" rot="10800000">
              <a:off x="4970258" y="1898803"/>
              <a:ext cx="139700" cy="404812"/>
            </a:xfrm>
            <a:prstGeom prst="straightConnector1">
              <a:avLst/>
            </a:prstGeom>
            <a:noFill/>
            <a:ln cap="flat" cmpd="sng" w="19050">
              <a:solidFill>
                <a:srgbClr val="CC0000"/>
              </a:solidFill>
              <a:prstDash val="solid"/>
              <a:round/>
              <a:headEnd len="med" w="med" type="triangle"/>
              <a:tailEnd len="sm" w="sm" type="none"/>
            </a:ln>
          </p:spPr>
        </p:cxnSp>
        <p:cxnSp>
          <p:nvCxnSpPr>
            <p:cNvPr id="8882" name="Google Shape;8882;p72"/>
            <p:cNvCxnSpPr/>
            <p:nvPr/>
          </p:nvCxnSpPr>
          <p:spPr>
            <a:xfrm rot="10800000">
              <a:off x="5105195" y="1908328"/>
              <a:ext cx="366713" cy="390525"/>
            </a:xfrm>
            <a:prstGeom prst="straightConnector1">
              <a:avLst/>
            </a:prstGeom>
            <a:noFill/>
            <a:ln cap="flat" cmpd="sng" w="19050">
              <a:solidFill>
                <a:srgbClr val="CC0000"/>
              </a:solidFill>
              <a:prstDash val="solid"/>
              <a:round/>
              <a:headEnd len="med" w="med" type="triangle"/>
              <a:tailEnd len="sm" w="sm" type="none"/>
            </a:ln>
          </p:spPr>
        </p:cxnSp>
        <p:cxnSp>
          <p:nvCxnSpPr>
            <p:cNvPr id="8883" name="Google Shape;8883;p72"/>
            <p:cNvCxnSpPr/>
            <p:nvPr/>
          </p:nvCxnSpPr>
          <p:spPr>
            <a:xfrm rot="10800000">
              <a:off x="5102020" y="1908328"/>
              <a:ext cx="512012" cy="0"/>
            </a:xfrm>
            <a:prstGeom prst="straightConnector1">
              <a:avLst/>
            </a:prstGeom>
            <a:noFill/>
            <a:ln cap="flat" cmpd="sng" w="12700">
              <a:solidFill>
                <a:srgbClr val="C00000"/>
              </a:solidFill>
              <a:prstDash val="solid"/>
              <a:miter lim="800000"/>
              <a:headEnd len="sm" w="sm" type="none"/>
              <a:tailEnd len="med" w="med" type="triangle"/>
            </a:ln>
          </p:spPr>
        </p:cxnSp>
        <p:sp>
          <p:nvSpPr>
            <p:cNvPr id="8884" name="Google Shape;8884;p72"/>
            <p:cNvSpPr/>
            <p:nvPr/>
          </p:nvSpPr>
          <p:spPr>
            <a:xfrm>
              <a:off x="1915886" y="2307771"/>
              <a:ext cx="638628" cy="188686"/>
            </a:xfrm>
            <a:prstGeom prst="rect">
              <a:avLst/>
            </a:prstGeom>
            <a:solidFill>
              <a:srgbClr val="FFFF00">
                <a:alpha val="37647"/>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highlight>
                  <a:srgbClr val="FFFF00"/>
                </a:highlight>
                <a:latin typeface="Calibri"/>
                <a:ea typeface="Calibri"/>
                <a:cs typeface="Calibri"/>
                <a:sym typeface="Calibri"/>
              </a:endParaRPr>
            </a:p>
          </p:txBody>
        </p:sp>
      </p:grpSp>
      <p:grpSp>
        <p:nvGrpSpPr>
          <p:cNvPr id="8885" name="Google Shape;8885;p72"/>
          <p:cNvGrpSpPr/>
          <p:nvPr/>
        </p:nvGrpSpPr>
        <p:grpSpPr>
          <a:xfrm>
            <a:off x="1959429" y="2305498"/>
            <a:ext cx="10306229" cy="617861"/>
            <a:chOff x="1959429" y="2305498"/>
            <a:chExt cx="10306229" cy="617861"/>
          </a:xfrm>
        </p:grpSpPr>
        <p:sp>
          <p:nvSpPr>
            <p:cNvPr id="8886" name="Google Shape;8886;p72"/>
            <p:cNvSpPr txBox="1"/>
            <p:nvPr/>
          </p:nvSpPr>
          <p:spPr>
            <a:xfrm>
              <a:off x="8179566" y="2305498"/>
              <a:ext cx="4086092" cy="61786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3 delay measurements</a:t>
              </a:r>
              <a:endParaRPr b="0" i="0" sz="2000" u="none" cap="none" strike="noStrike">
                <a:solidFill>
                  <a:srgbClr val="CC0000"/>
                </a:solidFill>
                <a:latin typeface="Calibri"/>
                <a:ea typeface="Calibri"/>
                <a:cs typeface="Calibri"/>
                <a:sym typeface="Calibri"/>
              </a:endParaRPr>
            </a:p>
            <a:p>
              <a:pPr indent="0" lvl="0" marL="0" marR="0" rtl="0" algn="l">
                <a:lnSpc>
                  <a:spcPct val="85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to </a:t>
              </a:r>
              <a:r>
                <a:rPr b="0" i="0" lang="en-US" sz="1800" u="none" cap="none" strike="noStrike">
                  <a:solidFill>
                    <a:srgbClr val="CC0000"/>
                  </a:solidFill>
                  <a:latin typeface="Calibri"/>
                  <a:ea typeface="Calibri"/>
                  <a:cs typeface="Calibri"/>
                  <a:sym typeface="Calibri"/>
                </a:rPr>
                <a:t>border1-rt-fa5-1-0.gw.umass.edu </a:t>
              </a:r>
              <a:endParaRPr b="0" i="0" sz="2000" u="none" cap="none" strike="noStrike">
                <a:solidFill>
                  <a:srgbClr val="CC0000"/>
                </a:solidFill>
                <a:latin typeface="Calibri"/>
                <a:ea typeface="Calibri"/>
                <a:cs typeface="Calibri"/>
                <a:sym typeface="Calibri"/>
              </a:endParaRPr>
            </a:p>
          </p:txBody>
        </p:sp>
        <p:cxnSp>
          <p:nvCxnSpPr>
            <p:cNvPr id="8887" name="Google Shape;8887;p72"/>
            <p:cNvCxnSpPr/>
            <p:nvPr/>
          </p:nvCxnSpPr>
          <p:spPr>
            <a:xfrm rot="10800000">
              <a:off x="8136140" y="2591761"/>
              <a:ext cx="738960" cy="0"/>
            </a:xfrm>
            <a:prstGeom prst="straightConnector1">
              <a:avLst/>
            </a:prstGeom>
            <a:noFill/>
            <a:ln cap="flat" cmpd="sng" w="12700">
              <a:solidFill>
                <a:srgbClr val="C00000"/>
              </a:solidFill>
              <a:prstDash val="solid"/>
              <a:miter lim="800000"/>
              <a:headEnd len="sm" w="sm" type="none"/>
              <a:tailEnd len="med" w="med" type="triangle"/>
            </a:ln>
          </p:spPr>
        </p:cxnSp>
        <p:sp>
          <p:nvSpPr>
            <p:cNvPr id="8888" name="Google Shape;8888;p72"/>
            <p:cNvSpPr/>
            <p:nvPr/>
          </p:nvSpPr>
          <p:spPr>
            <a:xfrm>
              <a:off x="1959429" y="2525486"/>
              <a:ext cx="2975428" cy="159657"/>
            </a:xfrm>
            <a:prstGeom prst="rect">
              <a:avLst/>
            </a:prstGeom>
            <a:solidFill>
              <a:srgbClr val="FFFF00">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889" name="Google Shape;8889;p72"/>
          <p:cNvGrpSpPr/>
          <p:nvPr/>
        </p:nvGrpSpPr>
        <p:grpSpPr>
          <a:xfrm>
            <a:off x="7046686" y="4088438"/>
            <a:ext cx="4427559" cy="617861"/>
            <a:chOff x="7046686" y="4088438"/>
            <a:chExt cx="4427559" cy="617861"/>
          </a:xfrm>
        </p:grpSpPr>
        <p:grpSp>
          <p:nvGrpSpPr>
            <p:cNvPr id="8890" name="Google Shape;8890;p72"/>
            <p:cNvGrpSpPr/>
            <p:nvPr/>
          </p:nvGrpSpPr>
          <p:grpSpPr>
            <a:xfrm>
              <a:off x="8136140" y="4088438"/>
              <a:ext cx="3338105" cy="617861"/>
              <a:chOff x="8136140" y="4088438"/>
              <a:chExt cx="3338105" cy="617861"/>
            </a:xfrm>
          </p:grpSpPr>
          <p:sp>
            <p:nvSpPr>
              <p:cNvPr id="8891" name="Google Shape;8891;p72"/>
              <p:cNvSpPr txBox="1"/>
              <p:nvPr/>
            </p:nvSpPr>
            <p:spPr>
              <a:xfrm>
                <a:off x="8731045" y="4088438"/>
                <a:ext cx="2743200" cy="61786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looks like delays </a:t>
                </a:r>
                <a:r>
                  <a:rPr b="0" i="1" lang="en-US" sz="2000" u="none" cap="none" strike="noStrike">
                    <a:solidFill>
                      <a:srgbClr val="CC0000"/>
                    </a:solidFill>
                    <a:latin typeface="Calibri"/>
                    <a:ea typeface="Calibri"/>
                    <a:cs typeface="Calibri"/>
                    <a:sym typeface="Calibri"/>
                  </a:rPr>
                  <a:t>decrease</a:t>
                </a:r>
                <a:r>
                  <a:rPr b="0" i="0" lang="en-US" sz="2000" u="none" cap="none" strike="noStrike">
                    <a:solidFill>
                      <a:srgbClr val="CC0000"/>
                    </a:solidFill>
                    <a:latin typeface="Calibri"/>
                    <a:ea typeface="Calibri"/>
                    <a:cs typeface="Calibri"/>
                    <a:sym typeface="Calibri"/>
                  </a:rPr>
                  <a:t>! Why?</a:t>
                </a:r>
                <a:endParaRPr b="0" i="0" sz="2000" u="none" cap="none" strike="noStrike">
                  <a:solidFill>
                    <a:srgbClr val="CC0000"/>
                  </a:solidFill>
                  <a:latin typeface="Calibri"/>
                  <a:ea typeface="Calibri"/>
                  <a:cs typeface="Calibri"/>
                  <a:sym typeface="Calibri"/>
                </a:endParaRPr>
              </a:p>
            </p:txBody>
          </p:sp>
          <p:cxnSp>
            <p:nvCxnSpPr>
              <p:cNvPr id="8892" name="Google Shape;8892;p72"/>
              <p:cNvCxnSpPr/>
              <p:nvPr/>
            </p:nvCxnSpPr>
            <p:spPr>
              <a:xfrm rot="10800000">
                <a:off x="8136140" y="4381712"/>
                <a:ext cx="738960" cy="0"/>
              </a:xfrm>
              <a:prstGeom prst="straightConnector1">
                <a:avLst/>
              </a:prstGeom>
              <a:noFill/>
              <a:ln cap="flat" cmpd="sng" w="12700">
                <a:solidFill>
                  <a:srgbClr val="C00000"/>
                </a:solidFill>
                <a:prstDash val="solid"/>
                <a:miter lim="800000"/>
                <a:headEnd len="sm" w="sm" type="none"/>
                <a:tailEnd len="med" w="med" type="triangle"/>
              </a:ln>
            </p:spPr>
          </p:cxnSp>
        </p:grpSp>
        <p:sp>
          <p:nvSpPr>
            <p:cNvPr id="8893" name="Google Shape;8893;p72"/>
            <p:cNvSpPr/>
            <p:nvPr/>
          </p:nvSpPr>
          <p:spPr>
            <a:xfrm>
              <a:off x="7402286" y="4223657"/>
              <a:ext cx="725714" cy="261257"/>
            </a:xfrm>
            <a:prstGeom prst="rect">
              <a:avLst/>
            </a:prstGeom>
            <a:solidFill>
              <a:srgbClr val="FFFF00">
                <a:alpha val="40784"/>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highlight>
                  <a:srgbClr val="FFFF00"/>
                </a:highlight>
                <a:latin typeface="Calibri"/>
                <a:ea typeface="Calibri"/>
                <a:cs typeface="Calibri"/>
                <a:sym typeface="Calibri"/>
              </a:endParaRPr>
            </a:p>
          </p:txBody>
        </p:sp>
        <p:sp>
          <p:nvSpPr>
            <p:cNvPr id="8894" name="Google Shape;8894;p72"/>
            <p:cNvSpPr/>
            <p:nvPr/>
          </p:nvSpPr>
          <p:spPr>
            <a:xfrm>
              <a:off x="7046686" y="4419600"/>
              <a:ext cx="725714" cy="261257"/>
            </a:xfrm>
            <a:prstGeom prst="rect">
              <a:avLst/>
            </a:prstGeom>
            <a:solidFill>
              <a:srgbClr val="FFFF00">
                <a:alpha val="40784"/>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highlight>
                  <a:srgbClr val="FFFF00"/>
                </a:highlight>
                <a:latin typeface="Calibri"/>
                <a:ea typeface="Calibri"/>
                <a:cs typeface="Calibri"/>
                <a:sym typeface="Calibri"/>
              </a:endParaRPr>
            </a:p>
          </p:txBody>
        </p:sp>
      </p:grpSp>
      <p:grpSp>
        <p:nvGrpSpPr>
          <p:cNvPr id="8895" name="Google Shape;8895;p72"/>
          <p:cNvGrpSpPr/>
          <p:nvPr/>
        </p:nvGrpSpPr>
        <p:grpSpPr>
          <a:xfrm>
            <a:off x="1937658" y="3381528"/>
            <a:ext cx="8901587" cy="508300"/>
            <a:chOff x="1937658" y="3381528"/>
            <a:chExt cx="8901587" cy="508300"/>
          </a:xfrm>
        </p:grpSpPr>
        <p:grpSp>
          <p:nvGrpSpPr>
            <p:cNvPr id="8896" name="Google Shape;8896;p72"/>
            <p:cNvGrpSpPr/>
            <p:nvPr/>
          </p:nvGrpSpPr>
          <p:grpSpPr>
            <a:xfrm>
              <a:off x="1937658" y="3381528"/>
              <a:ext cx="8901587" cy="460375"/>
              <a:chOff x="1937658" y="3381528"/>
              <a:chExt cx="8901587" cy="460375"/>
            </a:xfrm>
          </p:grpSpPr>
          <p:sp>
            <p:nvSpPr>
              <p:cNvPr id="8897" name="Google Shape;8897;p72"/>
              <p:cNvSpPr/>
              <p:nvPr/>
            </p:nvSpPr>
            <p:spPr>
              <a:xfrm>
                <a:off x="7051470" y="3595840"/>
                <a:ext cx="1012825" cy="246063"/>
              </a:xfrm>
              <a:custGeom>
                <a:rect b="b" l="l" r="r" t="t"/>
                <a:pathLst>
                  <a:path extrusionOk="0" h="155" w="638">
                    <a:moveTo>
                      <a:pt x="593" y="0"/>
                    </a:moveTo>
                    <a:cubicBezTo>
                      <a:pt x="607" y="9"/>
                      <a:pt x="621" y="18"/>
                      <a:pt x="623" y="38"/>
                    </a:cubicBezTo>
                    <a:cubicBezTo>
                      <a:pt x="625" y="58"/>
                      <a:pt x="638" y="104"/>
                      <a:pt x="608" y="123"/>
                    </a:cubicBezTo>
                    <a:cubicBezTo>
                      <a:pt x="578" y="142"/>
                      <a:pt x="547" y="153"/>
                      <a:pt x="446" y="154"/>
                    </a:cubicBezTo>
                    <a:cubicBezTo>
                      <a:pt x="345" y="155"/>
                      <a:pt x="72" y="133"/>
                      <a:pt x="0" y="130"/>
                    </a:cubicBezTo>
                  </a:path>
                </a:pathLst>
              </a:custGeom>
              <a:noFill/>
              <a:ln cap="flat" cmpd="sng" w="1905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898" name="Google Shape;8898;p72"/>
              <p:cNvSpPr txBox="1"/>
              <p:nvPr/>
            </p:nvSpPr>
            <p:spPr>
              <a:xfrm>
                <a:off x="8096045" y="3381528"/>
                <a:ext cx="27432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trans-oceanic link</a:t>
                </a:r>
                <a:endParaRPr b="0" i="0" sz="2000" u="none" cap="none" strike="noStrike">
                  <a:solidFill>
                    <a:srgbClr val="CC0000"/>
                  </a:solidFill>
                  <a:latin typeface="Calibri"/>
                  <a:ea typeface="Calibri"/>
                  <a:cs typeface="Calibri"/>
                  <a:sym typeface="Calibri"/>
                </a:endParaRPr>
              </a:p>
            </p:txBody>
          </p:sp>
          <p:sp>
            <p:nvSpPr>
              <p:cNvPr id="8899" name="Google Shape;8899;p72"/>
              <p:cNvSpPr/>
              <p:nvPr/>
            </p:nvSpPr>
            <p:spPr>
              <a:xfrm>
                <a:off x="1937658" y="3519717"/>
                <a:ext cx="2750456" cy="123370"/>
              </a:xfrm>
              <a:prstGeom prst="rect">
                <a:avLst/>
              </a:prstGeom>
              <a:solidFill>
                <a:srgbClr val="FFFF00">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00" name="Google Shape;8900;p72"/>
              <p:cNvSpPr/>
              <p:nvPr/>
            </p:nvSpPr>
            <p:spPr>
              <a:xfrm>
                <a:off x="2002973" y="3686630"/>
                <a:ext cx="1306284" cy="145141"/>
              </a:xfrm>
              <a:prstGeom prst="rect">
                <a:avLst/>
              </a:prstGeom>
              <a:solidFill>
                <a:srgbClr val="FFFF00">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8901" name="Google Shape;8901;p72"/>
            <p:cNvSpPr/>
            <p:nvPr/>
          </p:nvSpPr>
          <p:spPr>
            <a:xfrm>
              <a:off x="7315200" y="3468914"/>
              <a:ext cx="667657" cy="203200"/>
            </a:xfrm>
            <a:prstGeom prst="rect">
              <a:avLst/>
            </a:prstGeom>
            <a:solidFill>
              <a:srgbClr val="FFFF00">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02" name="Google Shape;8902;p72"/>
            <p:cNvSpPr/>
            <p:nvPr/>
          </p:nvSpPr>
          <p:spPr>
            <a:xfrm>
              <a:off x="6320972" y="3679371"/>
              <a:ext cx="776514" cy="210457"/>
            </a:xfrm>
            <a:prstGeom prst="rect">
              <a:avLst/>
            </a:prstGeom>
            <a:solidFill>
              <a:srgbClr val="FFFF00">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78"/>
                                        </p:tgtEl>
                                        <p:attrNameLst>
                                          <p:attrName>style.visibility</p:attrName>
                                        </p:attrNameLst>
                                      </p:cBhvr>
                                      <p:to>
                                        <p:strVal val="visible"/>
                                      </p:to>
                                    </p:set>
                                    <p:animEffect filter="fade" transition="in">
                                      <p:cBhvr>
                                        <p:cTn dur="500"/>
                                        <p:tgtEl>
                                          <p:spTgt spid="88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878"/>
                                        </p:tgtEl>
                                      </p:cBhvr>
                                    </p:animEffect>
                                    <p:set>
                                      <p:cBhvr>
                                        <p:cTn dur="1" fill="hold">
                                          <p:stCondLst>
                                            <p:cond delay="500"/>
                                          </p:stCondLst>
                                        </p:cTn>
                                        <p:tgtEl>
                                          <p:spTgt spid="887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885"/>
                                        </p:tgtEl>
                                        <p:attrNameLst>
                                          <p:attrName>style.visibility</p:attrName>
                                        </p:attrNameLst>
                                      </p:cBhvr>
                                      <p:to>
                                        <p:strVal val="visible"/>
                                      </p:to>
                                    </p:set>
                                    <p:animEffect filter="fade" transition="in">
                                      <p:cBhvr>
                                        <p:cTn dur="500"/>
                                        <p:tgtEl>
                                          <p:spTgt spid="88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885"/>
                                        </p:tgtEl>
                                      </p:cBhvr>
                                    </p:animEffect>
                                    <p:set>
                                      <p:cBhvr>
                                        <p:cTn dur="1" fill="hold">
                                          <p:stCondLst>
                                            <p:cond delay="500"/>
                                          </p:stCondLst>
                                        </p:cTn>
                                        <p:tgtEl>
                                          <p:spTgt spid="888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895"/>
                                        </p:tgtEl>
                                        <p:attrNameLst>
                                          <p:attrName>style.visibility</p:attrName>
                                        </p:attrNameLst>
                                      </p:cBhvr>
                                      <p:to>
                                        <p:strVal val="visible"/>
                                      </p:to>
                                    </p:set>
                                    <p:animEffect filter="fade" transition="in">
                                      <p:cBhvr>
                                        <p:cTn dur="500"/>
                                        <p:tgtEl>
                                          <p:spTgt spid="88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895"/>
                                        </p:tgtEl>
                                      </p:cBhvr>
                                    </p:animEffect>
                                    <p:set>
                                      <p:cBhvr>
                                        <p:cTn dur="1" fill="hold">
                                          <p:stCondLst>
                                            <p:cond delay="500"/>
                                          </p:stCondLst>
                                        </p:cTn>
                                        <p:tgtEl>
                                          <p:spTgt spid="889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889"/>
                                        </p:tgtEl>
                                        <p:attrNameLst>
                                          <p:attrName>style.visibility</p:attrName>
                                        </p:attrNameLst>
                                      </p:cBhvr>
                                      <p:to>
                                        <p:strVal val="visible"/>
                                      </p:to>
                                    </p:set>
                                    <p:animEffect filter="fade" transition="in">
                                      <p:cBhvr>
                                        <p:cTn dur="500"/>
                                        <p:tgtEl>
                                          <p:spTgt spid="8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889"/>
                                        </p:tgtEl>
                                      </p:cBhvr>
                                    </p:animEffect>
                                    <p:set>
                                      <p:cBhvr>
                                        <p:cTn dur="1" fill="hold">
                                          <p:stCondLst>
                                            <p:cond delay="500"/>
                                          </p:stCondLst>
                                        </p:cTn>
                                        <p:tgtEl>
                                          <p:spTgt spid="888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875"/>
                                        </p:tgtEl>
                                        <p:attrNameLst>
                                          <p:attrName>style.visibility</p:attrName>
                                        </p:attrNameLst>
                                      </p:cBhvr>
                                      <p:to>
                                        <p:strVal val="visible"/>
                                      </p:to>
                                    </p:set>
                                    <p:animEffect filter="fade" transition="in">
                                      <p:cBhvr>
                                        <p:cTn dur="500"/>
                                        <p:tgtEl>
                                          <p:spTgt spid="88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7" name="Shape 8907"/>
        <p:cNvGrpSpPr/>
        <p:nvPr/>
      </p:nvGrpSpPr>
      <p:grpSpPr>
        <a:xfrm>
          <a:off x="0" y="0"/>
          <a:ext cx="0" cy="0"/>
          <a:chOff x="0" y="0"/>
          <a:chExt cx="0" cy="0"/>
        </a:xfrm>
      </p:grpSpPr>
      <p:grpSp>
        <p:nvGrpSpPr>
          <p:cNvPr id="8908" name="Google Shape;8908;p73"/>
          <p:cNvGrpSpPr/>
          <p:nvPr/>
        </p:nvGrpSpPr>
        <p:grpSpPr>
          <a:xfrm>
            <a:off x="4551470" y="4236503"/>
            <a:ext cx="1463604" cy="737240"/>
            <a:chOff x="7493876" y="2774731"/>
            <a:chExt cx="1481958" cy="894622"/>
          </a:xfrm>
        </p:grpSpPr>
        <p:sp>
          <p:nvSpPr>
            <p:cNvPr id="8909" name="Google Shape;8909;p7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8910" name="Google Shape;8910;p7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8911" name="Google Shape;8911;p73"/>
            <p:cNvGrpSpPr/>
            <p:nvPr/>
          </p:nvGrpSpPr>
          <p:grpSpPr>
            <a:xfrm>
              <a:off x="7713663" y="2848339"/>
              <a:ext cx="1042107" cy="425543"/>
              <a:chOff x="7786941" y="2884917"/>
              <a:chExt cx="897649" cy="353919"/>
            </a:xfrm>
          </p:grpSpPr>
          <p:sp>
            <p:nvSpPr>
              <p:cNvPr id="8912" name="Google Shape;8912;p7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13" name="Google Shape;8913;p7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14" name="Google Shape;8914;p7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15" name="Google Shape;8915;p7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916" name="Google Shape;8916;p73"/>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Packet loss</a:t>
            </a:r>
            <a:endParaRPr sz="4400"/>
          </a:p>
        </p:txBody>
      </p:sp>
      <p:sp>
        <p:nvSpPr>
          <p:cNvPr id="8917" name="Google Shape;8917;p73"/>
          <p:cNvSpPr txBox="1"/>
          <p:nvPr/>
        </p:nvSpPr>
        <p:spPr>
          <a:xfrm>
            <a:off x="975618" y="1391460"/>
            <a:ext cx="10214897" cy="719344"/>
          </a:xfrm>
          <a:prstGeom prst="rect">
            <a:avLst/>
          </a:prstGeom>
          <a:noFill/>
          <a:ln>
            <a:noFill/>
          </a:ln>
        </p:spPr>
        <p:txBody>
          <a:bodyPr anchorCtr="0" anchor="t" bIns="45700" lIns="91425" spcFirstLastPara="1" rIns="91425" wrap="square" tIns="45700">
            <a:normAutofit/>
          </a:bodyPr>
          <a:lstStyle/>
          <a:p>
            <a:pPr indent="-287655" lvl="0" marL="28765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queue (aka buffer) preceding link in buffer has finite capacity</a:t>
            </a:r>
            <a:endParaRPr b="0" i="0" sz="2800" u="none" cap="none" strike="noStrike">
              <a:solidFill>
                <a:srgbClr val="000000"/>
              </a:solidFill>
              <a:latin typeface="Calibri"/>
              <a:ea typeface="Calibri"/>
              <a:cs typeface="Calibri"/>
              <a:sym typeface="Calibri"/>
            </a:endParaRPr>
          </a:p>
        </p:txBody>
      </p:sp>
      <p:sp>
        <p:nvSpPr>
          <p:cNvPr id="8918" name="Google Shape;8918;p73"/>
          <p:cNvSpPr/>
          <p:nvPr/>
        </p:nvSpPr>
        <p:spPr>
          <a:xfrm>
            <a:off x="4638675" y="4485753"/>
            <a:ext cx="1198563" cy="263525"/>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cxnSp>
        <p:nvCxnSpPr>
          <p:cNvPr id="8919" name="Google Shape;8919;p73"/>
          <p:cNvCxnSpPr/>
          <p:nvPr/>
        </p:nvCxnSpPr>
        <p:spPr>
          <a:xfrm>
            <a:off x="3946525" y="4252390"/>
            <a:ext cx="698500" cy="333375"/>
          </a:xfrm>
          <a:prstGeom prst="straightConnector1">
            <a:avLst/>
          </a:prstGeom>
          <a:noFill/>
          <a:ln cap="flat" cmpd="sng" w="19050">
            <a:solidFill>
              <a:srgbClr val="000000"/>
            </a:solidFill>
            <a:prstDash val="solid"/>
            <a:round/>
            <a:headEnd len="sm" w="sm" type="none"/>
            <a:tailEnd len="sm" w="sm" type="none"/>
          </a:ln>
        </p:spPr>
      </p:cxnSp>
      <p:cxnSp>
        <p:nvCxnSpPr>
          <p:cNvPr id="8920" name="Google Shape;8920;p73"/>
          <p:cNvCxnSpPr/>
          <p:nvPr/>
        </p:nvCxnSpPr>
        <p:spPr>
          <a:xfrm flipH="1" rot="10800000">
            <a:off x="4235450" y="4646090"/>
            <a:ext cx="411163" cy="525463"/>
          </a:xfrm>
          <a:prstGeom prst="straightConnector1">
            <a:avLst/>
          </a:prstGeom>
          <a:noFill/>
          <a:ln cap="flat" cmpd="sng" w="19050">
            <a:solidFill>
              <a:srgbClr val="000000"/>
            </a:solidFill>
            <a:prstDash val="solid"/>
            <a:round/>
            <a:headEnd len="sm" w="sm" type="none"/>
            <a:tailEnd len="sm" w="sm" type="none"/>
          </a:ln>
        </p:spPr>
      </p:cxnSp>
      <p:cxnSp>
        <p:nvCxnSpPr>
          <p:cNvPr id="8921" name="Google Shape;8921;p73"/>
          <p:cNvCxnSpPr/>
          <p:nvPr/>
        </p:nvCxnSpPr>
        <p:spPr>
          <a:xfrm>
            <a:off x="5832475" y="4649265"/>
            <a:ext cx="1933575" cy="9525"/>
          </a:xfrm>
          <a:prstGeom prst="straightConnector1">
            <a:avLst/>
          </a:prstGeom>
          <a:noFill/>
          <a:ln cap="flat" cmpd="sng" w="19050">
            <a:solidFill>
              <a:srgbClr val="000000"/>
            </a:solidFill>
            <a:prstDash val="solid"/>
            <a:round/>
            <a:headEnd len="sm" w="sm" type="none"/>
            <a:tailEnd len="med" w="med" type="triangle"/>
          </a:ln>
        </p:spPr>
      </p:cxnSp>
      <p:sp>
        <p:nvSpPr>
          <p:cNvPr id="8922" name="Google Shape;8922;p73"/>
          <p:cNvSpPr/>
          <p:nvPr/>
        </p:nvSpPr>
        <p:spPr>
          <a:xfrm>
            <a:off x="6751638" y="4449240"/>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923" name="Google Shape;8923;p73"/>
          <p:cNvSpPr/>
          <p:nvPr/>
        </p:nvSpPr>
        <p:spPr>
          <a:xfrm>
            <a:off x="5499100" y="4520678"/>
            <a:ext cx="147638"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924" name="Google Shape;8924;p73"/>
          <p:cNvSpPr/>
          <p:nvPr/>
        </p:nvSpPr>
        <p:spPr>
          <a:xfrm>
            <a:off x="5661025" y="4520678"/>
            <a:ext cx="147638"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925" name="Google Shape;8925;p73"/>
          <p:cNvSpPr txBox="1"/>
          <p:nvPr/>
        </p:nvSpPr>
        <p:spPr>
          <a:xfrm>
            <a:off x="2963863" y="3780903"/>
            <a:ext cx="3626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6600"/>
              </a:buClr>
              <a:buSzPts val="2400"/>
              <a:buFont typeface="Calibri"/>
              <a:buNone/>
            </a:pPr>
            <a:r>
              <a:rPr b="0" i="0" lang="en-US" sz="2400" u="none" cap="none" strike="noStrike">
                <a:solidFill>
                  <a:srgbClr val="006600"/>
                </a:solidFill>
                <a:latin typeface="Calibri"/>
                <a:ea typeface="Calibri"/>
                <a:cs typeface="Calibri"/>
                <a:sym typeface="Calibri"/>
              </a:rPr>
              <a:t>A</a:t>
            </a:r>
            <a:endParaRPr b="0" i="0" sz="2400" u="none" cap="none" strike="noStrike">
              <a:solidFill>
                <a:srgbClr val="006600"/>
              </a:solidFill>
              <a:latin typeface="Calibri"/>
              <a:ea typeface="Calibri"/>
              <a:cs typeface="Calibri"/>
              <a:sym typeface="Calibri"/>
            </a:endParaRPr>
          </a:p>
        </p:txBody>
      </p:sp>
      <p:sp>
        <p:nvSpPr>
          <p:cNvPr id="8926" name="Google Shape;8926;p73"/>
          <p:cNvSpPr txBox="1"/>
          <p:nvPr/>
        </p:nvSpPr>
        <p:spPr>
          <a:xfrm>
            <a:off x="3284538" y="4766740"/>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B</a:t>
            </a:r>
            <a:endParaRPr b="0" i="0" sz="2400" u="none" cap="none" strike="noStrike">
              <a:solidFill>
                <a:srgbClr val="000099"/>
              </a:solidFill>
              <a:latin typeface="Calibri"/>
              <a:ea typeface="Calibri"/>
              <a:cs typeface="Calibri"/>
              <a:sym typeface="Calibri"/>
            </a:endParaRPr>
          </a:p>
        </p:txBody>
      </p:sp>
      <p:sp>
        <p:nvSpPr>
          <p:cNvPr id="8927" name="Google Shape;8927;p73"/>
          <p:cNvSpPr txBox="1"/>
          <p:nvPr/>
        </p:nvSpPr>
        <p:spPr>
          <a:xfrm>
            <a:off x="6311900" y="3690415"/>
            <a:ext cx="2790700" cy="34471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packet being transmitted</a:t>
            </a:r>
            <a:endParaRPr b="0" i="0" sz="2000" u="none" cap="none" strike="noStrike">
              <a:solidFill>
                <a:srgbClr val="CC0000"/>
              </a:solidFill>
              <a:latin typeface="Calibri"/>
              <a:ea typeface="Calibri"/>
              <a:cs typeface="Calibri"/>
              <a:sym typeface="Calibri"/>
            </a:endParaRPr>
          </a:p>
        </p:txBody>
      </p:sp>
      <p:cxnSp>
        <p:nvCxnSpPr>
          <p:cNvPr id="8928" name="Google Shape;8928;p73"/>
          <p:cNvCxnSpPr/>
          <p:nvPr/>
        </p:nvCxnSpPr>
        <p:spPr>
          <a:xfrm flipH="1">
            <a:off x="5875338" y="3982515"/>
            <a:ext cx="681037" cy="565150"/>
          </a:xfrm>
          <a:prstGeom prst="straightConnector1">
            <a:avLst/>
          </a:prstGeom>
          <a:noFill/>
          <a:ln cap="flat" cmpd="sng" w="9525">
            <a:solidFill>
              <a:srgbClr val="CC0000"/>
            </a:solidFill>
            <a:prstDash val="solid"/>
            <a:round/>
            <a:headEnd len="sm" w="sm" type="none"/>
            <a:tailEnd len="sm" w="sm" type="none"/>
          </a:ln>
        </p:spPr>
      </p:cxnSp>
      <p:sp>
        <p:nvSpPr>
          <p:cNvPr id="8929" name="Google Shape;8929;p73"/>
          <p:cNvSpPr/>
          <p:nvPr/>
        </p:nvSpPr>
        <p:spPr>
          <a:xfrm>
            <a:off x="5335588" y="4519090"/>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930" name="Google Shape;8930;p73"/>
          <p:cNvSpPr/>
          <p:nvPr/>
        </p:nvSpPr>
        <p:spPr>
          <a:xfrm>
            <a:off x="5173663" y="4522265"/>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931" name="Google Shape;8931;p73"/>
          <p:cNvSpPr/>
          <p:nvPr/>
        </p:nvSpPr>
        <p:spPr>
          <a:xfrm>
            <a:off x="5008563" y="4519090"/>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932" name="Google Shape;8932;p73"/>
          <p:cNvSpPr/>
          <p:nvPr/>
        </p:nvSpPr>
        <p:spPr>
          <a:xfrm>
            <a:off x="4845050" y="4519090"/>
            <a:ext cx="147638"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933" name="Google Shape;8933;p73"/>
          <p:cNvSpPr/>
          <p:nvPr/>
        </p:nvSpPr>
        <p:spPr>
          <a:xfrm>
            <a:off x="4679950" y="4520678"/>
            <a:ext cx="147638"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934" name="Google Shape;8934;p73"/>
          <p:cNvSpPr/>
          <p:nvPr/>
        </p:nvSpPr>
        <p:spPr>
          <a:xfrm>
            <a:off x="4651375" y="4496865"/>
            <a:ext cx="1171575" cy="24288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935" name="Google Shape;8935;p73"/>
          <p:cNvSpPr txBox="1"/>
          <p:nvPr/>
        </p:nvSpPr>
        <p:spPr>
          <a:xfrm>
            <a:off x="4499629" y="3509440"/>
            <a:ext cx="1624291" cy="59093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buffer </a:t>
            </a:r>
            <a:endParaRPr b="0" i="0" sz="2000" u="none" cap="none" strike="noStrike">
              <a:solidFill>
                <a:srgbClr val="CC0000"/>
              </a:solidFill>
              <a:latin typeface="Calibri"/>
              <a:ea typeface="Calibri"/>
              <a:cs typeface="Calibri"/>
              <a:sym typeface="Calibri"/>
            </a:endParaRPr>
          </a:p>
          <a:p>
            <a:pPr indent="0" lvl="0" marL="0" marR="0" rtl="0" algn="ctr">
              <a:lnSpc>
                <a:spcPct val="8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(waiting area)</a:t>
            </a:r>
            <a:endParaRPr b="0" i="0" sz="2000" u="none" cap="none" strike="noStrike">
              <a:solidFill>
                <a:srgbClr val="CC0000"/>
              </a:solidFill>
              <a:latin typeface="Calibri"/>
              <a:ea typeface="Calibri"/>
              <a:cs typeface="Calibri"/>
              <a:sym typeface="Calibri"/>
            </a:endParaRPr>
          </a:p>
        </p:txBody>
      </p:sp>
      <p:cxnSp>
        <p:nvCxnSpPr>
          <p:cNvPr id="8936" name="Google Shape;8936;p73"/>
          <p:cNvCxnSpPr/>
          <p:nvPr/>
        </p:nvCxnSpPr>
        <p:spPr>
          <a:xfrm>
            <a:off x="4784725" y="4117453"/>
            <a:ext cx="0" cy="333375"/>
          </a:xfrm>
          <a:prstGeom prst="straightConnector1">
            <a:avLst/>
          </a:prstGeom>
          <a:noFill/>
          <a:ln cap="flat" cmpd="sng" w="9525">
            <a:solidFill>
              <a:srgbClr val="CC0000"/>
            </a:solidFill>
            <a:prstDash val="solid"/>
            <a:round/>
            <a:headEnd len="sm" w="sm" type="none"/>
            <a:tailEnd len="sm" w="sm" type="none"/>
          </a:ln>
        </p:spPr>
      </p:cxnSp>
      <p:grpSp>
        <p:nvGrpSpPr>
          <p:cNvPr id="8937" name="Google Shape;8937;p73"/>
          <p:cNvGrpSpPr/>
          <p:nvPr/>
        </p:nvGrpSpPr>
        <p:grpSpPr>
          <a:xfrm>
            <a:off x="3140075" y="3801540"/>
            <a:ext cx="820738" cy="688975"/>
            <a:chOff x="-44" y="1473"/>
            <a:chExt cx="981" cy="1105"/>
          </a:xfrm>
        </p:grpSpPr>
        <p:pic>
          <p:nvPicPr>
            <p:cNvPr descr="desktop_computer_stylized_medium" id="8938" name="Google Shape;8938;p7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939" name="Google Shape;8939;p7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grpSp>
        <p:nvGrpSpPr>
          <p:cNvPr id="8940" name="Google Shape;8940;p73"/>
          <p:cNvGrpSpPr/>
          <p:nvPr/>
        </p:nvGrpSpPr>
        <p:grpSpPr>
          <a:xfrm>
            <a:off x="3468688" y="4792140"/>
            <a:ext cx="820737" cy="688975"/>
            <a:chOff x="-44" y="1473"/>
            <a:chExt cx="981" cy="1105"/>
          </a:xfrm>
        </p:grpSpPr>
        <p:pic>
          <p:nvPicPr>
            <p:cNvPr descr="desktop_computer_stylized_medium" id="8941" name="Google Shape;8941;p7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942" name="Google Shape;8942;p7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grpSp>
        <p:nvGrpSpPr>
          <p:cNvPr id="8943" name="Google Shape;8943;p73"/>
          <p:cNvGrpSpPr/>
          <p:nvPr/>
        </p:nvGrpSpPr>
        <p:grpSpPr>
          <a:xfrm>
            <a:off x="971989" y="1867073"/>
            <a:ext cx="10214897" cy="3871598"/>
            <a:chOff x="971989" y="1867073"/>
            <a:chExt cx="10214897" cy="3871598"/>
          </a:xfrm>
        </p:grpSpPr>
        <p:grpSp>
          <p:nvGrpSpPr>
            <p:cNvPr id="8944" name="Google Shape;8944;p73"/>
            <p:cNvGrpSpPr/>
            <p:nvPr/>
          </p:nvGrpSpPr>
          <p:grpSpPr>
            <a:xfrm>
              <a:off x="4381500" y="4714353"/>
              <a:ext cx="2873096" cy="1024318"/>
              <a:chOff x="4381500" y="4714353"/>
              <a:chExt cx="2873096" cy="1024318"/>
            </a:xfrm>
          </p:grpSpPr>
          <p:sp>
            <p:nvSpPr>
              <p:cNvPr id="8945" name="Google Shape;8945;p73"/>
              <p:cNvSpPr/>
              <p:nvPr/>
            </p:nvSpPr>
            <p:spPr>
              <a:xfrm>
                <a:off x="4411663" y="4868340"/>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cxnSp>
            <p:nvCxnSpPr>
              <p:cNvPr id="8946" name="Google Shape;8946;p73"/>
              <p:cNvCxnSpPr/>
              <p:nvPr/>
            </p:nvCxnSpPr>
            <p:spPr>
              <a:xfrm flipH="1" rot="10800000">
                <a:off x="4381500" y="4714353"/>
                <a:ext cx="106363" cy="146050"/>
              </a:xfrm>
              <a:prstGeom prst="straightConnector1">
                <a:avLst/>
              </a:prstGeom>
              <a:noFill/>
              <a:ln cap="flat" cmpd="sng" w="9525">
                <a:solidFill>
                  <a:srgbClr val="000000"/>
                </a:solidFill>
                <a:prstDash val="solid"/>
                <a:round/>
                <a:headEnd len="sm" w="sm" type="none"/>
                <a:tailEnd len="med" w="med" type="triangle"/>
              </a:ln>
            </p:spPr>
          </p:cxnSp>
          <p:cxnSp>
            <p:nvCxnSpPr>
              <p:cNvPr id="8947" name="Google Shape;8947;p73"/>
              <p:cNvCxnSpPr/>
              <p:nvPr/>
            </p:nvCxnSpPr>
            <p:spPr>
              <a:xfrm rot="10800000">
                <a:off x="4638675" y="4988990"/>
                <a:ext cx="687388" cy="331788"/>
              </a:xfrm>
              <a:prstGeom prst="straightConnector1">
                <a:avLst/>
              </a:prstGeom>
              <a:noFill/>
              <a:ln cap="flat" cmpd="sng" w="9525">
                <a:solidFill>
                  <a:srgbClr val="CC0000"/>
                </a:solidFill>
                <a:prstDash val="solid"/>
                <a:round/>
                <a:headEnd len="sm" w="sm" type="none"/>
                <a:tailEnd len="sm" w="sm" type="none"/>
              </a:ln>
            </p:spPr>
          </p:cxnSp>
          <p:sp>
            <p:nvSpPr>
              <p:cNvPr id="8948" name="Google Shape;8948;p73"/>
              <p:cNvSpPr txBox="1"/>
              <p:nvPr/>
            </p:nvSpPr>
            <p:spPr>
              <a:xfrm>
                <a:off x="5254625" y="5147740"/>
                <a:ext cx="1999971" cy="590931"/>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packet arriving to</a:t>
                </a:r>
                <a:endParaRPr b="0" i="0" sz="2000" u="none" cap="none" strike="noStrike">
                  <a:solidFill>
                    <a:srgbClr val="CC0000"/>
                  </a:solidFill>
                  <a:latin typeface="Calibri"/>
                  <a:ea typeface="Calibri"/>
                  <a:cs typeface="Calibri"/>
                  <a:sym typeface="Calibri"/>
                </a:endParaRPr>
              </a:p>
              <a:p>
                <a:pPr indent="0" lvl="0" marL="0" marR="0" rtl="0" algn="l">
                  <a:lnSpc>
                    <a:spcPct val="8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full buffer is </a:t>
                </a:r>
                <a:r>
                  <a:rPr b="0" i="1" lang="en-US" sz="2000" u="none" cap="none" strike="noStrike">
                    <a:solidFill>
                      <a:srgbClr val="CC0000"/>
                    </a:solidFill>
                    <a:latin typeface="Calibri"/>
                    <a:ea typeface="Calibri"/>
                    <a:cs typeface="Calibri"/>
                    <a:sym typeface="Calibri"/>
                  </a:rPr>
                  <a:t>lost</a:t>
                </a:r>
                <a:endParaRPr b="0" i="1" sz="2000" u="none" cap="none" strike="noStrike">
                  <a:solidFill>
                    <a:srgbClr val="CC0000"/>
                  </a:solidFill>
                  <a:latin typeface="Calibri"/>
                  <a:ea typeface="Calibri"/>
                  <a:cs typeface="Calibri"/>
                  <a:sym typeface="Calibri"/>
                </a:endParaRPr>
              </a:p>
            </p:txBody>
          </p:sp>
        </p:grpSp>
        <p:sp>
          <p:nvSpPr>
            <p:cNvPr id="8949" name="Google Shape;8949;p73"/>
            <p:cNvSpPr txBox="1"/>
            <p:nvPr/>
          </p:nvSpPr>
          <p:spPr>
            <a:xfrm>
              <a:off x="971989" y="1867073"/>
              <a:ext cx="10214897" cy="2117981"/>
            </a:xfrm>
            <a:prstGeom prst="rect">
              <a:avLst/>
            </a:prstGeom>
            <a:noFill/>
            <a:ln>
              <a:noFill/>
            </a:ln>
          </p:spPr>
          <p:txBody>
            <a:bodyPr anchorCtr="0" anchor="t" bIns="45700" lIns="91425" spcFirstLastPara="1" rIns="91425" wrap="square" tIns="45700">
              <a:normAutofit/>
            </a:bodyPr>
            <a:lstStyle/>
            <a:p>
              <a:pPr indent="-287655" lvl="0" marL="28765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packet arriving to full queue dropped (aka lost)</a:t>
              </a:r>
              <a:endParaRPr b="0" i="0" sz="2800" u="none" cap="none" strike="noStrike">
                <a:solidFill>
                  <a:srgbClr val="000000"/>
                </a:solidFill>
                <a:latin typeface="Calibri"/>
                <a:ea typeface="Calibri"/>
                <a:cs typeface="Calibri"/>
                <a:sym typeface="Calibri"/>
              </a:endParaRPr>
            </a:p>
            <a:p>
              <a:pPr indent="-287655" lvl="0" marL="28765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lost packet may be retransmitted by previous node, by source end system, or not at all</a:t>
              </a:r>
              <a:endParaRPr b="0" i="0" sz="28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3"/>
                                        </p:tgtEl>
                                        <p:attrNameLst>
                                          <p:attrName>style.visibility</p:attrName>
                                        </p:attrNameLst>
                                      </p:cBhvr>
                                      <p:to>
                                        <p:strVal val="visible"/>
                                      </p:to>
                                    </p:set>
                                    <p:animEffect filter="fade" transition="in">
                                      <p:cBhvr>
                                        <p:cTn dur="500"/>
                                        <p:tgtEl>
                                          <p:spTgt spid="89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3" name="Shape 8953"/>
        <p:cNvGrpSpPr/>
        <p:nvPr/>
      </p:nvGrpSpPr>
      <p:grpSpPr>
        <a:xfrm>
          <a:off x="0" y="0"/>
          <a:ext cx="0" cy="0"/>
          <a:chOff x="0" y="0"/>
          <a:chExt cx="0" cy="0"/>
        </a:xfrm>
      </p:grpSpPr>
      <p:sp>
        <p:nvSpPr>
          <p:cNvPr id="8954" name="Google Shape;8954;p74"/>
          <p:cNvSpPr txBox="1"/>
          <p:nvPr>
            <p:ph type="title"/>
          </p:nvPr>
        </p:nvSpPr>
        <p:spPr>
          <a:xfrm>
            <a:off x="581025" y="702310"/>
            <a:ext cx="11029315" cy="86995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Throughput</a:t>
            </a:r>
            <a:endParaRPr/>
          </a:p>
        </p:txBody>
      </p:sp>
      <p:sp>
        <p:nvSpPr>
          <p:cNvPr id="8955" name="Google Shape;8955;p74"/>
          <p:cNvSpPr txBox="1"/>
          <p:nvPr>
            <p:ph idx="1" type="body"/>
          </p:nvPr>
        </p:nvSpPr>
        <p:spPr>
          <a:xfrm>
            <a:off x="581025" y="2340610"/>
            <a:ext cx="11029315" cy="3919855"/>
          </a:xfrm>
          <a:prstGeom prst="rect">
            <a:avLst/>
          </a:prstGeom>
          <a:noFill/>
          <a:ln>
            <a:noFill/>
          </a:ln>
        </p:spPr>
        <p:txBody>
          <a:bodyPr anchorCtr="0" anchor="ctr" bIns="45700" lIns="91425" spcFirstLastPara="1" rIns="91425" wrap="square" tIns="45700">
            <a:normAutofit lnSpcReduction="10000"/>
          </a:bodyPr>
          <a:lstStyle/>
          <a:p>
            <a:pPr indent="-306070" lvl="0" marL="306070" rtl="0" algn="l">
              <a:lnSpc>
                <a:spcPct val="110000"/>
              </a:lnSpc>
              <a:spcBef>
                <a:spcPts val="0"/>
              </a:spcBef>
              <a:spcAft>
                <a:spcPts val="0"/>
              </a:spcAft>
              <a:buSzPts val="2208"/>
              <a:buFont typeface="Noto Sans Symbols"/>
              <a:buChar char="⮚"/>
            </a:pPr>
            <a:r>
              <a:rPr lang="en-US"/>
              <a:t>Throughput in a packet-switched network refers to the rate at which data can be transmitted over the network link. It is usually measured in </a:t>
            </a:r>
            <a:r>
              <a:rPr i="1" lang="en-US"/>
              <a:t>bits per second (bps) </a:t>
            </a:r>
            <a:r>
              <a:rPr lang="en-US"/>
              <a:t>or </a:t>
            </a:r>
            <a:r>
              <a:rPr i="1" lang="en-US"/>
              <a:t>packets per second (pps).</a:t>
            </a:r>
            <a:r>
              <a:rPr lang="en-US"/>
              <a:t>  Throughput depends upon various factors - </a:t>
            </a:r>
            <a:endParaRPr/>
          </a:p>
          <a:p>
            <a:pPr indent="-306070" lvl="0" marL="306070" rtl="0" algn="l">
              <a:lnSpc>
                <a:spcPct val="110000"/>
              </a:lnSpc>
              <a:spcBef>
                <a:spcPts val="1080"/>
              </a:spcBef>
              <a:spcAft>
                <a:spcPts val="0"/>
              </a:spcAft>
              <a:buSzPts val="2208"/>
              <a:buFont typeface="Noto Sans Symbols"/>
              <a:buChar char="⮚"/>
            </a:pPr>
            <a:r>
              <a:rPr b="1" lang="en-US"/>
              <a:t>Link Capacity</a:t>
            </a:r>
            <a:r>
              <a:rPr lang="en-US"/>
              <a:t> - The maximum data rate that the physical link can support. It is determined by the link’s transmission rate and bandwidth.</a:t>
            </a:r>
            <a:endParaRPr/>
          </a:p>
          <a:p>
            <a:pPr indent="-306070" lvl="0" marL="306070" rtl="0" algn="l">
              <a:lnSpc>
                <a:spcPct val="110000"/>
              </a:lnSpc>
              <a:spcBef>
                <a:spcPts val="1080"/>
              </a:spcBef>
              <a:spcAft>
                <a:spcPts val="0"/>
              </a:spcAft>
              <a:buSzPts val="2208"/>
              <a:buFont typeface="Noto Sans Symbols"/>
              <a:buChar char="⮚"/>
            </a:pPr>
            <a:r>
              <a:rPr b="1" lang="en-US"/>
              <a:t>Network Congestion</a:t>
            </a:r>
            <a:r>
              <a:rPr lang="en-US"/>
              <a:t> -  High levels of network congestion can reduce throughput as packets experience more queueing delay and compete for available bandwidth.</a:t>
            </a:r>
            <a:endParaRPr/>
          </a:p>
          <a:p>
            <a:pPr indent="-165862" lvl="0" marL="306070" rtl="0" algn="l">
              <a:lnSpc>
                <a:spcPct val="110000"/>
              </a:lnSpc>
              <a:spcBef>
                <a:spcPts val="1080"/>
              </a:spcBef>
              <a:spcAft>
                <a:spcPts val="0"/>
              </a:spcAft>
              <a:buSzPts val="2208"/>
              <a:buFont typeface="Noto Sans Symbols"/>
              <a:buNone/>
            </a:pPr>
            <a:r>
              <a:t/>
            </a:r>
            <a:endParaRPr/>
          </a:p>
          <a:p>
            <a:pPr indent="-165862" lvl="0" marL="306070" rtl="0" algn="l">
              <a:lnSpc>
                <a:spcPct val="110000"/>
              </a:lnSpc>
              <a:spcBef>
                <a:spcPts val="1080"/>
              </a:spcBef>
              <a:spcAft>
                <a:spcPts val="0"/>
              </a:spcAft>
              <a:buSzPts val="2208"/>
              <a:buFont typeface="Noto Sans Symbols"/>
              <a:buNone/>
            </a:pPr>
            <a:r>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9" name="Shape 8959"/>
        <p:cNvGrpSpPr/>
        <p:nvPr/>
      </p:nvGrpSpPr>
      <p:grpSpPr>
        <a:xfrm>
          <a:off x="0" y="0"/>
          <a:ext cx="0" cy="0"/>
          <a:chOff x="0" y="0"/>
          <a:chExt cx="0" cy="0"/>
        </a:xfrm>
      </p:grpSpPr>
      <p:sp>
        <p:nvSpPr>
          <p:cNvPr id="8960" name="Google Shape;8960;p75"/>
          <p:cNvSpPr txBox="1"/>
          <p:nvPr>
            <p:ph type="title"/>
          </p:nvPr>
        </p:nvSpPr>
        <p:spPr>
          <a:xfrm>
            <a:off x="581025" y="702310"/>
            <a:ext cx="11029315" cy="90360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Throughput</a:t>
            </a:r>
            <a:endParaRPr/>
          </a:p>
        </p:txBody>
      </p:sp>
      <p:sp>
        <p:nvSpPr>
          <p:cNvPr id="8961" name="Google Shape;8961;p75"/>
          <p:cNvSpPr txBox="1"/>
          <p:nvPr>
            <p:ph idx="1" type="body"/>
          </p:nvPr>
        </p:nvSpPr>
        <p:spPr>
          <a:xfrm>
            <a:off x="581025" y="1987550"/>
            <a:ext cx="11029315" cy="4307205"/>
          </a:xfrm>
          <a:prstGeom prst="rect">
            <a:avLst/>
          </a:prstGeom>
          <a:noFill/>
          <a:ln>
            <a:noFill/>
          </a:ln>
        </p:spPr>
        <p:txBody>
          <a:bodyPr anchorCtr="0" anchor="ctr" bIns="45700" lIns="91425" spcFirstLastPara="1" rIns="91425" wrap="square" tIns="45700">
            <a:normAutofit lnSpcReduction="10000"/>
          </a:bodyPr>
          <a:lstStyle/>
          <a:p>
            <a:pPr indent="-306070" lvl="0" marL="306070" rtl="0" algn="l">
              <a:lnSpc>
                <a:spcPct val="110000"/>
              </a:lnSpc>
              <a:spcBef>
                <a:spcPts val="0"/>
              </a:spcBef>
              <a:spcAft>
                <a:spcPts val="0"/>
              </a:spcAft>
              <a:buSzPts val="2208"/>
              <a:buFont typeface="Noto Sans Symbols"/>
              <a:buChar char="⮚"/>
            </a:pPr>
            <a:r>
              <a:rPr b="1" lang="en-US"/>
              <a:t>Protocols Overhead</a:t>
            </a:r>
            <a:r>
              <a:rPr lang="en-US"/>
              <a:t> - Packet-switched networks use various protocols to manage and control data transmission. These protocols add some overhead, which can slightly reduce the actual throughput.</a:t>
            </a:r>
            <a:endParaRPr/>
          </a:p>
          <a:p>
            <a:pPr indent="-306070" lvl="0" marL="306070" rtl="0" algn="l">
              <a:lnSpc>
                <a:spcPct val="110000"/>
              </a:lnSpc>
              <a:spcBef>
                <a:spcPts val="1080"/>
              </a:spcBef>
              <a:spcAft>
                <a:spcPts val="0"/>
              </a:spcAft>
              <a:buSzPts val="2208"/>
              <a:buFont typeface="Noto Sans Symbols"/>
              <a:buChar char="⮚"/>
            </a:pPr>
            <a:r>
              <a:rPr b="1" lang="en-US"/>
              <a:t>Routing Efficiency</a:t>
            </a:r>
            <a:r>
              <a:rPr lang="en-US"/>
              <a:t> -  The efficiency of the routing algorithms and protocols used in the network can impact how quickly packets reach their destination.</a:t>
            </a:r>
            <a:endParaRPr/>
          </a:p>
          <a:p>
            <a:pPr indent="-306070" lvl="0" marL="306070" rtl="0" algn="l">
              <a:lnSpc>
                <a:spcPct val="110000"/>
              </a:lnSpc>
              <a:spcBef>
                <a:spcPts val="1080"/>
              </a:spcBef>
              <a:spcAft>
                <a:spcPts val="0"/>
              </a:spcAft>
              <a:buSzPts val="2208"/>
              <a:buFont typeface="Noto Sans Symbols"/>
              <a:buChar char="⮚"/>
            </a:pPr>
            <a:r>
              <a:rPr lang="en-US"/>
              <a:t>Throughput is crucial for applications that require high data transfer rates, such as file downloads, streaming, and data-intensive processes.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6" name="Shape 8966"/>
        <p:cNvGrpSpPr/>
        <p:nvPr/>
      </p:nvGrpSpPr>
      <p:grpSpPr>
        <a:xfrm>
          <a:off x="0" y="0"/>
          <a:ext cx="0" cy="0"/>
          <a:chOff x="0" y="0"/>
          <a:chExt cx="0" cy="0"/>
        </a:xfrm>
      </p:grpSpPr>
      <p:sp>
        <p:nvSpPr>
          <p:cNvPr id="8967" name="Google Shape;8967;p76"/>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Throughput</a:t>
            </a:r>
            <a:endParaRPr sz="4400"/>
          </a:p>
        </p:txBody>
      </p:sp>
      <p:grpSp>
        <p:nvGrpSpPr>
          <p:cNvPr id="8968" name="Google Shape;8968;p76"/>
          <p:cNvGrpSpPr/>
          <p:nvPr/>
        </p:nvGrpSpPr>
        <p:grpSpPr>
          <a:xfrm>
            <a:off x="4983726" y="4245735"/>
            <a:ext cx="912813" cy="415925"/>
            <a:chOff x="1871277" y="1576300"/>
            <a:chExt cx="1128371" cy="437861"/>
          </a:xfrm>
        </p:grpSpPr>
        <p:sp>
          <p:nvSpPr>
            <p:cNvPr id="8969" name="Google Shape;8969;p76"/>
            <p:cNvSpPr/>
            <p:nvPr/>
          </p:nvSpPr>
          <p:spPr>
            <a:xfrm flipH="1" rot="10800000">
              <a:off x="1874446" y="1694641"/>
              <a:ext cx="1125202"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970" name="Google Shape;8970;p76"/>
            <p:cNvSpPr/>
            <p:nvPr/>
          </p:nvSpPr>
          <p:spPr>
            <a:xfrm>
              <a:off x="1871277" y="1740080"/>
              <a:ext cx="1128371" cy="115314"/>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971" name="Google Shape;8971;p76"/>
            <p:cNvSpPr/>
            <p:nvPr/>
          </p:nvSpPr>
          <p:spPr>
            <a:xfrm flipH="1" rot="10800000">
              <a:off x="1871277" y="1576300"/>
              <a:ext cx="1125200"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972" name="Google Shape;8972;p76"/>
            <p:cNvSpPr/>
            <p:nvPr/>
          </p:nvSpPr>
          <p:spPr>
            <a:xfrm>
              <a:off x="2159748" y="1673231"/>
              <a:ext cx="547504" cy="160438"/>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973" name="Google Shape;8973;p76"/>
            <p:cNvSpPr/>
            <p:nvPr/>
          </p:nvSpPr>
          <p:spPr>
            <a:xfrm>
              <a:off x="2102655" y="1633103"/>
              <a:ext cx="662444"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974" name="Google Shape;8974;p76"/>
            <p:cNvSpPr/>
            <p:nvPr/>
          </p:nvSpPr>
          <p:spPr>
            <a:xfrm>
              <a:off x="2536889" y="1727776"/>
              <a:ext cx="244057"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975" name="Google Shape;8975;p76"/>
            <p:cNvSpPr/>
            <p:nvPr/>
          </p:nvSpPr>
          <p:spPr>
            <a:xfrm>
              <a:off x="2089977" y="1730144"/>
              <a:ext cx="240888"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8976" name="Google Shape;8976;p76"/>
            <p:cNvCxnSpPr>
              <a:endCxn id="8971" idx="2"/>
            </p:cNvCxnSpPr>
            <p:nvPr/>
          </p:nvCxnSpPr>
          <p:spPr>
            <a:xfrm rot="10800000">
              <a:off x="1871277" y="1736060"/>
              <a:ext cx="3300" cy="123000"/>
            </a:xfrm>
            <a:prstGeom prst="straightConnector1">
              <a:avLst/>
            </a:prstGeom>
            <a:noFill/>
            <a:ln cap="flat" cmpd="sng" w="9525">
              <a:solidFill>
                <a:srgbClr val="000000"/>
              </a:solidFill>
              <a:prstDash val="solid"/>
              <a:round/>
              <a:headEnd len="sm" w="sm" type="none"/>
              <a:tailEnd len="sm" w="sm" type="none"/>
            </a:ln>
            <a:effectLst>
              <a:outerShdw blurRad="40005" rotWithShape="0" algn="tl" dir="5400000" dist="19939">
                <a:srgbClr val="808080">
                  <a:alpha val="37647"/>
                </a:srgbClr>
              </a:outerShdw>
            </a:effectLst>
          </p:spPr>
        </p:cxnSp>
        <p:cxnSp>
          <p:nvCxnSpPr>
            <p:cNvPr id="8977" name="Google Shape;8977;p76"/>
            <p:cNvCxnSpPr/>
            <p:nvPr/>
          </p:nvCxnSpPr>
          <p:spPr>
            <a:xfrm rot="10800000">
              <a:off x="2996477" y="1734877"/>
              <a:ext cx="3171" cy="123074"/>
            </a:xfrm>
            <a:prstGeom prst="straightConnector1">
              <a:avLst/>
            </a:prstGeom>
            <a:noFill/>
            <a:ln cap="flat" cmpd="sng" w="9525">
              <a:solidFill>
                <a:srgbClr val="000000"/>
              </a:solidFill>
              <a:prstDash val="solid"/>
              <a:round/>
              <a:headEnd len="sm" w="sm" type="none"/>
              <a:tailEnd len="sm" w="sm" type="none"/>
            </a:ln>
            <a:effectLst>
              <a:outerShdw blurRad="40005" rotWithShape="0" algn="tl" dir="5400000" dist="19939">
                <a:srgbClr val="808080">
                  <a:alpha val="37647"/>
                </a:srgbClr>
              </a:outerShdw>
            </a:effectLst>
          </p:spPr>
        </p:cxnSp>
      </p:grpSp>
      <p:grpSp>
        <p:nvGrpSpPr>
          <p:cNvPr id="8978" name="Google Shape;8978;p76"/>
          <p:cNvGrpSpPr/>
          <p:nvPr/>
        </p:nvGrpSpPr>
        <p:grpSpPr>
          <a:xfrm>
            <a:off x="4937689" y="2318255"/>
            <a:ext cx="911225" cy="415925"/>
            <a:chOff x="1871277" y="1576300"/>
            <a:chExt cx="1128371" cy="437861"/>
          </a:xfrm>
        </p:grpSpPr>
        <p:sp>
          <p:nvSpPr>
            <p:cNvPr id="8979" name="Google Shape;8979;p76"/>
            <p:cNvSpPr/>
            <p:nvPr/>
          </p:nvSpPr>
          <p:spPr>
            <a:xfrm flipH="1" rot="10800000">
              <a:off x="1874446" y="1694641"/>
              <a:ext cx="1125202"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980" name="Google Shape;8980;p76"/>
            <p:cNvSpPr/>
            <p:nvPr/>
          </p:nvSpPr>
          <p:spPr>
            <a:xfrm>
              <a:off x="1871277" y="1740080"/>
              <a:ext cx="1128371" cy="115315"/>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981" name="Google Shape;8981;p76"/>
            <p:cNvSpPr/>
            <p:nvPr/>
          </p:nvSpPr>
          <p:spPr>
            <a:xfrm flipH="1" rot="10800000">
              <a:off x="1871277" y="1576300"/>
              <a:ext cx="1125200"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982" name="Google Shape;8982;p76"/>
            <p:cNvSpPr/>
            <p:nvPr/>
          </p:nvSpPr>
          <p:spPr>
            <a:xfrm>
              <a:off x="2160249" y="1673231"/>
              <a:ext cx="548460" cy="160438"/>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983" name="Google Shape;8983;p76"/>
            <p:cNvSpPr/>
            <p:nvPr/>
          </p:nvSpPr>
          <p:spPr>
            <a:xfrm>
              <a:off x="2102655" y="1633103"/>
              <a:ext cx="662444"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984" name="Google Shape;8984;p76"/>
            <p:cNvSpPr/>
            <p:nvPr/>
          </p:nvSpPr>
          <p:spPr>
            <a:xfrm>
              <a:off x="2536889" y="1727776"/>
              <a:ext cx="244057"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985" name="Google Shape;8985;p76"/>
            <p:cNvSpPr/>
            <p:nvPr/>
          </p:nvSpPr>
          <p:spPr>
            <a:xfrm>
              <a:off x="2089977" y="1730144"/>
              <a:ext cx="240888"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8986" name="Google Shape;8986;p76"/>
            <p:cNvCxnSpPr>
              <a:endCxn id="8981" idx="2"/>
            </p:cNvCxnSpPr>
            <p:nvPr/>
          </p:nvCxnSpPr>
          <p:spPr>
            <a:xfrm rot="10800000">
              <a:off x="1871277" y="1736060"/>
              <a:ext cx="3300" cy="123000"/>
            </a:xfrm>
            <a:prstGeom prst="straightConnector1">
              <a:avLst/>
            </a:prstGeom>
            <a:noFill/>
            <a:ln cap="flat" cmpd="sng" w="9525">
              <a:solidFill>
                <a:srgbClr val="000000"/>
              </a:solidFill>
              <a:prstDash val="solid"/>
              <a:round/>
              <a:headEnd len="sm" w="sm" type="none"/>
              <a:tailEnd len="sm" w="sm" type="none"/>
            </a:ln>
            <a:effectLst>
              <a:outerShdw blurRad="40005" rotWithShape="0" algn="tl" dir="5400000" dist="19939">
                <a:srgbClr val="808080">
                  <a:alpha val="37647"/>
                </a:srgbClr>
              </a:outerShdw>
            </a:effectLst>
          </p:spPr>
        </p:cxnSp>
        <p:cxnSp>
          <p:nvCxnSpPr>
            <p:cNvPr id="8987" name="Google Shape;8987;p76"/>
            <p:cNvCxnSpPr/>
            <p:nvPr/>
          </p:nvCxnSpPr>
          <p:spPr>
            <a:xfrm rot="10800000">
              <a:off x="2996477" y="1734877"/>
              <a:ext cx="3171" cy="123074"/>
            </a:xfrm>
            <a:prstGeom prst="straightConnector1">
              <a:avLst/>
            </a:prstGeom>
            <a:noFill/>
            <a:ln cap="flat" cmpd="sng" w="9525">
              <a:solidFill>
                <a:srgbClr val="000000"/>
              </a:solidFill>
              <a:prstDash val="solid"/>
              <a:round/>
              <a:headEnd len="sm" w="sm" type="none"/>
              <a:tailEnd len="sm" w="sm" type="none"/>
            </a:ln>
            <a:effectLst>
              <a:outerShdw blurRad="40005" rotWithShape="0" algn="tl" dir="5400000" dist="19939">
                <a:srgbClr val="808080">
                  <a:alpha val="37647"/>
                </a:srgbClr>
              </a:outerShdw>
            </a:effectLst>
          </p:spPr>
        </p:cxnSp>
      </p:grpSp>
      <p:grpSp>
        <p:nvGrpSpPr>
          <p:cNvPr id="8988" name="Google Shape;8988;p76"/>
          <p:cNvGrpSpPr/>
          <p:nvPr/>
        </p:nvGrpSpPr>
        <p:grpSpPr>
          <a:xfrm>
            <a:off x="2292914" y="1991230"/>
            <a:ext cx="352425" cy="876300"/>
            <a:chOff x="4140" y="429"/>
            <a:chExt cx="1425" cy="2396"/>
          </a:xfrm>
        </p:grpSpPr>
        <p:sp>
          <p:nvSpPr>
            <p:cNvPr id="8989" name="Google Shape;8989;p7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990" name="Google Shape;8990;p76"/>
            <p:cNvSpPr/>
            <p:nvPr/>
          </p:nvSpPr>
          <p:spPr>
            <a:xfrm>
              <a:off x="4204" y="429"/>
              <a:ext cx="1046"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991" name="Google Shape;8991;p7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992" name="Google Shape;8992;p7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993" name="Google Shape;8993;p76"/>
            <p:cNvSpPr/>
            <p:nvPr/>
          </p:nvSpPr>
          <p:spPr>
            <a:xfrm>
              <a:off x="4211" y="694"/>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8994" name="Google Shape;8994;p76"/>
            <p:cNvGrpSpPr/>
            <p:nvPr/>
          </p:nvGrpSpPr>
          <p:grpSpPr>
            <a:xfrm>
              <a:off x="4750" y="668"/>
              <a:ext cx="578" cy="143"/>
              <a:chOff x="615" y="2568"/>
              <a:chExt cx="721" cy="137"/>
            </a:xfrm>
          </p:grpSpPr>
          <p:sp>
            <p:nvSpPr>
              <p:cNvPr id="8995" name="Google Shape;8995;p76"/>
              <p:cNvSpPr/>
              <p:nvPr/>
            </p:nvSpPr>
            <p:spPr>
              <a:xfrm>
                <a:off x="615" y="2568"/>
                <a:ext cx="721"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996" name="Google Shape;8996;p76"/>
              <p:cNvSpPr/>
              <p:nvPr/>
            </p:nvSpPr>
            <p:spPr>
              <a:xfrm>
                <a:off x="631" y="2584"/>
                <a:ext cx="689"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997" name="Google Shape;8997;p76"/>
            <p:cNvSpPr/>
            <p:nvPr/>
          </p:nvSpPr>
          <p:spPr>
            <a:xfrm>
              <a:off x="4223" y="101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8998" name="Google Shape;8998;p76"/>
            <p:cNvGrpSpPr/>
            <p:nvPr/>
          </p:nvGrpSpPr>
          <p:grpSpPr>
            <a:xfrm>
              <a:off x="4749" y="993"/>
              <a:ext cx="578" cy="135"/>
              <a:chOff x="617" y="2567"/>
              <a:chExt cx="721" cy="140"/>
            </a:xfrm>
          </p:grpSpPr>
          <p:sp>
            <p:nvSpPr>
              <p:cNvPr id="8999" name="Google Shape;8999;p76"/>
              <p:cNvSpPr/>
              <p:nvPr/>
            </p:nvSpPr>
            <p:spPr>
              <a:xfrm>
                <a:off x="617" y="2567"/>
                <a:ext cx="72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00" name="Google Shape;9000;p76"/>
              <p:cNvSpPr/>
              <p:nvPr/>
            </p:nvSpPr>
            <p:spPr>
              <a:xfrm>
                <a:off x="634" y="2585"/>
                <a:ext cx="689"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9001" name="Google Shape;9001;p76"/>
            <p:cNvSpPr/>
            <p:nvPr/>
          </p:nvSpPr>
          <p:spPr>
            <a:xfrm>
              <a:off x="4217" y="1358"/>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02" name="Google Shape;9002;p76"/>
            <p:cNvSpPr/>
            <p:nvPr/>
          </p:nvSpPr>
          <p:spPr>
            <a:xfrm>
              <a:off x="4230" y="1653"/>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9003" name="Google Shape;9003;p76"/>
            <p:cNvGrpSpPr/>
            <p:nvPr/>
          </p:nvGrpSpPr>
          <p:grpSpPr>
            <a:xfrm>
              <a:off x="4737" y="1627"/>
              <a:ext cx="578" cy="152"/>
              <a:chOff x="616" y="2568"/>
              <a:chExt cx="720" cy="140"/>
            </a:xfrm>
          </p:grpSpPr>
          <p:sp>
            <p:nvSpPr>
              <p:cNvPr id="9004" name="Google Shape;9004;p76"/>
              <p:cNvSpPr/>
              <p:nvPr/>
            </p:nvSpPr>
            <p:spPr>
              <a:xfrm>
                <a:off x="616" y="2568"/>
                <a:ext cx="720"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05" name="Google Shape;9005;p76"/>
              <p:cNvSpPr/>
              <p:nvPr/>
            </p:nvSpPr>
            <p:spPr>
              <a:xfrm>
                <a:off x="632" y="2584"/>
                <a:ext cx="68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9006" name="Google Shape;9006;p7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9007" name="Google Shape;9007;p76"/>
            <p:cNvGrpSpPr/>
            <p:nvPr/>
          </p:nvGrpSpPr>
          <p:grpSpPr>
            <a:xfrm>
              <a:off x="4737" y="1328"/>
              <a:ext cx="584" cy="139"/>
              <a:chOff x="611" y="2569"/>
              <a:chExt cx="728" cy="139"/>
            </a:xfrm>
          </p:grpSpPr>
          <p:sp>
            <p:nvSpPr>
              <p:cNvPr id="9008" name="Google Shape;9008;p76"/>
              <p:cNvSpPr/>
              <p:nvPr/>
            </p:nvSpPr>
            <p:spPr>
              <a:xfrm>
                <a:off x="611" y="2569"/>
                <a:ext cx="728"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09" name="Google Shape;9009;p76"/>
              <p:cNvSpPr/>
              <p:nvPr/>
            </p:nvSpPr>
            <p:spPr>
              <a:xfrm>
                <a:off x="627" y="2586"/>
                <a:ext cx="696"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9010" name="Google Shape;9010;p76"/>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11" name="Google Shape;9011;p7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12" name="Google Shape;9012;p7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13" name="Google Shape;9013;p76"/>
            <p:cNvSpPr/>
            <p:nvPr/>
          </p:nvSpPr>
          <p:spPr>
            <a:xfrm>
              <a:off x="5520" y="2612"/>
              <a:ext cx="45"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14" name="Google Shape;9014;p7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15" name="Google Shape;9015;p76"/>
            <p:cNvSpPr/>
            <p:nvPr/>
          </p:nvSpPr>
          <p:spPr>
            <a:xfrm>
              <a:off x="4140" y="2677"/>
              <a:ext cx="1200"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16" name="Google Shape;9016;p76"/>
            <p:cNvSpPr/>
            <p:nvPr/>
          </p:nvSpPr>
          <p:spPr>
            <a:xfrm>
              <a:off x="4204" y="2712"/>
              <a:ext cx="1072"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17" name="Google Shape;9017;p76"/>
            <p:cNvSpPr/>
            <p:nvPr/>
          </p:nvSpPr>
          <p:spPr>
            <a:xfrm>
              <a:off x="4307" y="2382"/>
              <a:ext cx="160"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18" name="Google Shape;9018;p76"/>
            <p:cNvSpPr/>
            <p:nvPr/>
          </p:nvSpPr>
          <p:spPr>
            <a:xfrm>
              <a:off x="4487" y="2382"/>
              <a:ext cx="160"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Calibri"/>
                <a:ea typeface="Calibri"/>
                <a:cs typeface="Calibri"/>
                <a:sym typeface="Calibri"/>
              </a:endParaRPr>
            </a:p>
          </p:txBody>
        </p:sp>
        <p:sp>
          <p:nvSpPr>
            <p:cNvPr id="9019" name="Google Shape;9019;p76"/>
            <p:cNvSpPr/>
            <p:nvPr/>
          </p:nvSpPr>
          <p:spPr>
            <a:xfrm>
              <a:off x="4660" y="2382"/>
              <a:ext cx="160"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20" name="Google Shape;9020;p76"/>
            <p:cNvSpPr/>
            <p:nvPr/>
          </p:nvSpPr>
          <p:spPr>
            <a:xfrm>
              <a:off x="5064" y="1835"/>
              <a:ext cx="83"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9021" name="Google Shape;9021;p76"/>
          <p:cNvSpPr txBox="1"/>
          <p:nvPr/>
        </p:nvSpPr>
        <p:spPr>
          <a:xfrm>
            <a:off x="1197539" y="1361756"/>
            <a:ext cx="8150225" cy="554038"/>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0"/>
              </a:buClr>
              <a:buSzPts val="2800"/>
              <a:buFont typeface="Noto Sans Symbols"/>
              <a:buNone/>
            </a:pPr>
            <a:r>
              <a:rPr b="0" i="1" lang="en-US" sz="2800" u="none" cap="none" strike="noStrike">
                <a:solidFill>
                  <a:srgbClr val="CC0000"/>
                </a:solidFill>
                <a:latin typeface="Calibri"/>
                <a:ea typeface="Calibri"/>
                <a:cs typeface="Calibri"/>
                <a:sym typeface="Calibri"/>
              </a:rPr>
              <a:t>R</a:t>
            </a:r>
            <a:r>
              <a:rPr b="0" baseline="-25000" i="1" lang="en-US" sz="2800" u="none" cap="none" strike="noStrike">
                <a:solidFill>
                  <a:srgbClr val="CC0000"/>
                </a:solidFill>
                <a:latin typeface="Calibri"/>
                <a:ea typeface="Calibri"/>
                <a:cs typeface="Calibri"/>
                <a:sym typeface="Calibri"/>
              </a:rPr>
              <a:t>s</a:t>
            </a:r>
            <a:r>
              <a:rPr b="0" i="1" lang="en-US" sz="2800" u="none" cap="none" strike="noStrike">
                <a:solidFill>
                  <a:srgbClr val="CC0000"/>
                </a:solidFill>
                <a:latin typeface="Calibri"/>
                <a:ea typeface="Calibri"/>
                <a:cs typeface="Calibri"/>
                <a:sym typeface="Calibri"/>
              </a:rPr>
              <a:t> &lt; R</a:t>
            </a:r>
            <a:r>
              <a:rPr b="0" baseline="-25000" i="1" lang="en-US" sz="2800" u="none" cap="none" strike="noStrike">
                <a:solidFill>
                  <a:srgbClr val="CC0000"/>
                </a:solidFill>
                <a:latin typeface="Calibri"/>
                <a:ea typeface="Calibri"/>
                <a:cs typeface="Calibri"/>
                <a:sym typeface="Calibri"/>
              </a:rPr>
              <a:t>c</a:t>
            </a:r>
            <a:r>
              <a:rPr b="0" i="1" lang="en-US" sz="2800" u="none" cap="none" strike="noStrike">
                <a:solidFill>
                  <a:srgbClr val="FF33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What is average end-end throughput?</a:t>
            </a:r>
            <a:endParaRPr b="0" i="0" sz="2800" u="none" cap="none" strike="noStrike">
              <a:solidFill>
                <a:srgbClr val="000000"/>
              </a:solidFill>
              <a:latin typeface="Calibri"/>
              <a:ea typeface="Calibri"/>
              <a:cs typeface="Calibri"/>
              <a:sym typeface="Calibri"/>
            </a:endParaRPr>
          </a:p>
        </p:txBody>
      </p:sp>
      <p:grpSp>
        <p:nvGrpSpPr>
          <p:cNvPr id="9022" name="Google Shape;9022;p76"/>
          <p:cNvGrpSpPr/>
          <p:nvPr/>
        </p:nvGrpSpPr>
        <p:grpSpPr>
          <a:xfrm>
            <a:off x="2745351" y="2343655"/>
            <a:ext cx="2136775" cy="307975"/>
            <a:chOff x="2249" y="3430"/>
            <a:chExt cx="1389" cy="256"/>
          </a:xfrm>
        </p:grpSpPr>
        <p:sp>
          <p:nvSpPr>
            <p:cNvPr id="9023" name="Google Shape;9023;p76"/>
            <p:cNvSpPr/>
            <p:nvPr/>
          </p:nvSpPr>
          <p:spPr>
            <a:xfrm>
              <a:off x="3569" y="3433"/>
              <a:ext cx="69" cy="253"/>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24" name="Google Shape;9024;p76"/>
            <p:cNvSpPr/>
            <p:nvPr/>
          </p:nvSpPr>
          <p:spPr>
            <a:xfrm>
              <a:off x="2275" y="3433"/>
              <a:ext cx="1326" cy="253"/>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25" name="Google Shape;9025;p76"/>
            <p:cNvSpPr/>
            <p:nvPr/>
          </p:nvSpPr>
          <p:spPr>
            <a:xfrm>
              <a:off x="2249" y="3430"/>
              <a:ext cx="69" cy="253"/>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26" name="Google Shape;9026;p76"/>
            <p:cNvSpPr/>
            <p:nvPr/>
          </p:nvSpPr>
          <p:spPr>
            <a:xfrm>
              <a:off x="3562" y="3438"/>
              <a:ext cx="44" cy="245"/>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sp>
        <p:nvSpPr>
          <p:cNvPr id="9027" name="Google Shape;9027;p76"/>
          <p:cNvSpPr txBox="1"/>
          <p:nvPr/>
        </p:nvSpPr>
        <p:spPr>
          <a:xfrm>
            <a:off x="2534214" y="2270741"/>
            <a:ext cx="2586037"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R</a:t>
            </a:r>
            <a:r>
              <a:rPr b="0" baseline="-25000" i="0" lang="en-US" sz="2800" u="none" cap="none" strike="noStrike">
                <a:solidFill>
                  <a:srgbClr val="000000"/>
                </a:solidFill>
                <a:latin typeface="Calibri"/>
                <a:ea typeface="Calibri"/>
                <a:cs typeface="Calibri"/>
                <a:sym typeface="Calibri"/>
              </a:rPr>
              <a:t>s</a:t>
            </a:r>
            <a:r>
              <a:rPr b="0" baseline="-25000" i="0" lang="en-US" sz="20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bits/sec</a:t>
            </a:r>
            <a:endParaRPr b="0" i="0" sz="2000" u="none" cap="none" strike="noStrike">
              <a:solidFill>
                <a:srgbClr val="000000"/>
              </a:solidFill>
              <a:latin typeface="Calibri"/>
              <a:ea typeface="Calibri"/>
              <a:cs typeface="Calibri"/>
              <a:sym typeface="Calibri"/>
            </a:endParaRPr>
          </a:p>
        </p:txBody>
      </p:sp>
      <p:sp>
        <p:nvSpPr>
          <p:cNvPr id="9028" name="Google Shape;9028;p76"/>
          <p:cNvSpPr/>
          <p:nvPr/>
        </p:nvSpPr>
        <p:spPr>
          <a:xfrm flipH="1" rot="10800000">
            <a:off x="1934139" y="2111880"/>
            <a:ext cx="895350" cy="565150"/>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9" name="Google Shape;9029;p76"/>
          <p:cNvSpPr txBox="1"/>
          <p:nvPr/>
        </p:nvSpPr>
        <p:spPr>
          <a:xfrm flipH="1">
            <a:off x="1934125" y="2111875"/>
            <a:ext cx="895350" cy="5651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30" name="Google Shape;9030;p76"/>
          <p:cNvSpPr/>
          <p:nvPr/>
        </p:nvSpPr>
        <p:spPr>
          <a:xfrm>
            <a:off x="8168251" y="2318255"/>
            <a:ext cx="941624" cy="379413"/>
          </a:xfrm>
          <a:prstGeom prst="rightArrow">
            <a:avLst>
              <a:gd fmla="val 50000" name="adj1"/>
              <a:gd fmla="val 53870" name="adj2"/>
            </a:avLst>
          </a:pr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9031" name="Google Shape;9031;p76"/>
          <p:cNvGrpSpPr/>
          <p:nvPr/>
        </p:nvGrpSpPr>
        <p:grpSpPr>
          <a:xfrm>
            <a:off x="6118790" y="2210305"/>
            <a:ext cx="2577607" cy="569913"/>
            <a:chOff x="3130" y="3069"/>
            <a:chExt cx="1765" cy="366"/>
          </a:xfrm>
        </p:grpSpPr>
        <p:grpSp>
          <p:nvGrpSpPr>
            <p:cNvPr id="9032" name="Google Shape;9032;p76"/>
            <p:cNvGrpSpPr/>
            <p:nvPr/>
          </p:nvGrpSpPr>
          <p:grpSpPr>
            <a:xfrm>
              <a:off x="3130" y="3069"/>
              <a:ext cx="1765" cy="366"/>
              <a:chOff x="2249" y="3430"/>
              <a:chExt cx="1389" cy="256"/>
            </a:xfrm>
          </p:grpSpPr>
          <p:sp>
            <p:nvSpPr>
              <p:cNvPr id="9033" name="Google Shape;9033;p76"/>
              <p:cNvSpPr/>
              <p:nvPr/>
            </p:nvSpPr>
            <p:spPr>
              <a:xfrm>
                <a:off x="3569" y="3433"/>
                <a:ext cx="69" cy="253"/>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34" name="Google Shape;9034;p76"/>
              <p:cNvSpPr/>
              <p:nvPr/>
            </p:nvSpPr>
            <p:spPr>
              <a:xfrm>
                <a:off x="2275" y="3433"/>
                <a:ext cx="1329" cy="253"/>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35" name="Google Shape;9035;p76"/>
              <p:cNvSpPr/>
              <p:nvPr/>
            </p:nvSpPr>
            <p:spPr>
              <a:xfrm>
                <a:off x="2249" y="3430"/>
                <a:ext cx="69" cy="253"/>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36" name="Google Shape;9036;p76"/>
              <p:cNvSpPr/>
              <p:nvPr/>
            </p:nvSpPr>
            <p:spPr>
              <a:xfrm>
                <a:off x="3562" y="3438"/>
                <a:ext cx="44" cy="246"/>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sp>
          <p:nvSpPr>
            <p:cNvPr id="9037" name="Google Shape;9037;p76"/>
            <p:cNvSpPr txBox="1"/>
            <p:nvPr/>
          </p:nvSpPr>
          <p:spPr>
            <a:xfrm>
              <a:off x="3181" y="3135"/>
              <a:ext cx="1702" cy="25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a:t>
              </a:r>
              <a:r>
                <a:rPr b="0" baseline="-25000" i="0" lang="en-US" sz="2800" u="none" cap="none" strike="noStrike">
                  <a:solidFill>
                    <a:srgbClr val="000000"/>
                  </a:solidFill>
                  <a:latin typeface="Calibri"/>
                  <a:ea typeface="Calibri"/>
                  <a:cs typeface="Calibri"/>
                  <a:sym typeface="Calibri"/>
                </a:rPr>
                <a:t>c</a:t>
              </a:r>
              <a:r>
                <a:rPr b="0" baseline="-25000" i="0" lang="en-US" sz="20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bits/sec</a:t>
              </a:r>
              <a:endParaRPr b="0" i="0" sz="2000" u="none" cap="none" strike="noStrike">
                <a:solidFill>
                  <a:srgbClr val="000000"/>
                </a:solidFill>
                <a:latin typeface="Calibri"/>
                <a:ea typeface="Calibri"/>
                <a:cs typeface="Calibri"/>
                <a:sym typeface="Calibri"/>
              </a:endParaRPr>
            </a:p>
          </p:txBody>
        </p:sp>
      </p:grpSp>
      <p:sp>
        <p:nvSpPr>
          <p:cNvPr id="9038" name="Google Shape;9038;p76"/>
          <p:cNvSpPr/>
          <p:nvPr/>
        </p:nvSpPr>
        <p:spPr>
          <a:xfrm>
            <a:off x="1234051" y="3170791"/>
            <a:ext cx="8062913" cy="5540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2800"/>
              <a:buFont typeface="Calibri"/>
              <a:buNone/>
            </a:pPr>
            <a:r>
              <a:rPr b="0" i="1" lang="en-US" sz="2800" u="none" cap="none" strike="noStrike">
                <a:solidFill>
                  <a:srgbClr val="CC0000"/>
                </a:solidFill>
                <a:latin typeface="Calibri"/>
                <a:ea typeface="Calibri"/>
                <a:cs typeface="Calibri"/>
                <a:sym typeface="Calibri"/>
              </a:rPr>
              <a:t>R</a:t>
            </a:r>
            <a:r>
              <a:rPr b="0" baseline="-25000" i="1" lang="en-US" sz="2800" u="none" cap="none" strike="noStrike">
                <a:solidFill>
                  <a:srgbClr val="CC0000"/>
                </a:solidFill>
                <a:latin typeface="Calibri"/>
                <a:ea typeface="Calibri"/>
                <a:cs typeface="Calibri"/>
                <a:sym typeface="Calibri"/>
              </a:rPr>
              <a:t>s</a:t>
            </a:r>
            <a:r>
              <a:rPr b="0" i="1" lang="en-US" sz="2800" u="none" cap="none" strike="noStrike">
                <a:solidFill>
                  <a:srgbClr val="CC0000"/>
                </a:solidFill>
                <a:latin typeface="Calibri"/>
                <a:ea typeface="Calibri"/>
                <a:cs typeface="Calibri"/>
                <a:sym typeface="Calibri"/>
              </a:rPr>
              <a:t> &gt; R</a:t>
            </a:r>
            <a:r>
              <a:rPr b="0" baseline="-25000" i="1" lang="en-US" sz="2800" u="none" cap="none" strike="noStrike">
                <a:solidFill>
                  <a:srgbClr val="CC0000"/>
                </a:solidFill>
                <a:latin typeface="Calibri"/>
                <a:ea typeface="Calibri"/>
                <a:cs typeface="Calibri"/>
                <a:sym typeface="Calibri"/>
              </a:rPr>
              <a:t>c</a:t>
            </a:r>
            <a:r>
              <a:rPr b="0" i="1" lang="en-US" sz="2800" u="none" cap="none" strike="noStrike">
                <a:solidFill>
                  <a:srgbClr val="FF33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What is average end-end throughput?</a:t>
            </a:r>
            <a:endParaRPr b="0" i="0" sz="2800" u="none" cap="none" strike="noStrike">
              <a:solidFill>
                <a:srgbClr val="000000"/>
              </a:solidFill>
              <a:latin typeface="Calibri"/>
              <a:ea typeface="Calibri"/>
              <a:cs typeface="Calibri"/>
              <a:sym typeface="Calibri"/>
            </a:endParaRPr>
          </a:p>
        </p:txBody>
      </p:sp>
      <p:grpSp>
        <p:nvGrpSpPr>
          <p:cNvPr id="9039" name="Google Shape;9039;p76"/>
          <p:cNvGrpSpPr/>
          <p:nvPr/>
        </p:nvGrpSpPr>
        <p:grpSpPr>
          <a:xfrm>
            <a:off x="1327659" y="5111236"/>
            <a:ext cx="8847138" cy="1282702"/>
            <a:chOff x="186" y="3246"/>
            <a:chExt cx="5573" cy="808"/>
          </a:xfrm>
        </p:grpSpPr>
        <p:sp>
          <p:nvSpPr>
            <p:cNvPr id="9040" name="Google Shape;9040;p76"/>
            <p:cNvSpPr/>
            <p:nvPr/>
          </p:nvSpPr>
          <p:spPr>
            <a:xfrm>
              <a:off x="186" y="3414"/>
              <a:ext cx="5521" cy="640"/>
            </a:xfrm>
            <a:prstGeom prst="rect">
              <a:avLst/>
            </a:prstGeom>
            <a:solidFill>
              <a:srgbClr val="FFFFFF"/>
            </a:solidFill>
            <a:ln cap="flat" cmpd="sng" w="2857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41" name="Google Shape;9041;p76"/>
            <p:cNvSpPr txBox="1"/>
            <p:nvPr/>
          </p:nvSpPr>
          <p:spPr>
            <a:xfrm>
              <a:off x="238" y="3585"/>
              <a:ext cx="5521"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link on end-end path that constrains  end-end throughput</a:t>
              </a:r>
              <a:endParaRPr b="0" i="0" sz="2800" u="none" cap="none" strike="noStrike">
                <a:solidFill>
                  <a:srgbClr val="000000"/>
                </a:solidFill>
                <a:latin typeface="Calibri"/>
                <a:ea typeface="Calibri"/>
                <a:cs typeface="Calibri"/>
                <a:sym typeface="Calibri"/>
              </a:endParaRPr>
            </a:p>
          </p:txBody>
        </p:sp>
        <p:sp>
          <p:nvSpPr>
            <p:cNvPr id="9042" name="Google Shape;9042;p76"/>
            <p:cNvSpPr txBox="1"/>
            <p:nvPr/>
          </p:nvSpPr>
          <p:spPr>
            <a:xfrm>
              <a:off x="375" y="3246"/>
              <a:ext cx="1629" cy="33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bottleneck link</a:t>
              </a:r>
              <a:endParaRPr b="0" i="1" sz="2800" u="none" cap="none" strike="noStrike">
                <a:solidFill>
                  <a:srgbClr val="CC0000"/>
                </a:solidFill>
                <a:latin typeface="Calibri"/>
                <a:ea typeface="Calibri"/>
                <a:cs typeface="Calibri"/>
                <a:sym typeface="Calibri"/>
              </a:endParaRPr>
            </a:p>
          </p:txBody>
        </p:sp>
      </p:grpSp>
      <p:sp>
        <p:nvSpPr>
          <p:cNvPr id="9043" name="Google Shape;9043;p76"/>
          <p:cNvSpPr/>
          <p:nvPr/>
        </p:nvSpPr>
        <p:spPr>
          <a:xfrm>
            <a:off x="4883714" y="2311905"/>
            <a:ext cx="1365250" cy="381000"/>
          </a:xfrm>
          <a:prstGeom prst="rightArrow">
            <a:avLst>
              <a:gd fmla="val 50000" name="adj1"/>
              <a:gd fmla="val 89583" name="adj2"/>
            </a:avLst>
          </a:pr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9044" name="Google Shape;9044;p76"/>
          <p:cNvGrpSpPr/>
          <p:nvPr/>
        </p:nvGrpSpPr>
        <p:grpSpPr>
          <a:xfrm flipH="1">
            <a:off x="9058681" y="2157918"/>
            <a:ext cx="871538" cy="885825"/>
            <a:chOff x="-44" y="1473"/>
            <a:chExt cx="981" cy="1105"/>
          </a:xfrm>
        </p:grpSpPr>
        <p:pic>
          <p:nvPicPr>
            <p:cNvPr descr="desktop_computer_stylized_medium" id="9045" name="Google Shape;9045;p7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046" name="Google Shape;9046;p7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sp>
        <p:nvSpPr>
          <p:cNvPr id="9047" name="Google Shape;9047;p76"/>
          <p:cNvSpPr/>
          <p:nvPr/>
        </p:nvSpPr>
        <p:spPr>
          <a:xfrm>
            <a:off x="1846826" y="1854705"/>
            <a:ext cx="407988" cy="431800"/>
          </a:xfrm>
          <a:prstGeom prst="can">
            <a:avLst>
              <a:gd fmla="val 21398" name="adj"/>
            </a:avLst>
          </a:prstGeom>
          <a:gradFill>
            <a:gsLst>
              <a:gs pos="0">
                <a:srgbClr val="000099"/>
              </a:gs>
              <a:gs pos="100000">
                <a:srgbClr val="FFFFFF"/>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9048" name="Google Shape;9048;p76"/>
          <p:cNvGrpSpPr/>
          <p:nvPr/>
        </p:nvGrpSpPr>
        <p:grpSpPr>
          <a:xfrm>
            <a:off x="1908739" y="3723447"/>
            <a:ext cx="8126412" cy="1166813"/>
            <a:chOff x="775" y="2474"/>
            <a:chExt cx="5119" cy="735"/>
          </a:xfrm>
        </p:grpSpPr>
        <p:grpSp>
          <p:nvGrpSpPr>
            <p:cNvPr id="9049" name="Google Shape;9049;p76"/>
            <p:cNvGrpSpPr/>
            <p:nvPr/>
          </p:nvGrpSpPr>
          <p:grpSpPr>
            <a:xfrm>
              <a:off x="1056" y="2589"/>
              <a:ext cx="222" cy="552"/>
              <a:chOff x="4140" y="429"/>
              <a:chExt cx="1425" cy="2396"/>
            </a:xfrm>
          </p:grpSpPr>
          <p:sp>
            <p:nvSpPr>
              <p:cNvPr id="9050" name="Google Shape;9050;p7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51" name="Google Shape;9051;p76"/>
              <p:cNvSpPr/>
              <p:nvPr/>
            </p:nvSpPr>
            <p:spPr>
              <a:xfrm>
                <a:off x="4204" y="429"/>
                <a:ext cx="1046"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52" name="Google Shape;9052;p7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53" name="Google Shape;9053;p7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54" name="Google Shape;9054;p76"/>
              <p:cNvSpPr/>
              <p:nvPr/>
            </p:nvSpPr>
            <p:spPr>
              <a:xfrm>
                <a:off x="4211" y="694"/>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9055" name="Google Shape;9055;p76"/>
              <p:cNvGrpSpPr/>
              <p:nvPr/>
            </p:nvGrpSpPr>
            <p:grpSpPr>
              <a:xfrm>
                <a:off x="4750" y="668"/>
                <a:ext cx="578" cy="143"/>
                <a:chOff x="615" y="2568"/>
                <a:chExt cx="721" cy="137"/>
              </a:xfrm>
            </p:grpSpPr>
            <p:sp>
              <p:nvSpPr>
                <p:cNvPr id="9056" name="Google Shape;9056;p76"/>
                <p:cNvSpPr/>
                <p:nvPr/>
              </p:nvSpPr>
              <p:spPr>
                <a:xfrm>
                  <a:off x="615" y="2568"/>
                  <a:ext cx="721"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57" name="Google Shape;9057;p76"/>
                <p:cNvSpPr/>
                <p:nvPr/>
              </p:nvSpPr>
              <p:spPr>
                <a:xfrm>
                  <a:off x="631" y="2584"/>
                  <a:ext cx="689"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9058" name="Google Shape;9058;p76"/>
              <p:cNvSpPr/>
              <p:nvPr/>
            </p:nvSpPr>
            <p:spPr>
              <a:xfrm>
                <a:off x="4223" y="101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9059" name="Google Shape;9059;p76"/>
              <p:cNvGrpSpPr/>
              <p:nvPr/>
            </p:nvGrpSpPr>
            <p:grpSpPr>
              <a:xfrm>
                <a:off x="4749" y="993"/>
                <a:ext cx="578" cy="135"/>
                <a:chOff x="617" y="2567"/>
                <a:chExt cx="721" cy="140"/>
              </a:xfrm>
            </p:grpSpPr>
            <p:sp>
              <p:nvSpPr>
                <p:cNvPr id="9060" name="Google Shape;9060;p76"/>
                <p:cNvSpPr/>
                <p:nvPr/>
              </p:nvSpPr>
              <p:spPr>
                <a:xfrm>
                  <a:off x="617" y="2567"/>
                  <a:ext cx="72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61" name="Google Shape;9061;p76"/>
                <p:cNvSpPr/>
                <p:nvPr/>
              </p:nvSpPr>
              <p:spPr>
                <a:xfrm>
                  <a:off x="634" y="2585"/>
                  <a:ext cx="689"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9062" name="Google Shape;9062;p76"/>
              <p:cNvSpPr/>
              <p:nvPr/>
            </p:nvSpPr>
            <p:spPr>
              <a:xfrm>
                <a:off x="4217" y="1358"/>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63" name="Google Shape;9063;p76"/>
              <p:cNvSpPr/>
              <p:nvPr/>
            </p:nvSpPr>
            <p:spPr>
              <a:xfrm>
                <a:off x="4230" y="1653"/>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9064" name="Google Shape;9064;p76"/>
              <p:cNvGrpSpPr/>
              <p:nvPr/>
            </p:nvGrpSpPr>
            <p:grpSpPr>
              <a:xfrm>
                <a:off x="4737" y="1627"/>
                <a:ext cx="578" cy="152"/>
                <a:chOff x="616" y="2568"/>
                <a:chExt cx="720" cy="140"/>
              </a:xfrm>
            </p:grpSpPr>
            <p:sp>
              <p:nvSpPr>
                <p:cNvPr id="9065" name="Google Shape;9065;p76"/>
                <p:cNvSpPr/>
                <p:nvPr/>
              </p:nvSpPr>
              <p:spPr>
                <a:xfrm>
                  <a:off x="616" y="2568"/>
                  <a:ext cx="720"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66" name="Google Shape;9066;p76"/>
                <p:cNvSpPr/>
                <p:nvPr/>
              </p:nvSpPr>
              <p:spPr>
                <a:xfrm>
                  <a:off x="632" y="2584"/>
                  <a:ext cx="68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9067" name="Google Shape;9067;p7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9068" name="Google Shape;9068;p76"/>
              <p:cNvGrpSpPr/>
              <p:nvPr/>
            </p:nvGrpSpPr>
            <p:grpSpPr>
              <a:xfrm>
                <a:off x="4737" y="1327"/>
                <a:ext cx="584" cy="139"/>
                <a:chOff x="611" y="2568"/>
                <a:chExt cx="728" cy="139"/>
              </a:xfrm>
            </p:grpSpPr>
            <p:sp>
              <p:nvSpPr>
                <p:cNvPr id="9069" name="Google Shape;9069;p76"/>
                <p:cNvSpPr/>
                <p:nvPr/>
              </p:nvSpPr>
              <p:spPr>
                <a:xfrm>
                  <a:off x="611" y="2568"/>
                  <a:ext cx="728"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70" name="Google Shape;9070;p76"/>
                <p:cNvSpPr/>
                <p:nvPr/>
              </p:nvSpPr>
              <p:spPr>
                <a:xfrm>
                  <a:off x="627" y="2586"/>
                  <a:ext cx="696"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9071" name="Google Shape;9071;p76"/>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72" name="Google Shape;9072;p7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73" name="Google Shape;9073;p7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74" name="Google Shape;9074;p76"/>
              <p:cNvSpPr/>
              <p:nvPr/>
            </p:nvSpPr>
            <p:spPr>
              <a:xfrm>
                <a:off x="5520" y="2612"/>
                <a:ext cx="45"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75" name="Google Shape;9075;p7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76" name="Google Shape;9076;p76"/>
              <p:cNvSpPr/>
              <p:nvPr/>
            </p:nvSpPr>
            <p:spPr>
              <a:xfrm>
                <a:off x="4140" y="2677"/>
                <a:ext cx="1200"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77" name="Google Shape;9077;p76"/>
              <p:cNvSpPr/>
              <p:nvPr/>
            </p:nvSpPr>
            <p:spPr>
              <a:xfrm>
                <a:off x="4204" y="2712"/>
                <a:ext cx="1072"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78" name="Google Shape;9078;p76"/>
              <p:cNvSpPr/>
              <p:nvPr/>
            </p:nvSpPr>
            <p:spPr>
              <a:xfrm>
                <a:off x="4307" y="2382"/>
                <a:ext cx="160"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79" name="Google Shape;9079;p76"/>
              <p:cNvSpPr/>
              <p:nvPr/>
            </p:nvSpPr>
            <p:spPr>
              <a:xfrm>
                <a:off x="4487" y="2382"/>
                <a:ext cx="160"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Calibri"/>
                  <a:ea typeface="Calibri"/>
                  <a:cs typeface="Calibri"/>
                  <a:sym typeface="Calibri"/>
                </a:endParaRPr>
              </a:p>
            </p:txBody>
          </p:sp>
          <p:sp>
            <p:nvSpPr>
              <p:cNvPr id="9080" name="Google Shape;9080;p76"/>
              <p:cNvSpPr/>
              <p:nvPr/>
            </p:nvSpPr>
            <p:spPr>
              <a:xfrm>
                <a:off x="4660" y="2382"/>
                <a:ext cx="160"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81" name="Google Shape;9081;p76"/>
              <p:cNvSpPr/>
              <p:nvPr/>
            </p:nvSpPr>
            <p:spPr>
              <a:xfrm>
                <a:off x="5064" y="1835"/>
                <a:ext cx="83"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cxnSp>
          <p:nvCxnSpPr>
            <p:cNvPr id="9082" name="Google Shape;9082;p76"/>
            <p:cNvCxnSpPr/>
            <p:nvPr/>
          </p:nvCxnSpPr>
          <p:spPr>
            <a:xfrm>
              <a:off x="1354" y="2913"/>
              <a:ext cx="3661" cy="0"/>
            </a:xfrm>
            <a:prstGeom prst="straightConnector1">
              <a:avLst/>
            </a:prstGeom>
            <a:noFill/>
            <a:ln cap="flat" cmpd="sng" w="9525">
              <a:solidFill>
                <a:srgbClr val="000000"/>
              </a:solidFill>
              <a:prstDash val="solid"/>
              <a:round/>
              <a:headEnd len="sm" w="sm" type="none"/>
              <a:tailEnd len="sm" w="sm" type="none"/>
            </a:ln>
          </p:spPr>
        </p:cxnSp>
        <p:grpSp>
          <p:nvGrpSpPr>
            <p:cNvPr id="9083" name="Google Shape;9083;p76"/>
            <p:cNvGrpSpPr/>
            <p:nvPr/>
          </p:nvGrpSpPr>
          <p:grpSpPr>
            <a:xfrm>
              <a:off x="2731" y="2870"/>
              <a:ext cx="607" cy="108"/>
              <a:chOff x="3603" y="243"/>
              <a:chExt cx="357" cy="106"/>
            </a:xfrm>
          </p:grpSpPr>
          <p:cxnSp>
            <p:nvCxnSpPr>
              <p:cNvPr id="9084" name="Google Shape;9084;p76"/>
              <p:cNvCxnSpPr/>
              <p:nvPr/>
            </p:nvCxnSpPr>
            <p:spPr>
              <a:xfrm>
                <a:off x="3603" y="289"/>
                <a:ext cx="0" cy="60"/>
              </a:xfrm>
              <a:prstGeom prst="straightConnector1">
                <a:avLst/>
              </a:prstGeom>
              <a:noFill/>
              <a:ln cap="flat" cmpd="sng" w="12700">
                <a:solidFill>
                  <a:srgbClr val="000000"/>
                </a:solidFill>
                <a:prstDash val="solid"/>
                <a:round/>
                <a:headEnd len="sm" w="sm" type="none"/>
                <a:tailEnd len="sm" w="sm" type="none"/>
              </a:ln>
            </p:spPr>
          </p:cxnSp>
          <p:cxnSp>
            <p:nvCxnSpPr>
              <p:cNvPr id="9085" name="Google Shape;9085;p76"/>
              <p:cNvCxnSpPr/>
              <p:nvPr/>
            </p:nvCxnSpPr>
            <p:spPr>
              <a:xfrm>
                <a:off x="3960" y="289"/>
                <a:ext cx="0" cy="60"/>
              </a:xfrm>
              <a:prstGeom prst="straightConnector1">
                <a:avLst/>
              </a:prstGeom>
              <a:noFill/>
              <a:ln cap="flat" cmpd="sng" w="12700">
                <a:solidFill>
                  <a:srgbClr val="000000"/>
                </a:solidFill>
                <a:prstDash val="solid"/>
                <a:round/>
                <a:headEnd len="sm" w="sm" type="none"/>
                <a:tailEnd len="sm" w="sm" type="none"/>
              </a:ln>
            </p:spPr>
          </p:cxnSp>
          <p:sp>
            <p:nvSpPr>
              <p:cNvPr id="9086" name="Google Shape;9086;p76"/>
              <p:cNvSpPr/>
              <p:nvPr/>
            </p:nvSpPr>
            <p:spPr>
              <a:xfrm>
                <a:off x="3603" y="289"/>
                <a:ext cx="354" cy="5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9087" name="Google Shape;9087;p76"/>
              <p:cNvGrpSpPr/>
              <p:nvPr/>
            </p:nvGrpSpPr>
            <p:grpSpPr>
              <a:xfrm>
                <a:off x="3749" y="248"/>
                <a:ext cx="119" cy="65"/>
                <a:chOff x="2894" y="850"/>
                <a:chExt cx="94" cy="96"/>
              </a:xfrm>
            </p:grpSpPr>
            <p:cxnSp>
              <p:nvCxnSpPr>
                <p:cNvPr id="9088" name="Google Shape;9088;p76"/>
                <p:cNvCxnSpPr/>
                <p:nvPr/>
              </p:nvCxnSpPr>
              <p:spPr>
                <a:xfrm>
                  <a:off x="2944" y="946"/>
                  <a:ext cx="44" cy="0"/>
                </a:xfrm>
                <a:prstGeom prst="straightConnector1">
                  <a:avLst/>
                </a:prstGeom>
                <a:noFill/>
                <a:ln cap="flat" cmpd="sng" w="28575">
                  <a:solidFill>
                    <a:srgbClr val="000000"/>
                  </a:solidFill>
                  <a:prstDash val="solid"/>
                  <a:round/>
                  <a:headEnd len="sm" w="sm" type="none"/>
                  <a:tailEnd len="sm" w="sm" type="none"/>
                </a:ln>
              </p:spPr>
            </p:cxnSp>
            <p:cxnSp>
              <p:nvCxnSpPr>
                <p:cNvPr id="9089" name="Google Shape;9089;p76"/>
                <p:cNvCxnSpPr/>
                <p:nvPr/>
              </p:nvCxnSpPr>
              <p:spPr>
                <a:xfrm>
                  <a:off x="2894" y="850"/>
                  <a:ext cx="52" cy="96"/>
                </a:xfrm>
                <a:prstGeom prst="straightConnector1">
                  <a:avLst/>
                </a:prstGeom>
                <a:noFill/>
                <a:ln cap="flat" cmpd="sng" w="28575">
                  <a:solidFill>
                    <a:srgbClr val="000000"/>
                  </a:solidFill>
                  <a:prstDash val="solid"/>
                  <a:round/>
                  <a:headEnd len="sm" w="sm" type="none"/>
                  <a:tailEnd len="sm" w="sm" type="none"/>
                </a:ln>
              </p:spPr>
            </p:cxnSp>
          </p:grpSp>
          <p:grpSp>
            <p:nvGrpSpPr>
              <p:cNvPr id="9090" name="Google Shape;9090;p76"/>
              <p:cNvGrpSpPr/>
              <p:nvPr/>
            </p:nvGrpSpPr>
            <p:grpSpPr>
              <a:xfrm flipH="1" rot="10800000">
                <a:off x="3689" y="243"/>
                <a:ext cx="124" cy="66"/>
                <a:chOff x="2848" y="848"/>
                <a:chExt cx="98" cy="98"/>
              </a:xfrm>
            </p:grpSpPr>
            <p:cxnSp>
              <p:nvCxnSpPr>
                <p:cNvPr id="9091" name="Google Shape;9091;p76"/>
                <p:cNvCxnSpPr/>
                <p:nvPr/>
              </p:nvCxnSpPr>
              <p:spPr>
                <a:xfrm flipH="1" rot="10800000">
                  <a:off x="2848" y="848"/>
                  <a:ext cx="50" cy="2"/>
                </a:xfrm>
                <a:prstGeom prst="straightConnector1">
                  <a:avLst/>
                </a:prstGeom>
                <a:noFill/>
                <a:ln cap="flat" cmpd="sng" w="28575">
                  <a:solidFill>
                    <a:srgbClr val="000000"/>
                  </a:solidFill>
                  <a:prstDash val="solid"/>
                  <a:round/>
                  <a:headEnd len="sm" w="sm" type="none"/>
                  <a:tailEnd len="sm" w="sm" type="none"/>
                </a:ln>
              </p:spPr>
            </p:cxnSp>
            <p:cxnSp>
              <p:nvCxnSpPr>
                <p:cNvPr id="9092" name="Google Shape;9092;p76"/>
                <p:cNvCxnSpPr/>
                <p:nvPr/>
              </p:nvCxnSpPr>
              <p:spPr>
                <a:xfrm>
                  <a:off x="2894" y="850"/>
                  <a:ext cx="52" cy="96"/>
                </a:xfrm>
                <a:prstGeom prst="straightConnector1">
                  <a:avLst/>
                </a:prstGeom>
                <a:noFill/>
                <a:ln cap="flat" cmpd="sng" w="28575">
                  <a:solidFill>
                    <a:srgbClr val="000000"/>
                  </a:solidFill>
                  <a:prstDash val="solid"/>
                  <a:round/>
                  <a:headEnd len="sm" w="sm" type="none"/>
                  <a:tailEnd len="sm" w="sm" type="none"/>
                </a:ln>
              </p:spPr>
            </p:cxnSp>
          </p:grpSp>
        </p:grpSp>
        <p:sp>
          <p:nvSpPr>
            <p:cNvPr id="9093" name="Google Shape;9093;p76"/>
            <p:cNvSpPr/>
            <p:nvPr/>
          </p:nvSpPr>
          <p:spPr>
            <a:xfrm>
              <a:off x="4741" y="2812"/>
              <a:ext cx="609" cy="239"/>
            </a:xfrm>
            <a:prstGeom prst="rightArrow">
              <a:avLst>
                <a:gd fmla="val 50000" name="adj1"/>
                <a:gd fmla="val 53870" name="adj2"/>
              </a:avLst>
            </a:pr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9094" name="Google Shape;9094;p76"/>
            <p:cNvGrpSpPr/>
            <p:nvPr/>
          </p:nvGrpSpPr>
          <p:grpSpPr>
            <a:xfrm>
              <a:off x="1328" y="2739"/>
              <a:ext cx="1347" cy="360"/>
              <a:chOff x="2249" y="3459"/>
              <a:chExt cx="1389" cy="257"/>
            </a:xfrm>
          </p:grpSpPr>
          <p:sp>
            <p:nvSpPr>
              <p:cNvPr id="9095" name="Google Shape;9095;p76"/>
              <p:cNvSpPr/>
              <p:nvPr/>
            </p:nvSpPr>
            <p:spPr>
              <a:xfrm>
                <a:off x="3569" y="3463"/>
                <a:ext cx="69" cy="253"/>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96" name="Google Shape;9096;p76"/>
              <p:cNvSpPr/>
              <p:nvPr/>
            </p:nvSpPr>
            <p:spPr>
              <a:xfrm>
                <a:off x="2275" y="3459"/>
                <a:ext cx="1326" cy="253"/>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097" name="Google Shape;9097;p76"/>
              <p:cNvSpPr/>
              <p:nvPr/>
            </p:nvSpPr>
            <p:spPr>
              <a:xfrm>
                <a:off x="2249" y="3460"/>
                <a:ext cx="69" cy="253"/>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098" name="Google Shape;9098;p76"/>
              <p:cNvSpPr/>
              <p:nvPr/>
            </p:nvSpPr>
            <p:spPr>
              <a:xfrm>
                <a:off x="3562" y="3462"/>
                <a:ext cx="44" cy="246"/>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sp>
          <p:nvSpPr>
            <p:cNvPr id="9099" name="Google Shape;9099;p76"/>
            <p:cNvSpPr txBox="1"/>
            <p:nvPr/>
          </p:nvSpPr>
          <p:spPr>
            <a:xfrm>
              <a:off x="1313" y="2811"/>
              <a:ext cx="141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a:t>
              </a:r>
              <a:r>
                <a:rPr b="0" baseline="-25000" i="0" lang="en-US" sz="2800" u="none" cap="none" strike="noStrike">
                  <a:solidFill>
                    <a:srgbClr val="000000"/>
                  </a:solidFill>
                  <a:latin typeface="Calibri"/>
                  <a:ea typeface="Calibri"/>
                  <a:cs typeface="Calibri"/>
                  <a:sym typeface="Calibri"/>
                </a:rPr>
                <a:t>s</a:t>
              </a:r>
              <a:r>
                <a:rPr b="0" baseline="-25000" i="0" lang="en-US" sz="20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bits/sec</a:t>
              </a:r>
              <a:endParaRPr b="0" i="0" sz="2000" u="none" cap="none" strike="noStrike">
                <a:solidFill>
                  <a:srgbClr val="000000"/>
                </a:solidFill>
                <a:latin typeface="Calibri"/>
                <a:ea typeface="Calibri"/>
                <a:cs typeface="Calibri"/>
                <a:sym typeface="Calibri"/>
              </a:endParaRPr>
            </a:p>
          </p:txBody>
        </p:sp>
        <p:grpSp>
          <p:nvGrpSpPr>
            <p:cNvPr id="9100" name="Google Shape;9100;p76"/>
            <p:cNvGrpSpPr/>
            <p:nvPr/>
          </p:nvGrpSpPr>
          <p:grpSpPr>
            <a:xfrm>
              <a:off x="3419" y="2828"/>
              <a:ext cx="1621" cy="194"/>
              <a:chOff x="2249" y="3430"/>
              <a:chExt cx="1389" cy="256"/>
            </a:xfrm>
          </p:grpSpPr>
          <p:sp>
            <p:nvSpPr>
              <p:cNvPr id="9101" name="Google Shape;9101;p76"/>
              <p:cNvSpPr/>
              <p:nvPr/>
            </p:nvSpPr>
            <p:spPr>
              <a:xfrm>
                <a:off x="3569" y="3433"/>
                <a:ext cx="69" cy="253"/>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102" name="Google Shape;9102;p76"/>
              <p:cNvSpPr/>
              <p:nvPr/>
            </p:nvSpPr>
            <p:spPr>
              <a:xfrm>
                <a:off x="2275" y="3433"/>
                <a:ext cx="1326" cy="253"/>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9103" name="Google Shape;9103;p76"/>
              <p:cNvSpPr/>
              <p:nvPr/>
            </p:nvSpPr>
            <p:spPr>
              <a:xfrm>
                <a:off x="2249" y="3430"/>
                <a:ext cx="69" cy="253"/>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104" name="Google Shape;9104;p76"/>
              <p:cNvSpPr/>
              <p:nvPr/>
            </p:nvSpPr>
            <p:spPr>
              <a:xfrm>
                <a:off x="3562" y="3438"/>
                <a:ext cx="45" cy="245"/>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sp>
          <p:nvSpPr>
            <p:cNvPr id="9105" name="Google Shape;9105;p76"/>
            <p:cNvSpPr txBox="1"/>
            <p:nvPr/>
          </p:nvSpPr>
          <p:spPr>
            <a:xfrm>
              <a:off x="3475" y="2780"/>
              <a:ext cx="162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R</a:t>
              </a:r>
              <a:r>
                <a:rPr b="0" baseline="-25000" i="0" lang="en-US" sz="2800" u="none" cap="none" strike="noStrike">
                  <a:solidFill>
                    <a:srgbClr val="000000"/>
                  </a:solidFill>
                  <a:latin typeface="Calibri"/>
                  <a:ea typeface="Calibri"/>
                  <a:cs typeface="Calibri"/>
                  <a:sym typeface="Calibri"/>
                </a:rPr>
                <a:t>c</a:t>
              </a:r>
              <a:r>
                <a:rPr b="0" baseline="-25000" i="0" lang="en-US" sz="20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bits/sec</a:t>
              </a:r>
              <a:endParaRPr b="0" i="0" sz="2000" u="none" cap="none" strike="noStrike">
                <a:solidFill>
                  <a:srgbClr val="000000"/>
                </a:solidFill>
                <a:latin typeface="Calibri"/>
                <a:ea typeface="Calibri"/>
                <a:cs typeface="Calibri"/>
                <a:sym typeface="Calibri"/>
              </a:endParaRPr>
            </a:p>
          </p:txBody>
        </p:sp>
        <p:sp>
          <p:nvSpPr>
            <p:cNvPr id="9106" name="Google Shape;9106;p76"/>
            <p:cNvSpPr/>
            <p:nvPr/>
          </p:nvSpPr>
          <p:spPr>
            <a:xfrm>
              <a:off x="2668" y="2808"/>
              <a:ext cx="860" cy="240"/>
            </a:xfrm>
            <a:prstGeom prst="rightArrow">
              <a:avLst>
                <a:gd fmla="val 50000" name="adj1"/>
                <a:gd fmla="val 89583" name="adj2"/>
              </a:avLst>
            </a:pr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9107" name="Google Shape;9107;p76"/>
            <p:cNvSpPr/>
            <p:nvPr/>
          </p:nvSpPr>
          <p:spPr>
            <a:xfrm flipH="1" rot="10800000">
              <a:off x="814" y="2682"/>
              <a:ext cx="564" cy="356"/>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8" name="Google Shape;9108;p76"/>
            <p:cNvSpPr txBox="1"/>
            <p:nvPr/>
          </p:nvSpPr>
          <p:spPr>
            <a:xfrm flipH="1">
              <a:off x="800" y="2675"/>
              <a:ext cx="564" cy="3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9109" name="Google Shape;9109;p76"/>
            <p:cNvGrpSpPr/>
            <p:nvPr/>
          </p:nvGrpSpPr>
          <p:grpSpPr>
            <a:xfrm flipH="1">
              <a:off x="5345" y="2651"/>
              <a:ext cx="549" cy="558"/>
              <a:chOff x="-248" y="1473"/>
              <a:chExt cx="981" cy="1105"/>
            </a:xfrm>
          </p:grpSpPr>
          <p:pic>
            <p:nvPicPr>
              <p:cNvPr descr="desktop_computer_stylized_medium" id="9110" name="Google Shape;9110;p76"/>
              <p:cNvPicPr preferRelativeResize="0"/>
              <p:nvPr/>
            </p:nvPicPr>
            <p:blipFill rotWithShape="1">
              <a:blip r:embed="rId3">
                <a:alphaModFix/>
              </a:blip>
              <a:srcRect b="0" l="0" r="0" t="0"/>
              <a:stretch/>
            </p:blipFill>
            <p:spPr>
              <a:xfrm flipH="1">
                <a:off x="-248" y="1473"/>
                <a:ext cx="981" cy="1105"/>
              </a:xfrm>
              <a:prstGeom prst="rect">
                <a:avLst/>
              </a:prstGeom>
              <a:noFill/>
              <a:ln>
                <a:noFill/>
              </a:ln>
            </p:spPr>
          </p:pic>
          <p:sp>
            <p:nvSpPr>
              <p:cNvPr id="9111" name="Google Shape;9111;p76"/>
              <p:cNvSpPr/>
              <p:nvPr/>
            </p:nvSpPr>
            <p:spPr>
              <a:xfrm flipH="1">
                <a:off x="20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sp>
          <p:nvSpPr>
            <p:cNvPr id="9112" name="Google Shape;9112;p76"/>
            <p:cNvSpPr/>
            <p:nvPr/>
          </p:nvSpPr>
          <p:spPr>
            <a:xfrm>
              <a:off x="775" y="2474"/>
              <a:ext cx="257" cy="272"/>
            </a:xfrm>
            <a:prstGeom prst="can">
              <a:avLst>
                <a:gd fmla="val 21398" name="adj"/>
              </a:avLst>
            </a:prstGeom>
            <a:gradFill>
              <a:gsLst>
                <a:gs pos="0">
                  <a:srgbClr val="000099"/>
                </a:gs>
                <a:gs pos="100000">
                  <a:srgbClr val="FFFFFF"/>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38">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7" name="Shape 9117"/>
        <p:cNvGrpSpPr/>
        <p:nvPr/>
      </p:nvGrpSpPr>
      <p:grpSpPr>
        <a:xfrm>
          <a:off x="0" y="0"/>
          <a:ext cx="0" cy="0"/>
          <a:chOff x="0" y="0"/>
          <a:chExt cx="0" cy="0"/>
        </a:xfrm>
      </p:grpSpPr>
      <p:sp>
        <p:nvSpPr>
          <p:cNvPr id="9118" name="Google Shape;9118;p77"/>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Throughput: network scenario</a:t>
            </a:r>
            <a:endParaRPr sz="4400"/>
          </a:p>
        </p:txBody>
      </p:sp>
      <p:grpSp>
        <p:nvGrpSpPr>
          <p:cNvPr id="9119" name="Google Shape;9119;p77"/>
          <p:cNvGrpSpPr/>
          <p:nvPr/>
        </p:nvGrpSpPr>
        <p:grpSpPr>
          <a:xfrm>
            <a:off x="1066778" y="1303830"/>
            <a:ext cx="4754562" cy="5021997"/>
            <a:chOff x="6096000" y="1390614"/>
            <a:chExt cx="4754562" cy="5021997"/>
          </a:xfrm>
        </p:grpSpPr>
        <p:sp>
          <p:nvSpPr>
            <p:cNvPr id="9120" name="Google Shape;9120;p77"/>
            <p:cNvSpPr txBox="1"/>
            <p:nvPr/>
          </p:nvSpPr>
          <p:spPr>
            <a:xfrm>
              <a:off x="6096000" y="5581614"/>
              <a:ext cx="4754562"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10 connections (fairly) share backbone bottleneck link </a:t>
              </a:r>
              <a:r>
                <a:rPr b="0" i="1" lang="en-US" sz="2400" u="none" cap="none" strike="noStrike">
                  <a:solidFill>
                    <a:srgbClr val="000000"/>
                  </a:solidFill>
                  <a:latin typeface="Calibri"/>
                  <a:ea typeface="Calibri"/>
                  <a:cs typeface="Calibri"/>
                  <a:sym typeface="Calibri"/>
                </a:rPr>
                <a:t>R</a:t>
              </a:r>
              <a:r>
                <a:rPr b="0" baseline="-25000" i="0" lang="en-US" sz="24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bits/sec</a:t>
              </a:r>
              <a:endParaRPr b="0" i="0" sz="2400" u="none" cap="none" strike="noStrike">
                <a:solidFill>
                  <a:srgbClr val="000000"/>
                </a:solidFill>
                <a:latin typeface="Calibri"/>
                <a:ea typeface="Calibri"/>
                <a:cs typeface="Calibri"/>
                <a:sym typeface="Calibri"/>
              </a:endParaRPr>
            </a:p>
          </p:txBody>
        </p:sp>
        <p:sp>
          <p:nvSpPr>
            <p:cNvPr id="9121" name="Google Shape;9121;p77"/>
            <p:cNvSpPr/>
            <p:nvPr/>
          </p:nvSpPr>
          <p:spPr>
            <a:xfrm>
              <a:off x="6742112" y="2666964"/>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22" name="Google Shape;9122;p77"/>
            <p:cNvSpPr txBox="1"/>
            <p:nvPr/>
          </p:nvSpPr>
          <p:spPr>
            <a:xfrm>
              <a:off x="6605587" y="2290727"/>
              <a:ext cx="676275"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r>
                <a:rPr b="0" baseline="-25000" i="0" lang="en-US" sz="3200" u="none" cap="none" strike="noStrike">
                  <a:solidFill>
                    <a:srgbClr val="000000"/>
                  </a:solidFill>
                  <a:latin typeface="Calibri"/>
                  <a:ea typeface="Calibri"/>
                  <a:cs typeface="Calibri"/>
                  <a:sym typeface="Calibri"/>
                </a:rPr>
                <a:t>s</a:t>
              </a:r>
              <a:endParaRPr b="0" i="0" sz="2400" u="none" cap="none" strike="noStrike">
                <a:solidFill>
                  <a:srgbClr val="000000"/>
                </a:solidFill>
                <a:latin typeface="Calibri"/>
                <a:ea typeface="Calibri"/>
                <a:cs typeface="Calibri"/>
                <a:sym typeface="Calibri"/>
              </a:endParaRPr>
            </a:p>
          </p:txBody>
        </p:sp>
        <p:sp>
          <p:nvSpPr>
            <p:cNvPr id="9123" name="Google Shape;9123;p77"/>
            <p:cNvSpPr/>
            <p:nvPr/>
          </p:nvSpPr>
          <p:spPr>
            <a:xfrm rot="5400000">
              <a:off x="8470106" y="3718683"/>
              <a:ext cx="50800" cy="525462"/>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24" name="Google Shape;9124;p77"/>
            <p:cNvSpPr/>
            <p:nvPr/>
          </p:nvSpPr>
          <p:spPr>
            <a:xfrm rot="5400000">
              <a:off x="8003381" y="3224971"/>
              <a:ext cx="984250" cy="525462"/>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25" name="Google Shape;9125;p77"/>
            <p:cNvSpPr/>
            <p:nvPr/>
          </p:nvSpPr>
          <p:spPr>
            <a:xfrm rot="5400000">
              <a:off x="8474075" y="2739989"/>
              <a:ext cx="52387" cy="525463"/>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26" name="Google Shape;9126;p77"/>
            <p:cNvSpPr/>
            <p:nvPr/>
          </p:nvSpPr>
          <p:spPr>
            <a:xfrm rot="5400000">
              <a:off x="8474075" y="3711539"/>
              <a:ext cx="31750" cy="511175"/>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27" name="Google Shape;9127;p77"/>
            <p:cNvSpPr/>
            <p:nvPr/>
          </p:nvSpPr>
          <p:spPr>
            <a:xfrm rot="1792560">
              <a:off x="7480300" y="2614577"/>
              <a:ext cx="38100" cy="158750"/>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28" name="Google Shape;9128;p77"/>
            <p:cNvSpPr/>
            <p:nvPr/>
          </p:nvSpPr>
          <p:spPr>
            <a:xfrm rot="1792560">
              <a:off x="6815137" y="2411377"/>
              <a:ext cx="730250" cy="158750"/>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29" name="Google Shape;9129;p77"/>
            <p:cNvSpPr/>
            <p:nvPr/>
          </p:nvSpPr>
          <p:spPr>
            <a:xfrm rot="1792560">
              <a:off x="6850062" y="2211352"/>
              <a:ext cx="38100" cy="158750"/>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30" name="Google Shape;9130;p77"/>
            <p:cNvSpPr/>
            <p:nvPr/>
          </p:nvSpPr>
          <p:spPr>
            <a:xfrm rot="1792560">
              <a:off x="7477125" y="2611402"/>
              <a:ext cx="23812" cy="153987"/>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9131" name="Google Shape;9131;p77"/>
            <p:cNvCxnSpPr/>
            <p:nvPr/>
          </p:nvCxnSpPr>
          <p:spPr>
            <a:xfrm rot="1792560">
              <a:off x="6686550" y="2482814"/>
              <a:ext cx="955675" cy="0"/>
            </a:xfrm>
            <a:prstGeom prst="straightConnector1">
              <a:avLst/>
            </a:prstGeom>
            <a:noFill/>
            <a:ln cap="flat" cmpd="sng" w="38100">
              <a:solidFill>
                <a:srgbClr val="FF3300"/>
              </a:solidFill>
              <a:prstDash val="solid"/>
              <a:round/>
              <a:headEnd len="sm" w="sm" type="none"/>
              <a:tailEnd len="sm" w="sm" type="none"/>
            </a:ln>
          </p:spPr>
        </p:cxnSp>
        <p:sp>
          <p:nvSpPr>
            <p:cNvPr id="9132" name="Google Shape;9132;p77"/>
            <p:cNvSpPr/>
            <p:nvPr/>
          </p:nvSpPr>
          <p:spPr>
            <a:xfrm rot="2768172">
              <a:off x="7989887" y="2617752"/>
              <a:ext cx="47625" cy="142875"/>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33" name="Google Shape;9133;p77"/>
            <p:cNvSpPr/>
            <p:nvPr/>
          </p:nvSpPr>
          <p:spPr>
            <a:xfrm rot="2768172">
              <a:off x="7268369" y="2285170"/>
              <a:ext cx="915988" cy="142875"/>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34" name="Google Shape;9134;p77"/>
            <p:cNvSpPr/>
            <p:nvPr/>
          </p:nvSpPr>
          <p:spPr>
            <a:xfrm rot="2768172">
              <a:off x="7419975" y="1958939"/>
              <a:ext cx="47625" cy="142875"/>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35" name="Google Shape;9135;p77"/>
            <p:cNvSpPr/>
            <p:nvPr/>
          </p:nvSpPr>
          <p:spPr>
            <a:xfrm rot="2768172">
              <a:off x="7989887" y="2609814"/>
              <a:ext cx="30163" cy="138113"/>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9136" name="Google Shape;9136;p77"/>
            <p:cNvCxnSpPr/>
            <p:nvPr/>
          </p:nvCxnSpPr>
          <p:spPr>
            <a:xfrm rot="2768172">
              <a:off x="7111999" y="2341527"/>
              <a:ext cx="1196975" cy="0"/>
            </a:xfrm>
            <a:prstGeom prst="straightConnector1">
              <a:avLst/>
            </a:prstGeom>
            <a:noFill/>
            <a:ln cap="flat" cmpd="sng" w="38100">
              <a:solidFill>
                <a:srgbClr val="FF3300"/>
              </a:solidFill>
              <a:prstDash val="solid"/>
              <a:round/>
              <a:headEnd len="sm" w="sm" type="none"/>
              <a:tailEnd len="sm" w="sm" type="none"/>
            </a:ln>
          </p:spPr>
        </p:cxnSp>
        <p:sp>
          <p:nvSpPr>
            <p:cNvPr id="9137" name="Google Shape;9137;p77"/>
            <p:cNvSpPr/>
            <p:nvPr/>
          </p:nvSpPr>
          <p:spPr>
            <a:xfrm flipH="1" rot="-1792560">
              <a:off x="6943725" y="4467189"/>
              <a:ext cx="38100" cy="158750"/>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38" name="Google Shape;9138;p77"/>
            <p:cNvSpPr/>
            <p:nvPr/>
          </p:nvSpPr>
          <p:spPr>
            <a:xfrm flipH="1" rot="-1792560">
              <a:off x="6916737" y="4263989"/>
              <a:ext cx="730250" cy="158750"/>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39" name="Google Shape;9139;p77"/>
            <p:cNvSpPr/>
            <p:nvPr/>
          </p:nvSpPr>
          <p:spPr>
            <a:xfrm flipH="1" rot="-1792560">
              <a:off x="7575550" y="4063964"/>
              <a:ext cx="36512" cy="158750"/>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40" name="Google Shape;9140;p77"/>
            <p:cNvSpPr/>
            <p:nvPr/>
          </p:nvSpPr>
          <p:spPr>
            <a:xfrm flipH="1" rot="-1792560">
              <a:off x="6959600" y="4464014"/>
              <a:ext cx="23812" cy="153988"/>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9141" name="Google Shape;9141;p77"/>
            <p:cNvCxnSpPr/>
            <p:nvPr/>
          </p:nvCxnSpPr>
          <p:spPr>
            <a:xfrm rot="9007440">
              <a:off x="6821487" y="4335427"/>
              <a:ext cx="955675" cy="0"/>
            </a:xfrm>
            <a:prstGeom prst="straightConnector1">
              <a:avLst/>
            </a:prstGeom>
            <a:noFill/>
            <a:ln cap="flat" cmpd="sng" w="38100">
              <a:solidFill>
                <a:srgbClr val="FF3300"/>
              </a:solidFill>
              <a:prstDash val="solid"/>
              <a:round/>
              <a:headEnd len="sm" w="sm" type="none"/>
              <a:tailEnd len="med" w="med" type="triangle"/>
            </a:ln>
          </p:spPr>
        </p:cxnSp>
        <p:sp>
          <p:nvSpPr>
            <p:cNvPr id="9142" name="Google Shape;9142;p77"/>
            <p:cNvSpPr/>
            <p:nvPr/>
          </p:nvSpPr>
          <p:spPr>
            <a:xfrm flipH="1" rot="8031828">
              <a:off x="8197850" y="4240177"/>
              <a:ext cx="47625" cy="142875"/>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43" name="Google Shape;9143;p77"/>
            <p:cNvSpPr/>
            <p:nvPr/>
          </p:nvSpPr>
          <p:spPr>
            <a:xfrm flipH="1" rot="8031828">
              <a:off x="7475537" y="4571964"/>
              <a:ext cx="917575" cy="142875"/>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44" name="Google Shape;9144;p77"/>
            <p:cNvSpPr/>
            <p:nvPr/>
          </p:nvSpPr>
          <p:spPr>
            <a:xfrm flipH="1" rot="8031828">
              <a:off x="7629525" y="4898989"/>
              <a:ext cx="47625" cy="142875"/>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45" name="Google Shape;9145;p77"/>
            <p:cNvSpPr/>
            <p:nvPr/>
          </p:nvSpPr>
          <p:spPr>
            <a:xfrm flipH="1" rot="8031828">
              <a:off x="8197850" y="4249702"/>
              <a:ext cx="30162" cy="138112"/>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9146" name="Google Shape;9146;p77"/>
            <p:cNvCxnSpPr/>
            <p:nvPr/>
          </p:nvCxnSpPr>
          <p:spPr>
            <a:xfrm rot="-2768172">
              <a:off x="7319962" y="4657690"/>
              <a:ext cx="1196975" cy="0"/>
            </a:xfrm>
            <a:prstGeom prst="straightConnector1">
              <a:avLst/>
            </a:prstGeom>
            <a:noFill/>
            <a:ln cap="flat" cmpd="sng" w="38100">
              <a:solidFill>
                <a:srgbClr val="FF3300"/>
              </a:solidFill>
              <a:prstDash val="solid"/>
              <a:round/>
              <a:headEnd len="med" w="med" type="triangle"/>
              <a:tailEnd len="sm" w="sm" type="none"/>
            </a:ln>
          </p:spPr>
        </p:cxnSp>
        <p:sp>
          <p:nvSpPr>
            <p:cNvPr id="9147" name="Google Shape;9147;p77"/>
            <p:cNvSpPr/>
            <p:nvPr/>
          </p:nvSpPr>
          <p:spPr>
            <a:xfrm flipH="1" rot="-1792560">
              <a:off x="9150350" y="2586002"/>
              <a:ext cx="38100" cy="158750"/>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48" name="Google Shape;9148;p77"/>
            <p:cNvSpPr/>
            <p:nvPr/>
          </p:nvSpPr>
          <p:spPr>
            <a:xfrm flipH="1" rot="-1792560">
              <a:off x="9123362" y="2382802"/>
              <a:ext cx="730250" cy="158750"/>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49" name="Google Shape;9149;p77"/>
            <p:cNvSpPr/>
            <p:nvPr/>
          </p:nvSpPr>
          <p:spPr>
            <a:xfrm flipH="1" rot="-1792560">
              <a:off x="9782175" y="2182777"/>
              <a:ext cx="36512" cy="158750"/>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50" name="Google Shape;9150;p77"/>
            <p:cNvSpPr/>
            <p:nvPr/>
          </p:nvSpPr>
          <p:spPr>
            <a:xfrm flipH="1" rot="-1792560">
              <a:off x="9166225" y="2582827"/>
              <a:ext cx="25400" cy="153987"/>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9151" name="Google Shape;9151;p77"/>
            <p:cNvCxnSpPr/>
            <p:nvPr/>
          </p:nvCxnSpPr>
          <p:spPr>
            <a:xfrm rot="9007440">
              <a:off x="9028112" y="2454239"/>
              <a:ext cx="955675" cy="0"/>
            </a:xfrm>
            <a:prstGeom prst="straightConnector1">
              <a:avLst/>
            </a:prstGeom>
            <a:noFill/>
            <a:ln cap="flat" cmpd="sng" w="38100">
              <a:solidFill>
                <a:srgbClr val="FF3300"/>
              </a:solidFill>
              <a:prstDash val="solid"/>
              <a:round/>
              <a:headEnd len="sm" w="sm" type="none"/>
              <a:tailEnd len="sm" w="sm" type="none"/>
            </a:ln>
          </p:spPr>
        </p:cxnSp>
        <p:sp>
          <p:nvSpPr>
            <p:cNvPr id="9152" name="Google Shape;9152;p77"/>
            <p:cNvSpPr/>
            <p:nvPr/>
          </p:nvSpPr>
          <p:spPr>
            <a:xfrm rot="1792560">
              <a:off x="9907587" y="4546564"/>
              <a:ext cx="38100" cy="158750"/>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53" name="Google Shape;9153;p77"/>
            <p:cNvSpPr/>
            <p:nvPr/>
          </p:nvSpPr>
          <p:spPr>
            <a:xfrm rot="1792560">
              <a:off x="9240837" y="4341777"/>
              <a:ext cx="731838" cy="158750"/>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54" name="Google Shape;9154;p77"/>
            <p:cNvSpPr/>
            <p:nvPr/>
          </p:nvSpPr>
          <p:spPr>
            <a:xfrm rot="1792560">
              <a:off x="9275762" y="4141752"/>
              <a:ext cx="38100" cy="158750"/>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55" name="Google Shape;9155;p77"/>
            <p:cNvSpPr/>
            <p:nvPr/>
          </p:nvSpPr>
          <p:spPr>
            <a:xfrm rot="1792560">
              <a:off x="9902825" y="4543389"/>
              <a:ext cx="25400" cy="152400"/>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9156" name="Google Shape;9156;p77"/>
            <p:cNvCxnSpPr/>
            <p:nvPr/>
          </p:nvCxnSpPr>
          <p:spPr>
            <a:xfrm rot="1792560">
              <a:off x="9102725" y="4441789"/>
              <a:ext cx="1062037" cy="12700"/>
            </a:xfrm>
            <a:prstGeom prst="straightConnector1">
              <a:avLst/>
            </a:prstGeom>
            <a:noFill/>
            <a:ln cap="flat" cmpd="sng" w="38100">
              <a:solidFill>
                <a:srgbClr val="FF3300"/>
              </a:solidFill>
              <a:prstDash val="solid"/>
              <a:round/>
              <a:headEnd len="sm" w="sm" type="none"/>
              <a:tailEnd len="med" w="med" type="triangle"/>
            </a:ln>
          </p:spPr>
        </p:cxnSp>
        <p:sp>
          <p:nvSpPr>
            <p:cNvPr id="9157" name="Google Shape;9157;p77"/>
            <p:cNvSpPr txBox="1"/>
            <p:nvPr/>
          </p:nvSpPr>
          <p:spPr>
            <a:xfrm>
              <a:off x="7575550" y="1849402"/>
              <a:ext cx="676275"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r>
                <a:rPr b="0" baseline="-25000" i="0" lang="en-US" sz="3200" u="none" cap="none" strike="noStrike">
                  <a:solidFill>
                    <a:srgbClr val="000000"/>
                  </a:solidFill>
                  <a:latin typeface="Calibri"/>
                  <a:ea typeface="Calibri"/>
                  <a:cs typeface="Calibri"/>
                  <a:sym typeface="Calibri"/>
                </a:rPr>
                <a:t>s</a:t>
              </a:r>
              <a:endParaRPr b="0" i="0" sz="2400" u="none" cap="none" strike="noStrike">
                <a:solidFill>
                  <a:srgbClr val="000000"/>
                </a:solidFill>
                <a:latin typeface="Calibri"/>
                <a:ea typeface="Calibri"/>
                <a:cs typeface="Calibri"/>
                <a:sym typeface="Calibri"/>
              </a:endParaRPr>
            </a:p>
          </p:txBody>
        </p:sp>
        <p:sp>
          <p:nvSpPr>
            <p:cNvPr id="9158" name="Google Shape;9158;p77"/>
            <p:cNvSpPr txBox="1"/>
            <p:nvPr/>
          </p:nvSpPr>
          <p:spPr>
            <a:xfrm>
              <a:off x="9402762" y="2357402"/>
              <a:ext cx="676275"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r>
                <a:rPr b="0" baseline="-25000" i="0" lang="en-US" sz="3200" u="none" cap="none" strike="noStrike">
                  <a:solidFill>
                    <a:srgbClr val="000000"/>
                  </a:solidFill>
                  <a:latin typeface="Calibri"/>
                  <a:ea typeface="Calibri"/>
                  <a:cs typeface="Calibri"/>
                  <a:sym typeface="Calibri"/>
                </a:rPr>
                <a:t>s</a:t>
              </a:r>
              <a:endParaRPr b="0" i="0" sz="2400" u="none" cap="none" strike="noStrike">
                <a:solidFill>
                  <a:srgbClr val="000000"/>
                </a:solidFill>
                <a:latin typeface="Calibri"/>
                <a:ea typeface="Calibri"/>
                <a:cs typeface="Calibri"/>
                <a:sym typeface="Calibri"/>
              </a:endParaRPr>
            </a:p>
          </p:txBody>
        </p:sp>
        <p:sp>
          <p:nvSpPr>
            <p:cNvPr id="9159" name="Google Shape;9159;p77"/>
            <p:cNvSpPr/>
            <p:nvPr/>
          </p:nvSpPr>
          <p:spPr>
            <a:xfrm>
              <a:off x="7569200" y="2717764"/>
              <a:ext cx="800100" cy="1381125"/>
            </a:xfrm>
            <a:custGeom>
              <a:rect b="b" l="l" r="r" t="t"/>
              <a:pathLst>
                <a:path extrusionOk="0" h="870" w="504">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cap="flat" cmpd="sng" w="3810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60" name="Google Shape;9160;p77"/>
            <p:cNvSpPr txBox="1"/>
            <p:nvPr/>
          </p:nvSpPr>
          <p:spPr>
            <a:xfrm>
              <a:off x="6583362" y="3833062"/>
              <a:ext cx="674688"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r>
                <a:rPr b="0" baseline="-25000" i="0" lang="en-US" sz="3200" u="none" cap="none" strike="noStrike">
                  <a:solidFill>
                    <a:srgbClr val="000000"/>
                  </a:solidFill>
                  <a:latin typeface="Calibri"/>
                  <a:ea typeface="Calibri"/>
                  <a:cs typeface="Calibri"/>
                  <a:sym typeface="Calibri"/>
                </a:rPr>
                <a:t>c</a:t>
              </a:r>
              <a:endParaRPr b="0" i="0" sz="2400" u="none" cap="none" strike="noStrike">
                <a:solidFill>
                  <a:srgbClr val="000000"/>
                </a:solidFill>
                <a:latin typeface="Calibri"/>
                <a:ea typeface="Calibri"/>
                <a:cs typeface="Calibri"/>
                <a:sym typeface="Calibri"/>
              </a:endParaRPr>
            </a:p>
          </p:txBody>
        </p:sp>
        <p:sp>
          <p:nvSpPr>
            <p:cNvPr id="9161" name="Google Shape;9161;p77"/>
            <p:cNvSpPr/>
            <p:nvPr/>
          </p:nvSpPr>
          <p:spPr>
            <a:xfrm>
              <a:off x="8032750" y="2695539"/>
              <a:ext cx="431800" cy="1570038"/>
            </a:xfrm>
            <a:custGeom>
              <a:rect b="b" l="l" r="r" t="t"/>
              <a:pathLst>
                <a:path extrusionOk="0" h="989" w="272">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cap="flat" cmpd="sng" w="3810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62" name="Google Shape;9162;p77"/>
            <p:cNvSpPr/>
            <p:nvPr/>
          </p:nvSpPr>
          <p:spPr>
            <a:xfrm>
              <a:off x="8616950" y="2679664"/>
              <a:ext cx="638175" cy="1538288"/>
            </a:xfrm>
            <a:custGeom>
              <a:rect b="b" l="l" r="r" t="t"/>
              <a:pathLst>
                <a:path extrusionOk="0" h="969" w="402">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cap="flat" cmpd="sng" w="3810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63" name="Google Shape;9163;p77"/>
            <p:cNvSpPr txBox="1"/>
            <p:nvPr/>
          </p:nvSpPr>
          <p:spPr>
            <a:xfrm>
              <a:off x="7842250" y="4444964"/>
              <a:ext cx="676275"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r>
                <a:rPr b="0" baseline="-25000" i="0" lang="en-US" sz="3200" u="none" cap="none" strike="noStrike">
                  <a:solidFill>
                    <a:srgbClr val="000000"/>
                  </a:solidFill>
                  <a:latin typeface="Calibri"/>
                  <a:ea typeface="Calibri"/>
                  <a:cs typeface="Calibri"/>
                  <a:sym typeface="Calibri"/>
                </a:rPr>
                <a:t>c</a:t>
              </a:r>
              <a:endParaRPr b="0" i="0" sz="2400" u="none" cap="none" strike="noStrike">
                <a:solidFill>
                  <a:srgbClr val="000000"/>
                </a:solidFill>
                <a:latin typeface="Calibri"/>
                <a:ea typeface="Calibri"/>
                <a:cs typeface="Calibri"/>
                <a:sym typeface="Calibri"/>
              </a:endParaRPr>
            </a:p>
          </p:txBody>
        </p:sp>
        <p:sp>
          <p:nvSpPr>
            <p:cNvPr id="9164" name="Google Shape;9164;p77"/>
            <p:cNvSpPr txBox="1"/>
            <p:nvPr/>
          </p:nvSpPr>
          <p:spPr>
            <a:xfrm>
              <a:off x="9529762" y="3932202"/>
              <a:ext cx="674688"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r>
                <a:rPr b="0" baseline="-25000" i="0" lang="en-US" sz="3200" u="none" cap="none" strike="noStrike">
                  <a:solidFill>
                    <a:srgbClr val="000000"/>
                  </a:solidFill>
                  <a:latin typeface="Calibri"/>
                  <a:ea typeface="Calibri"/>
                  <a:cs typeface="Calibri"/>
                  <a:sym typeface="Calibri"/>
                </a:rPr>
                <a:t>c</a:t>
              </a:r>
              <a:endParaRPr b="0" i="0" sz="2400" u="none" cap="none" strike="noStrike">
                <a:solidFill>
                  <a:srgbClr val="000000"/>
                </a:solidFill>
                <a:latin typeface="Calibri"/>
                <a:ea typeface="Calibri"/>
                <a:cs typeface="Calibri"/>
                <a:sym typeface="Calibri"/>
              </a:endParaRPr>
            </a:p>
          </p:txBody>
        </p:sp>
        <p:sp>
          <p:nvSpPr>
            <p:cNvPr id="9165" name="Google Shape;9165;p77"/>
            <p:cNvSpPr txBox="1"/>
            <p:nvPr/>
          </p:nvSpPr>
          <p:spPr>
            <a:xfrm>
              <a:off x="8558212" y="3303552"/>
              <a:ext cx="67627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b="0" i="0" sz="2400" u="none" cap="none" strike="noStrike">
                <a:solidFill>
                  <a:srgbClr val="000000"/>
                </a:solidFill>
                <a:latin typeface="Calibri"/>
                <a:ea typeface="Calibri"/>
                <a:cs typeface="Calibri"/>
                <a:sym typeface="Calibri"/>
              </a:endParaRPr>
            </a:p>
          </p:txBody>
        </p:sp>
        <p:grpSp>
          <p:nvGrpSpPr>
            <p:cNvPr id="9166" name="Google Shape;9166;p77"/>
            <p:cNvGrpSpPr/>
            <p:nvPr/>
          </p:nvGrpSpPr>
          <p:grpSpPr>
            <a:xfrm>
              <a:off x="6435725" y="1730339"/>
              <a:ext cx="352425" cy="660400"/>
              <a:chOff x="4140" y="429"/>
              <a:chExt cx="1425" cy="2396"/>
            </a:xfrm>
          </p:grpSpPr>
          <p:sp>
            <p:nvSpPr>
              <p:cNvPr id="9167" name="Google Shape;9167;p7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68" name="Google Shape;9168;p77"/>
              <p:cNvSpPr/>
              <p:nvPr/>
            </p:nvSpPr>
            <p:spPr>
              <a:xfrm>
                <a:off x="4204" y="429"/>
                <a:ext cx="1046" cy="228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69" name="Google Shape;9169;p7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70" name="Google Shape;9170;p7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71" name="Google Shape;9171;p77"/>
              <p:cNvSpPr/>
              <p:nvPr/>
            </p:nvSpPr>
            <p:spPr>
              <a:xfrm>
                <a:off x="4211" y="694"/>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9172" name="Google Shape;9172;p77"/>
              <p:cNvGrpSpPr/>
              <p:nvPr/>
            </p:nvGrpSpPr>
            <p:grpSpPr>
              <a:xfrm>
                <a:off x="4750" y="660"/>
                <a:ext cx="578" cy="155"/>
                <a:chOff x="615" y="2560"/>
                <a:chExt cx="721" cy="149"/>
              </a:xfrm>
            </p:grpSpPr>
            <p:sp>
              <p:nvSpPr>
                <p:cNvPr id="9173" name="Google Shape;9173;p77"/>
                <p:cNvSpPr/>
                <p:nvPr/>
              </p:nvSpPr>
              <p:spPr>
                <a:xfrm>
                  <a:off x="615" y="2560"/>
                  <a:ext cx="721" cy="14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74" name="Google Shape;9174;p77"/>
                <p:cNvSpPr/>
                <p:nvPr/>
              </p:nvSpPr>
              <p:spPr>
                <a:xfrm>
                  <a:off x="631" y="2582"/>
                  <a:ext cx="689"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9175" name="Google Shape;9175;p77"/>
              <p:cNvSpPr/>
              <p:nvPr/>
            </p:nvSpPr>
            <p:spPr>
              <a:xfrm>
                <a:off x="4223" y="1016"/>
                <a:ext cx="597"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9176" name="Google Shape;9176;p77"/>
              <p:cNvGrpSpPr/>
              <p:nvPr/>
            </p:nvGrpSpPr>
            <p:grpSpPr>
              <a:xfrm>
                <a:off x="4749" y="993"/>
                <a:ext cx="578" cy="132"/>
                <a:chOff x="617" y="2567"/>
                <a:chExt cx="721" cy="137"/>
              </a:xfrm>
            </p:grpSpPr>
            <p:sp>
              <p:nvSpPr>
                <p:cNvPr id="9177" name="Google Shape;9177;p77"/>
                <p:cNvSpPr/>
                <p:nvPr/>
              </p:nvSpPr>
              <p:spPr>
                <a:xfrm>
                  <a:off x="617" y="2567"/>
                  <a:ext cx="721"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78" name="Google Shape;9178;p77"/>
                <p:cNvSpPr/>
                <p:nvPr/>
              </p:nvSpPr>
              <p:spPr>
                <a:xfrm>
                  <a:off x="634" y="2585"/>
                  <a:ext cx="689"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9179" name="Google Shape;9179;p77"/>
              <p:cNvSpPr/>
              <p:nvPr/>
            </p:nvSpPr>
            <p:spPr>
              <a:xfrm>
                <a:off x="4217" y="1356"/>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80" name="Google Shape;9180;p77"/>
              <p:cNvSpPr/>
              <p:nvPr/>
            </p:nvSpPr>
            <p:spPr>
              <a:xfrm>
                <a:off x="4230" y="1656"/>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9181" name="Google Shape;9181;p77"/>
              <p:cNvGrpSpPr/>
              <p:nvPr/>
            </p:nvGrpSpPr>
            <p:grpSpPr>
              <a:xfrm>
                <a:off x="4737" y="1627"/>
                <a:ext cx="578" cy="150"/>
                <a:chOff x="616" y="2568"/>
                <a:chExt cx="720" cy="138"/>
              </a:xfrm>
            </p:grpSpPr>
            <p:sp>
              <p:nvSpPr>
                <p:cNvPr id="9182" name="Google Shape;9182;p77"/>
                <p:cNvSpPr/>
                <p:nvPr/>
              </p:nvSpPr>
              <p:spPr>
                <a:xfrm>
                  <a:off x="616" y="2568"/>
                  <a:ext cx="72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83" name="Google Shape;9183;p77"/>
                <p:cNvSpPr/>
                <p:nvPr/>
              </p:nvSpPr>
              <p:spPr>
                <a:xfrm>
                  <a:off x="632" y="2584"/>
                  <a:ext cx="688"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9184" name="Google Shape;9184;p7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grpSp>
            <p:nvGrpSpPr>
              <p:cNvPr id="9185" name="Google Shape;9185;p77"/>
              <p:cNvGrpSpPr/>
              <p:nvPr/>
            </p:nvGrpSpPr>
            <p:grpSpPr>
              <a:xfrm>
                <a:off x="4737" y="1328"/>
                <a:ext cx="584" cy="138"/>
                <a:chOff x="611" y="2569"/>
                <a:chExt cx="728" cy="138"/>
              </a:xfrm>
            </p:grpSpPr>
            <p:sp>
              <p:nvSpPr>
                <p:cNvPr id="9186" name="Google Shape;9186;p77"/>
                <p:cNvSpPr/>
                <p:nvPr/>
              </p:nvSpPr>
              <p:spPr>
                <a:xfrm>
                  <a:off x="611" y="2569"/>
                  <a:ext cx="728"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87" name="Google Shape;9187;p77"/>
                <p:cNvSpPr/>
                <p:nvPr/>
              </p:nvSpPr>
              <p:spPr>
                <a:xfrm>
                  <a:off x="627" y="2586"/>
                  <a:ext cx="696"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9188" name="Google Shape;9188;p77"/>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89" name="Google Shape;9189;p7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90" name="Google Shape;9190;p7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91" name="Google Shape;9191;p77"/>
              <p:cNvSpPr/>
              <p:nvPr/>
            </p:nvSpPr>
            <p:spPr>
              <a:xfrm>
                <a:off x="5520" y="2612"/>
                <a:ext cx="45"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92" name="Google Shape;9192;p7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193" name="Google Shape;9193;p77"/>
              <p:cNvSpPr/>
              <p:nvPr/>
            </p:nvSpPr>
            <p:spPr>
              <a:xfrm>
                <a:off x="4140" y="2675"/>
                <a:ext cx="1200"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94" name="Google Shape;9194;p77"/>
              <p:cNvSpPr/>
              <p:nvPr/>
            </p:nvSpPr>
            <p:spPr>
              <a:xfrm>
                <a:off x="4204" y="2710"/>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95" name="Google Shape;9195;p77"/>
              <p:cNvSpPr/>
              <p:nvPr/>
            </p:nvSpPr>
            <p:spPr>
              <a:xfrm>
                <a:off x="4307" y="2382"/>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96" name="Google Shape;9196;p77"/>
              <p:cNvSpPr/>
              <p:nvPr/>
            </p:nvSpPr>
            <p:spPr>
              <a:xfrm>
                <a:off x="4487" y="2382"/>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p:txBody>
          </p:sp>
          <p:sp>
            <p:nvSpPr>
              <p:cNvPr id="9197" name="Google Shape;9197;p77"/>
              <p:cNvSpPr/>
              <p:nvPr/>
            </p:nvSpPr>
            <p:spPr>
              <a:xfrm>
                <a:off x="4660" y="2382"/>
                <a:ext cx="160"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198" name="Google Shape;9198;p77"/>
              <p:cNvSpPr/>
              <p:nvPr/>
            </p:nvSpPr>
            <p:spPr>
              <a:xfrm>
                <a:off x="5064" y="1834"/>
                <a:ext cx="83"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grpSp>
          <p:nvGrpSpPr>
            <p:cNvPr id="9199" name="Google Shape;9199;p77"/>
            <p:cNvGrpSpPr/>
            <p:nvPr/>
          </p:nvGrpSpPr>
          <p:grpSpPr>
            <a:xfrm>
              <a:off x="7010400" y="1390614"/>
              <a:ext cx="352425" cy="660400"/>
              <a:chOff x="4140" y="429"/>
              <a:chExt cx="1425" cy="2396"/>
            </a:xfrm>
          </p:grpSpPr>
          <p:sp>
            <p:nvSpPr>
              <p:cNvPr id="9200" name="Google Shape;9200;p7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201" name="Google Shape;9201;p77"/>
              <p:cNvSpPr/>
              <p:nvPr/>
            </p:nvSpPr>
            <p:spPr>
              <a:xfrm>
                <a:off x="4204" y="429"/>
                <a:ext cx="1046" cy="228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02" name="Google Shape;9202;p7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203" name="Google Shape;9203;p7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204" name="Google Shape;9204;p77"/>
              <p:cNvSpPr/>
              <p:nvPr/>
            </p:nvSpPr>
            <p:spPr>
              <a:xfrm>
                <a:off x="4211" y="694"/>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9205" name="Google Shape;9205;p77"/>
              <p:cNvGrpSpPr/>
              <p:nvPr/>
            </p:nvGrpSpPr>
            <p:grpSpPr>
              <a:xfrm>
                <a:off x="4750" y="660"/>
                <a:ext cx="578" cy="155"/>
                <a:chOff x="615" y="2560"/>
                <a:chExt cx="721" cy="149"/>
              </a:xfrm>
            </p:grpSpPr>
            <p:sp>
              <p:nvSpPr>
                <p:cNvPr id="9206" name="Google Shape;9206;p77"/>
                <p:cNvSpPr/>
                <p:nvPr/>
              </p:nvSpPr>
              <p:spPr>
                <a:xfrm>
                  <a:off x="615" y="2560"/>
                  <a:ext cx="721" cy="14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07" name="Google Shape;9207;p77"/>
                <p:cNvSpPr/>
                <p:nvPr/>
              </p:nvSpPr>
              <p:spPr>
                <a:xfrm>
                  <a:off x="631" y="2582"/>
                  <a:ext cx="689"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9208" name="Google Shape;9208;p77"/>
              <p:cNvSpPr/>
              <p:nvPr/>
            </p:nvSpPr>
            <p:spPr>
              <a:xfrm>
                <a:off x="4223" y="1016"/>
                <a:ext cx="597"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9209" name="Google Shape;9209;p77"/>
              <p:cNvGrpSpPr/>
              <p:nvPr/>
            </p:nvGrpSpPr>
            <p:grpSpPr>
              <a:xfrm>
                <a:off x="4749" y="993"/>
                <a:ext cx="578" cy="132"/>
                <a:chOff x="617" y="2567"/>
                <a:chExt cx="721" cy="137"/>
              </a:xfrm>
            </p:grpSpPr>
            <p:sp>
              <p:nvSpPr>
                <p:cNvPr id="9210" name="Google Shape;9210;p77"/>
                <p:cNvSpPr/>
                <p:nvPr/>
              </p:nvSpPr>
              <p:spPr>
                <a:xfrm>
                  <a:off x="617" y="2567"/>
                  <a:ext cx="721"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11" name="Google Shape;9211;p77"/>
                <p:cNvSpPr/>
                <p:nvPr/>
              </p:nvSpPr>
              <p:spPr>
                <a:xfrm>
                  <a:off x="634" y="2585"/>
                  <a:ext cx="689"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9212" name="Google Shape;9212;p77"/>
              <p:cNvSpPr/>
              <p:nvPr/>
            </p:nvSpPr>
            <p:spPr>
              <a:xfrm>
                <a:off x="4217" y="1356"/>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13" name="Google Shape;9213;p77"/>
              <p:cNvSpPr/>
              <p:nvPr/>
            </p:nvSpPr>
            <p:spPr>
              <a:xfrm>
                <a:off x="4230" y="1656"/>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9214" name="Google Shape;9214;p77"/>
              <p:cNvGrpSpPr/>
              <p:nvPr/>
            </p:nvGrpSpPr>
            <p:grpSpPr>
              <a:xfrm>
                <a:off x="4737" y="1627"/>
                <a:ext cx="578" cy="150"/>
                <a:chOff x="616" y="2568"/>
                <a:chExt cx="720" cy="138"/>
              </a:xfrm>
            </p:grpSpPr>
            <p:sp>
              <p:nvSpPr>
                <p:cNvPr id="9215" name="Google Shape;9215;p77"/>
                <p:cNvSpPr/>
                <p:nvPr/>
              </p:nvSpPr>
              <p:spPr>
                <a:xfrm>
                  <a:off x="616" y="2568"/>
                  <a:ext cx="72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16" name="Google Shape;9216;p77"/>
                <p:cNvSpPr/>
                <p:nvPr/>
              </p:nvSpPr>
              <p:spPr>
                <a:xfrm>
                  <a:off x="632" y="2584"/>
                  <a:ext cx="688"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9217" name="Google Shape;9217;p7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grpSp>
            <p:nvGrpSpPr>
              <p:cNvPr id="9218" name="Google Shape;9218;p77"/>
              <p:cNvGrpSpPr/>
              <p:nvPr/>
            </p:nvGrpSpPr>
            <p:grpSpPr>
              <a:xfrm>
                <a:off x="4737" y="1328"/>
                <a:ext cx="584" cy="138"/>
                <a:chOff x="611" y="2569"/>
                <a:chExt cx="728" cy="138"/>
              </a:xfrm>
            </p:grpSpPr>
            <p:sp>
              <p:nvSpPr>
                <p:cNvPr id="9219" name="Google Shape;9219;p77"/>
                <p:cNvSpPr/>
                <p:nvPr/>
              </p:nvSpPr>
              <p:spPr>
                <a:xfrm>
                  <a:off x="611" y="2569"/>
                  <a:ext cx="728"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20" name="Google Shape;9220;p77"/>
                <p:cNvSpPr/>
                <p:nvPr/>
              </p:nvSpPr>
              <p:spPr>
                <a:xfrm>
                  <a:off x="627" y="2586"/>
                  <a:ext cx="696"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9221" name="Google Shape;9221;p77"/>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22" name="Google Shape;9222;p7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223" name="Google Shape;9223;p7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224" name="Google Shape;9224;p77"/>
              <p:cNvSpPr/>
              <p:nvPr/>
            </p:nvSpPr>
            <p:spPr>
              <a:xfrm>
                <a:off x="5520" y="2612"/>
                <a:ext cx="45"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25" name="Google Shape;9225;p7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226" name="Google Shape;9226;p77"/>
              <p:cNvSpPr/>
              <p:nvPr/>
            </p:nvSpPr>
            <p:spPr>
              <a:xfrm>
                <a:off x="4140" y="2675"/>
                <a:ext cx="1200"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27" name="Google Shape;9227;p77"/>
              <p:cNvSpPr/>
              <p:nvPr/>
            </p:nvSpPr>
            <p:spPr>
              <a:xfrm>
                <a:off x="4204" y="2710"/>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28" name="Google Shape;9228;p77"/>
              <p:cNvSpPr/>
              <p:nvPr/>
            </p:nvSpPr>
            <p:spPr>
              <a:xfrm>
                <a:off x="4307" y="2382"/>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29" name="Google Shape;9229;p77"/>
              <p:cNvSpPr/>
              <p:nvPr/>
            </p:nvSpPr>
            <p:spPr>
              <a:xfrm>
                <a:off x="4487" y="2382"/>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p:txBody>
          </p:sp>
          <p:sp>
            <p:nvSpPr>
              <p:cNvPr id="9230" name="Google Shape;9230;p77"/>
              <p:cNvSpPr/>
              <p:nvPr/>
            </p:nvSpPr>
            <p:spPr>
              <a:xfrm>
                <a:off x="4660" y="2382"/>
                <a:ext cx="160"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31" name="Google Shape;9231;p77"/>
              <p:cNvSpPr/>
              <p:nvPr/>
            </p:nvSpPr>
            <p:spPr>
              <a:xfrm>
                <a:off x="5064" y="1834"/>
                <a:ext cx="83"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grpSp>
          <p:nvGrpSpPr>
            <p:cNvPr id="9232" name="Google Shape;9232;p77"/>
            <p:cNvGrpSpPr/>
            <p:nvPr/>
          </p:nvGrpSpPr>
          <p:grpSpPr>
            <a:xfrm>
              <a:off x="9861550" y="1646202"/>
              <a:ext cx="352425" cy="660400"/>
              <a:chOff x="4140" y="429"/>
              <a:chExt cx="1425" cy="2396"/>
            </a:xfrm>
          </p:grpSpPr>
          <p:sp>
            <p:nvSpPr>
              <p:cNvPr id="9233" name="Google Shape;9233;p7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234" name="Google Shape;9234;p77"/>
              <p:cNvSpPr/>
              <p:nvPr/>
            </p:nvSpPr>
            <p:spPr>
              <a:xfrm>
                <a:off x="4204" y="429"/>
                <a:ext cx="1046" cy="228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35" name="Google Shape;9235;p7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236" name="Google Shape;9236;p7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237" name="Google Shape;9237;p77"/>
              <p:cNvSpPr/>
              <p:nvPr/>
            </p:nvSpPr>
            <p:spPr>
              <a:xfrm>
                <a:off x="4211" y="694"/>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9238" name="Google Shape;9238;p77"/>
              <p:cNvGrpSpPr/>
              <p:nvPr/>
            </p:nvGrpSpPr>
            <p:grpSpPr>
              <a:xfrm>
                <a:off x="4750" y="660"/>
                <a:ext cx="578" cy="155"/>
                <a:chOff x="615" y="2560"/>
                <a:chExt cx="721" cy="149"/>
              </a:xfrm>
            </p:grpSpPr>
            <p:sp>
              <p:nvSpPr>
                <p:cNvPr id="9239" name="Google Shape;9239;p77"/>
                <p:cNvSpPr/>
                <p:nvPr/>
              </p:nvSpPr>
              <p:spPr>
                <a:xfrm>
                  <a:off x="615" y="2560"/>
                  <a:ext cx="721" cy="14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40" name="Google Shape;9240;p77"/>
                <p:cNvSpPr/>
                <p:nvPr/>
              </p:nvSpPr>
              <p:spPr>
                <a:xfrm>
                  <a:off x="631" y="2582"/>
                  <a:ext cx="689"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9241" name="Google Shape;9241;p77"/>
              <p:cNvSpPr/>
              <p:nvPr/>
            </p:nvSpPr>
            <p:spPr>
              <a:xfrm>
                <a:off x="4223" y="1016"/>
                <a:ext cx="597"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9242" name="Google Shape;9242;p77"/>
              <p:cNvGrpSpPr/>
              <p:nvPr/>
            </p:nvGrpSpPr>
            <p:grpSpPr>
              <a:xfrm>
                <a:off x="4749" y="993"/>
                <a:ext cx="578" cy="132"/>
                <a:chOff x="617" y="2567"/>
                <a:chExt cx="721" cy="137"/>
              </a:xfrm>
            </p:grpSpPr>
            <p:sp>
              <p:nvSpPr>
                <p:cNvPr id="9243" name="Google Shape;9243;p77"/>
                <p:cNvSpPr/>
                <p:nvPr/>
              </p:nvSpPr>
              <p:spPr>
                <a:xfrm>
                  <a:off x="617" y="2567"/>
                  <a:ext cx="721"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44" name="Google Shape;9244;p77"/>
                <p:cNvSpPr/>
                <p:nvPr/>
              </p:nvSpPr>
              <p:spPr>
                <a:xfrm>
                  <a:off x="634" y="2585"/>
                  <a:ext cx="689"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9245" name="Google Shape;9245;p77"/>
              <p:cNvSpPr/>
              <p:nvPr/>
            </p:nvSpPr>
            <p:spPr>
              <a:xfrm>
                <a:off x="4217" y="1356"/>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46" name="Google Shape;9246;p77"/>
              <p:cNvSpPr/>
              <p:nvPr/>
            </p:nvSpPr>
            <p:spPr>
              <a:xfrm>
                <a:off x="4230" y="1656"/>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9247" name="Google Shape;9247;p77"/>
              <p:cNvGrpSpPr/>
              <p:nvPr/>
            </p:nvGrpSpPr>
            <p:grpSpPr>
              <a:xfrm>
                <a:off x="4737" y="1627"/>
                <a:ext cx="578" cy="150"/>
                <a:chOff x="616" y="2568"/>
                <a:chExt cx="720" cy="138"/>
              </a:xfrm>
            </p:grpSpPr>
            <p:sp>
              <p:nvSpPr>
                <p:cNvPr id="9248" name="Google Shape;9248;p77"/>
                <p:cNvSpPr/>
                <p:nvPr/>
              </p:nvSpPr>
              <p:spPr>
                <a:xfrm>
                  <a:off x="616" y="2568"/>
                  <a:ext cx="72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49" name="Google Shape;9249;p77"/>
                <p:cNvSpPr/>
                <p:nvPr/>
              </p:nvSpPr>
              <p:spPr>
                <a:xfrm>
                  <a:off x="632" y="2584"/>
                  <a:ext cx="688"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9250" name="Google Shape;9250;p7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grpSp>
            <p:nvGrpSpPr>
              <p:cNvPr id="9251" name="Google Shape;9251;p77"/>
              <p:cNvGrpSpPr/>
              <p:nvPr/>
            </p:nvGrpSpPr>
            <p:grpSpPr>
              <a:xfrm>
                <a:off x="4737" y="1328"/>
                <a:ext cx="584" cy="138"/>
                <a:chOff x="611" y="2569"/>
                <a:chExt cx="728" cy="138"/>
              </a:xfrm>
            </p:grpSpPr>
            <p:sp>
              <p:nvSpPr>
                <p:cNvPr id="9252" name="Google Shape;9252;p77"/>
                <p:cNvSpPr/>
                <p:nvPr/>
              </p:nvSpPr>
              <p:spPr>
                <a:xfrm>
                  <a:off x="611" y="2569"/>
                  <a:ext cx="728"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53" name="Google Shape;9253;p77"/>
                <p:cNvSpPr/>
                <p:nvPr/>
              </p:nvSpPr>
              <p:spPr>
                <a:xfrm>
                  <a:off x="627" y="2586"/>
                  <a:ext cx="696"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9254" name="Google Shape;9254;p77"/>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55" name="Google Shape;9255;p7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256" name="Google Shape;9256;p7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257" name="Google Shape;9257;p77"/>
              <p:cNvSpPr/>
              <p:nvPr/>
            </p:nvSpPr>
            <p:spPr>
              <a:xfrm>
                <a:off x="5520" y="2612"/>
                <a:ext cx="45"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58" name="Google Shape;9258;p7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9259" name="Google Shape;9259;p77"/>
              <p:cNvSpPr/>
              <p:nvPr/>
            </p:nvSpPr>
            <p:spPr>
              <a:xfrm>
                <a:off x="4140" y="2675"/>
                <a:ext cx="1200"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60" name="Google Shape;9260;p77"/>
              <p:cNvSpPr/>
              <p:nvPr/>
            </p:nvSpPr>
            <p:spPr>
              <a:xfrm>
                <a:off x="4204" y="2710"/>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61" name="Google Shape;9261;p77"/>
              <p:cNvSpPr/>
              <p:nvPr/>
            </p:nvSpPr>
            <p:spPr>
              <a:xfrm>
                <a:off x="4307" y="2382"/>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62" name="Google Shape;9262;p77"/>
              <p:cNvSpPr/>
              <p:nvPr/>
            </p:nvSpPr>
            <p:spPr>
              <a:xfrm>
                <a:off x="4487" y="2382"/>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p:txBody>
          </p:sp>
          <p:sp>
            <p:nvSpPr>
              <p:cNvPr id="9263" name="Google Shape;9263;p77"/>
              <p:cNvSpPr/>
              <p:nvPr/>
            </p:nvSpPr>
            <p:spPr>
              <a:xfrm>
                <a:off x="4660" y="2382"/>
                <a:ext cx="160"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264" name="Google Shape;9264;p77"/>
              <p:cNvSpPr/>
              <p:nvPr/>
            </p:nvSpPr>
            <p:spPr>
              <a:xfrm>
                <a:off x="5064" y="1834"/>
                <a:ext cx="83"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grpSp>
          <p:nvGrpSpPr>
            <p:cNvPr id="9265" name="Google Shape;9265;p77"/>
            <p:cNvGrpSpPr/>
            <p:nvPr/>
          </p:nvGrpSpPr>
          <p:grpSpPr>
            <a:xfrm flipH="1">
              <a:off x="10010775" y="4435439"/>
              <a:ext cx="803275" cy="771525"/>
              <a:chOff x="-44" y="1473"/>
              <a:chExt cx="981" cy="1105"/>
            </a:xfrm>
          </p:grpSpPr>
          <p:pic>
            <p:nvPicPr>
              <p:cNvPr descr="desktop_computer_stylized_medium" id="9266" name="Google Shape;9266;p7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267" name="Google Shape;9267;p7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grpSp>
        <p:grpSp>
          <p:nvGrpSpPr>
            <p:cNvPr id="9268" name="Google Shape;9268;p77"/>
            <p:cNvGrpSpPr/>
            <p:nvPr/>
          </p:nvGrpSpPr>
          <p:grpSpPr>
            <a:xfrm>
              <a:off x="6096000" y="4416389"/>
              <a:ext cx="803275" cy="771525"/>
              <a:chOff x="-44" y="1473"/>
              <a:chExt cx="981" cy="1105"/>
            </a:xfrm>
          </p:grpSpPr>
          <p:pic>
            <p:nvPicPr>
              <p:cNvPr descr="desktop_computer_stylized_medium" id="9269" name="Google Shape;9269;p7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270" name="Google Shape;9270;p7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grpSp>
        <p:grpSp>
          <p:nvGrpSpPr>
            <p:cNvPr id="9271" name="Google Shape;9271;p77"/>
            <p:cNvGrpSpPr/>
            <p:nvPr/>
          </p:nvGrpSpPr>
          <p:grpSpPr>
            <a:xfrm>
              <a:off x="6718300" y="4865652"/>
              <a:ext cx="803275" cy="771525"/>
              <a:chOff x="-44" y="1473"/>
              <a:chExt cx="981" cy="1105"/>
            </a:xfrm>
          </p:grpSpPr>
          <p:pic>
            <p:nvPicPr>
              <p:cNvPr descr="desktop_computer_stylized_medium" id="9272" name="Google Shape;9272;p7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273" name="Google Shape;9273;p7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grpSp>
      </p:grpSp>
      <p:sp>
        <p:nvSpPr>
          <p:cNvPr id="9274" name="Google Shape;9274;p77"/>
          <p:cNvSpPr txBox="1"/>
          <p:nvPr/>
        </p:nvSpPr>
        <p:spPr>
          <a:xfrm>
            <a:off x="6423025" y="1491615"/>
            <a:ext cx="452247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0"/>
              </a:buClr>
              <a:buSzPts val="3200"/>
              <a:buFont typeface="Noto Sans Symbols"/>
              <a:buChar char="▪"/>
            </a:pPr>
            <a:r>
              <a:rPr b="0" i="0" lang="en-US" sz="3200" u="none" cap="none" strike="noStrike">
                <a:solidFill>
                  <a:srgbClr val="000000"/>
                </a:solidFill>
                <a:latin typeface="Calibri"/>
                <a:ea typeface="Calibri"/>
                <a:cs typeface="Calibri"/>
                <a:sym typeface="Calibri"/>
              </a:rPr>
              <a:t>per-connection end-end throughput: </a:t>
            </a:r>
            <a:r>
              <a:rPr b="0" i="1" lang="en-US" sz="3200" u="none" cap="none" strike="noStrike">
                <a:solidFill>
                  <a:srgbClr val="000000"/>
                </a:solidFill>
                <a:latin typeface="Calibri"/>
                <a:ea typeface="Calibri"/>
                <a:cs typeface="Calibri"/>
                <a:sym typeface="Calibri"/>
              </a:rPr>
              <a:t>min(R</a:t>
            </a:r>
            <a:r>
              <a:rPr b="0" baseline="-25000" i="1" lang="en-US" sz="3200" u="none" cap="none" strike="noStrike">
                <a:solidFill>
                  <a:srgbClr val="000000"/>
                </a:solidFill>
                <a:latin typeface="Calibri"/>
                <a:ea typeface="Calibri"/>
                <a:cs typeface="Calibri"/>
                <a:sym typeface="Calibri"/>
              </a:rPr>
              <a:t>c</a:t>
            </a:r>
            <a:r>
              <a:rPr b="0" i="1" lang="en-US" sz="3200" u="none" cap="none" strike="noStrike">
                <a:solidFill>
                  <a:srgbClr val="000000"/>
                </a:solidFill>
                <a:latin typeface="Calibri"/>
                <a:ea typeface="Calibri"/>
                <a:cs typeface="Calibri"/>
                <a:sym typeface="Calibri"/>
              </a:rPr>
              <a:t>,R</a:t>
            </a:r>
            <a:r>
              <a:rPr b="0" baseline="-25000" i="1" lang="en-US" sz="3200" u="none" cap="none" strike="noStrike">
                <a:solidFill>
                  <a:srgbClr val="000000"/>
                </a:solidFill>
                <a:latin typeface="Calibri"/>
                <a:ea typeface="Calibri"/>
                <a:cs typeface="Calibri"/>
                <a:sym typeface="Calibri"/>
              </a:rPr>
              <a:t>s</a:t>
            </a:r>
            <a:r>
              <a:rPr b="0" i="1" lang="en-US" sz="3200" u="none" cap="none" strike="noStrike">
                <a:solidFill>
                  <a:srgbClr val="000000"/>
                </a:solidFill>
                <a:latin typeface="Calibri"/>
                <a:ea typeface="Calibri"/>
                <a:cs typeface="Calibri"/>
                <a:sym typeface="Calibri"/>
              </a:rPr>
              <a:t>,R/10)</a:t>
            </a:r>
            <a:endParaRPr b="0" i="1" sz="3200" u="none" cap="none" strike="noStrike">
              <a:solidFill>
                <a:srgbClr val="000000"/>
              </a:solidFill>
              <a:latin typeface="Calibri"/>
              <a:ea typeface="Calibri"/>
              <a:cs typeface="Calibri"/>
              <a:sym typeface="Calibri"/>
            </a:endParaRPr>
          </a:p>
          <a:p>
            <a:pPr indent="-342900" lvl="0" marL="342900" marR="0" rtl="0" algn="l">
              <a:lnSpc>
                <a:spcPct val="85000"/>
              </a:lnSpc>
              <a:spcBef>
                <a:spcPts val="640"/>
              </a:spcBef>
              <a:spcAft>
                <a:spcPts val="0"/>
              </a:spcAft>
              <a:buClr>
                <a:srgbClr val="000090"/>
              </a:buClr>
              <a:buSzPts val="3200"/>
              <a:buFont typeface="Noto Sans Symbols"/>
              <a:buChar char="▪"/>
            </a:pPr>
            <a:r>
              <a:rPr b="0" i="0" lang="en-US" sz="3200" u="none" cap="none" strike="noStrike">
                <a:solidFill>
                  <a:srgbClr val="000000"/>
                </a:solidFill>
                <a:latin typeface="Calibri"/>
                <a:ea typeface="Calibri"/>
                <a:cs typeface="Calibri"/>
                <a:sym typeface="Calibri"/>
              </a:rPr>
              <a:t>in practice: </a:t>
            </a:r>
            <a:r>
              <a:rPr b="0" i="1" lang="en-US" sz="3200" u="none" cap="none" strike="noStrike">
                <a:solidFill>
                  <a:srgbClr val="000000"/>
                </a:solidFill>
                <a:latin typeface="Calibri"/>
                <a:ea typeface="Calibri"/>
                <a:cs typeface="Calibri"/>
                <a:sym typeface="Calibri"/>
              </a:rPr>
              <a:t>R</a:t>
            </a:r>
            <a:r>
              <a:rPr b="0" baseline="-25000" i="1" lang="en-US" sz="3200" u="none" cap="none" strike="noStrike">
                <a:solidFill>
                  <a:srgbClr val="000000"/>
                </a:solidFill>
                <a:latin typeface="Calibri"/>
                <a:ea typeface="Calibri"/>
                <a:cs typeface="Calibri"/>
                <a:sym typeface="Calibri"/>
              </a:rPr>
              <a:t>c</a:t>
            </a:r>
            <a:r>
              <a:rPr b="0" i="0" lang="en-US" sz="3200" u="none" cap="none" strike="noStrike">
                <a:solidFill>
                  <a:srgbClr val="000000"/>
                </a:solidFill>
                <a:latin typeface="Calibri"/>
                <a:ea typeface="Calibri"/>
                <a:cs typeface="Calibri"/>
                <a:sym typeface="Calibri"/>
              </a:rPr>
              <a:t> or </a:t>
            </a:r>
            <a:r>
              <a:rPr b="0" i="1" lang="en-US" sz="3200" u="none" cap="none" strike="noStrike">
                <a:solidFill>
                  <a:srgbClr val="000000"/>
                </a:solidFill>
                <a:latin typeface="Calibri"/>
                <a:ea typeface="Calibri"/>
                <a:cs typeface="Calibri"/>
                <a:sym typeface="Calibri"/>
              </a:rPr>
              <a:t>R</a:t>
            </a:r>
            <a:r>
              <a:rPr b="0" baseline="-25000" i="1" lang="en-US" sz="3200" u="none" cap="none" strike="noStrike">
                <a:solidFill>
                  <a:srgbClr val="000000"/>
                </a:solidFill>
                <a:latin typeface="Calibri"/>
                <a:ea typeface="Calibri"/>
                <a:cs typeface="Calibri"/>
                <a:sym typeface="Calibri"/>
              </a:rPr>
              <a:t>s</a:t>
            </a:r>
            <a:r>
              <a:rPr b="0" i="0" lang="en-US" sz="3200" u="none" cap="none" strike="noStrike">
                <a:solidFill>
                  <a:srgbClr val="000000"/>
                </a:solidFill>
                <a:latin typeface="Calibri"/>
                <a:ea typeface="Calibri"/>
                <a:cs typeface="Calibri"/>
                <a:sym typeface="Calibri"/>
              </a:rPr>
              <a:t> is often bottleneck</a:t>
            </a:r>
            <a:endParaRPr b="0" i="0" sz="32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9" name="Shape 9279"/>
        <p:cNvGrpSpPr/>
        <p:nvPr/>
      </p:nvGrpSpPr>
      <p:grpSpPr>
        <a:xfrm>
          <a:off x="0" y="0"/>
          <a:ext cx="0" cy="0"/>
          <a:chOff x="0" y="0"/>
          <a:chExt cx="0" cy="0"/>
        </a:xfrm>
      </p:grpSpPr>
      <p:sp>
        <p:nvSpPr>
          <p:cNvPr id="9280" name="Google Shape;9280;g37197852de2_0_179"/>
          <p:cNvSpPr txBox="1"/>
          <p:nvPr>
            <p:ph type="title"/>
          </p:nvPr>
        </p:nvSpPr>
        <p:spPr>
          <a:xfrm>
            <a:off x="838200" y="451821"/>
            <a:ext cx="10515600" cy="894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Example</a:t>
            </a:r>
            <a:endParaRPr/>
          </a:p>
        </p:txBody>
      </p:sp>
      <p:sp>
        <p:nvSpPr>
          <p:cNvPr id="9281" name="Google Shape;9281;g37197852de2_0_179"/>
          <p:cNvSpPr txBox="1"/>
          <p:nvPr>
            <p:ph idx="1" type="body"/>
          </p:nvPr>
        </p:nvSpPr>
        <p:spPr>
          <a:xfrm>
            <a:off x="838200" y="1825625"/>
            <a:ext cx="5181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Let's consider a simple network with the following parameters:</a:t>
            </a:r>
            <a:endParaRPr/>
          </a:p>
          <a:p>
            <a:pPr indent="-342900" lvl="0" marL="457200" rtl="0" algn="l">
              <a:spcBef>
                <a:spcPts val="1000"/>
              </a:spcBef>
              <a:spcAft>
                <a:spcPts val="0"/>
              </a:spcAft>
              <a:buSzPts val="1800"/>
              <a:buAutoNum type="arabicPeriod"/>
            </a:pPr>
            <a:r>
              <a:rPr lang="en-US"/>
              <a:t>Server transmission Rate R_s=30mbps</a:t>
            </a:r>
            <a:endParaRPr/>
          </a:p>
          <a:p>
            <a:pPr indent="-342900" lvl="0" marL="457200" rtl="0" algn="l">
              <a:spcBef>
                <a:spcPts val="0"/>
              </a:spcBef>
              <a:spcAft>
                <a:spcPts val="0"/>
              </a:spcAft>
              <a:buSzPts val="1800"/>
              <a:buAutoNum type="arabicPeriod"/>
            </a:pPr>
            <a:r>
              <a:rPr lang="en-US"/>
              <a:t>Client transmission rate R_c=75mbps</a:t>
            </a:r>
            <a:endParaRPr/>
          </a:p>
          <a:p>
            <a:pPr indent="-342900" lvl="0" marL="457200" rtl="0" algn="l">
              <a:spcBef>
                <a:spcPts val="0"/>
              </a:spcBef>
              <a:spcAft>
                <a:spcPts val="0"/>
              </a:spcAft>
              <a:buSzPts val="1800"/>
              <a:buAutoNum type="arabicPeriod"/>
            </a:pPr>
            <a:r>
              <a:rPr lang="en-US"/>
              <a:t>Shared linked capacity R=300mbps </a:t>
            </a:r>
            <a:endParaRPr/>
          </a:p>
          <a:p>
            <a:pPr indent="-342900" lvl="0" marL="457200" rtl="0" algn="l">
              <a:spcBef>
                <a:spcPts val="0"/>
              </a:spcBef>
              <a:spcAft>
                <a:spcPts val="0"/>
              </a:spcAft>
              <a:buSzPts val="1800"/>
              <a:buAutoNum type="arabicPeriod"/>
            </a:pPr>
            <a:r>
              <a:rPr lang="en-US"/>
              <a:t>no of links = 10</a:t>
            </a:r>
            <a:endParaRPr/>
          </a:p>
          <a:p>
            <a:pPr indent="0" lvl="0" marL="0" rtl="0" algn="l">
              <a:spcBef>
                <a:spcPts val="1000"/>
              </a:spcBef>
              <a:spcAft>
                <a:spcPts val="0"/>
              </a:spcAft>
              <a:buNone/>
            </a:pPr>
            <a:r>
              <a:t/>
            </a:r>
            <a:endParaRPr/>
          </a:p>
        </p:txBody>
      </p:sp>
      <p:sp>
        <p:nvSpPr>
          <p:cNvPr id="9282" name="Google Shape;9282;g37197852de2_0_179"/>
          <p:cNvSpPr txBox="1"/>
          <p:nvPr>
            <p:ph idx="2" type="body"/>
          </p:nvPr>
        </p:nvSpPr>
        <p:spPr>
          <a:xfrm>
            <a:off x="6172200" y="1825625"/>
            <a:ext cx="5181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end-to-end throughput for each client in this scenario is </a:t>
            </a:r>
            <a:endParaRPr/>
          </a:p>
          <a:p>
            <a:pPr indent="0" lvl="0" marL="0" rtl="0" algn="l">
              <a:spcBef>
                <a:spcPts val="1000"/>
              </a:spcBef>
              <a:spcAft>
                <a:spcPts val="0"/>
              </a:spcAft>
              <a:buNone/>
            </a:pPr>
            <a:r>
              <a:rPr lang="en-US"/>
              <a:t>min(R_s, R_c, 300/10)= 30mbps.</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6" name="Shape 9286"/>
        <p:cNvGrpSpPr/>
        <p:nvPr/>
      </p:nvGrpSpPr>
      <p:grpSpPr>
        <a:xfrm>
          <a:off x="0" y="0"/>
          <a:ext cx="0" cy="0"/>
          <a:chOff x="0" y="0"/>
          <a:chExt cx="0" cy="0"/>
        </a:xfrm>
      </p:grpSpPr>
      <p:sp>
        <p:nvSpPr>
          <p:cNvPr id="9287" name="Google Shape;9287;p78"/>
          <p:cNvSpPr txBox="1"/>
          <p:nvPr>
            <p:ph type="title"/>
          </p:nvPr>
        </p:nvSpPr>
        <p:spPr>
          <a:xfrm>
            <a:off x="417830" y="2393950"/>
            <a:ext cx="11192510" cy="214757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3600"/>
              <a:buFont typeface="Franklin Gothic"/>
              <a:buNone/>
            </a:pPr>
            <a:r>
              <a:rPr lang="en-US"/>
              <a:t>PROTOCOLS &amp; LAYERED ARCHITECTURE OF INTERNET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1" name="Shape 9291"/>
        <p:cNvGrpSpPr/>
        <p:nvPr/>
      </p:nvGrpSpPr>
      <p:grpSpPr>
        <a:xfrm>
          <a:off x="0" y="0"/>
          <a:ext cx="0" cy="0"/>
          <a:chOff x="0" y="0"/>
          <a:chExt cx="0" cy="0"/>
        </a:xfrm>
      </p:grpSpPr>
      <p:sp>
        <p:nvSpPr>
          <p:cNvPr id="9292" name="Google Shape;9292;p79"/>
          <p:cNvSpPr txBox="1"/>
          <p:nvPr>
            <p:ph type="title"/>
          </p:nvPr>
        </p:nvSpPr>
        <p:spPr>
          <a:xfrm>
            <a:off x="581025" y="702310"/>
            <a:ext cx="11029315" cy="72136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Protocols</a:t>
            </a:r>
            <a:endParaRPr/>
          </a:p>
        </p:txBody>
      </p:sp>
      <p:sp>
        <p:nvSpPr>
          <p:cNvPr id="9293" name="Google Shape;9293;p79"/>
          <p:cNvSpPr txBox="1"/>
          <p:nvPr>
            <p:ph idx="1" type="body"/>
          </p:nvPr>
        </p:nvSpPr>
        <p:spPr>
          <a:xfrm>
            <a:off x="581192" y="1712214"/>
            <a:ext cx="11029615" cy="3634486"/>
          </a:xfrm>
          <a:prstGeom prst="rect">
            <a:avLst/>
          </a:prstGeom>
          <a:noFill/>
          <a:ln>
            <a:noFill/>
          </a:ln>
        </p:spPr>
        <p:txBody>
          <a:bodyPr anchorCtr="0" anchor="ctr" bIns="45700" lIns="91425" spcFirstLastPara="1" rIns="91425" wrap="square" tIns="45700">
            <a:normAutofit lnSpcReduction="20000"/>
          </a:bodyPr>
          <a:lstStyle/>
          <a:p>
            <a:pPr indent="-306070" lvl="0" marL="306070" rtl="0" algn="l">
              <a:lnSpc>
                <a:spcPct val="110000"/>
              </a:lnSpc>
              <a:spcBef>
                <a:spcPts val="0"/>
              </a:spcBef>
              <a:spcAft>
                <a:spcPts val="0"/>
              </a:spcAft>
              <a:buSzPts val="2208"/>
              <a:buFont typeface="Noto Sans Symbols"/>
              <a:buChar char="⮚"/>
            </a:pPr>
            <a:r>
              <a:rPr lang="en-US"/>
              <a:t>As we have discussed that internet is a complex network containing many hosts, routers, transmission links, etc. So how is this complex structure is managed or operates?</a:t>
            </a:r>
            <a:endParaRPr/>
          </a:p>
          <a:p>
            <a:pPr indent="-306070" lvl="0" marL="306070" rtl="0" algn="l">
              <a:lnSpc>
                <a:spcPct val="110000"/>
              </a:lnSpc>
              <a:spcBef>
                <a:spcPts val="1080"/>
              </a:spcBef>
              <a:spcAft>
                <a:spcPts val="0"/>
              </a:spcAft>
              <a:buSzPts val="2208"/>
              <a:buFont typeface="Noto Sans Symbols"/>
              <a:buChar char="⮚"/>
            </a:pPr>
            <a:r>
              <a:rPr lang="en-US"/>
              <a:t>The answer is Protocols. A protocol defines the rules that both sender and receiver and all intermediate devices need to follow to be able to communicate effectively.</a:t>
            </a:r>
            <a:endParaRPr/>
          </a:p>
          <a:p>
            <a:pPr indent="-306070" lvl="0" marL="306070" rtl="0" algn="l">
              <a:lnSpc>
                <a:spcPct val="110000"/>
              </a:lnSpc>
              <a:spcBef>
                <a:spcPts val="1080"/>
              </a:spcBef>
              <a:spcAft>
                <a:spcPts val="0"/>
              </a:spcAft>
              <a:buSzPts val="2208"/>
              <a:buFont typeface="Noto Sans Symbols"/>
              <a:buChar char="⮚"/>
            </a:pPr>
            <a:r>
              <a:rPr lang="en-US"/>
              <a:t>To reduce the complexity, the internet architecture is divided into protocol layers, where each layer serve a different purpose in the communication between two end-systems in the internet.</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7" name="Shape 9297"/>
        <p:cNvGrpSpPr/>
        <p:nvPr/>
      </p:nvGrpSpPr>
      <p:grpSpPr>
        <a:xfrm>
          <a:off x="0" y="0"/>
          <a:ext cx="0" cy="0"/>
          <a:chOff x="0" y="0"/>
          <a:chExt cx="0" cy="0"/>
        </a:xfrm>
      </p:grpSpPr>
      <p:sp>
        <p:nvSpPr>
          <p:cNvPr id="9298" name="Google Shape;9298;p80"/>
          <p:cNvSpPr txBox="1"/>
          <p:nvPr>
            <p:ph type="title"/>
          </p:nvPr>
        </p:nvSpPr>
        <p:spPr>
          <a:xfrm>
            <a:off x="581192" y="702156"/>
            <a:ext cx="11029616" cy="118872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Protocols</a:t>
            </a:r>
            <a:endParaRPr/>
          </a:p>
        </p:txBody>
      </p:sp>
      <p:pic>
        <p:nvPicPr>
          <p:cNvPr id="9299" name="Google Shape;9299;p80"/>
          <p:cNvPicPr preferRelativeResize="0"/>
          <p:nvPr>
            <p:ph idx="1" type="body"/>
          </p:nvPr>
        </p:nvPicPr>
        <p:blipFill rotWithShape="1">
          <a:blip r:embed="rId3">
            <a:alphaModFix/>
          </a:blip>
          <a:srcRect b="0" l="0" r="0" t="0"/>
          <a:stretch/>
        </p:blipFill>
        <p:spPr>
          <a:xfrm>
            <a:off x="581025" y="2147570"/>
            <a:ext cx="10864850" cy="358203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3" name="Shape 9303"/>
        <p:cNvGrpSpPr/>
        <p:nvPr/>
      </p:nvGrpSpPr>
      <p:grpSpPr>
        <a:xfrm>
          <a:off x="0" y="0"/>
          <a:ext cx="0" cy="0"/>
          <a:chOff x="0" y="0"/>
          <a:chExt cx="0" cy="0"/>
        </a:xfrm>
      </p:grpSpPr>
      <p:sp>
        <p:nvSpPr>
          <p:cNvPr id="9304" name="Google Shape;9304;p81"/>
          <p:cNvSpPr txBox="1"/>
          <p:nvPr>
            <p:ph type="title"/>
          </p:nvPr>
        </p:nvSpPr>
        <p:spPr>
          <a:xfrm>
            <a:off x="581192" y="702156"/>
            <a:ext cx="11029616" cy="118872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Protocols</a:t>
            </a:r>
            <a:endParaRPr/>
          </a:p>
        </p:txBody>
      </p:sp>
      <p:pic>
        <p:nvPicPr>
          <p:cNvPr id="9305" name="Google Shape;9305;p81"/>
          <p:cNvPicPr preferRelativeResize="0"/>
          <p:nvPr>
            <p:ph idx="1" type="body"/>
          </p:nvPr>
        </p:nvPicPr>
        <p:blipFill rotWithShape="1">
          <a:blip r:embed="rId3">
            <a:alphaModFix/>
          </a:blip>
          <a:srcRect b="0" l="0" r="0" t="0"/>
          <a:stretch/>
        </p:blipFill>
        <p:spPr>
          <a:xfrm>
            <a:off x="2504440" y="702310"/>
            <a:ext cx="9469120" cy="570992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10" name="Shape 9310"/>
        <p:cNvGrpSpPr/>
        <p:nvPr/>
      </p:nvGrpSpPr>
      <p:grpSpPr>
        <a:xfrm>
          <a:off x="0" y="0"/>
          <a:ext cx="0" cy="0"/>
          <a:chOff x="0" y="0"/>
          <a:chExt cx="0" cy="0"/>
        </a:xfrm>
      </p:grpSpPr>
      <p:sp>
        <p:nvSpPr>
          <p:cNvPr id="9311" name="Google Shape;9311;p82"/>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Example: organization of air </a:t>
            </a:r>
            <a:r>
              <a:rPr lang="en-US"/>
              <a:t>t</a:t>
            </a:r>
            <a:r>
              <a:rPr lang="en-US" sz="4400"/>
              <a:t>ravel</a:t>
            </a:r>
            <a:endParaRPr sz="4400"/>
          </a:p>
        </p:txBody>
      </p:sp>
      <p:sp>
        <p:nvSpPr>
          <p:cNvPr id="9312" name="Google Shape;9312;p82"/>
          <p:cNvSpPr txBox="1"/>
          <p:nvPr/>
        </p:nvSpPr>
        <p:spPr>
          <a:xfrm>
            <a:off x="2345096" y="6081243"/>
            <a:ext cx="9529651" cy="542925"/>
          </a:xfrm>
          <a:prstGeom prst="rect">
            <a:avLst/>
          </a:prstGeom>
          <a:noFill/>
          <a:ln>
            <a:noFill/>
          </a:ln>
        </p:spPr>
        <p:txBody>
          <a:bodyPr anchorCtr="0" anchor="t" bIns="45700" lIns="91425" spcFirstLastPara="1" rIns="91425" wrap="square" tIns="45700">
            <a:normAutofit/>
          </a:bodyPr>
          <a:lstStyle/>
          <a:p>
            <a:pPr indent="-4572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 series of steps, involving many services</a:t>
            </a:r>
            <a:endParaRPr b="0" i="0" sz="2800" u="none" cap="none" strike="noStrike">
              <a:solidFill>
                <a:srgbClr val="000000"/>
              </a:solidFill>
              <a:latin typeface="Calibri"/>
              <a:ea typeface="Calibri"/>
              <a:cs typeface="Calibri"/>
              <a:sym typeface="Calibri"/>
            </a:endParaRPr>
          </a:p>
        </p:txBody>
      </p:sp>
      <p:sp>
        <p:nvSpPr>
          <p:cNvPr id="9313" name="Google Shape;9313;p82"/>
          <p:cNvSpPr txBox="1"/>
          <p:nvPr/>
        </p:nvSpPr>
        <p:spPr>
          <a:xfrm>
            <a:off x="1110119" y="1935719"/>
            <a:ext cx="3719769" cy="2847976"/>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ticket (purchase)</a:t>
            </a:r>
            <a:endParaRPr b="0" i="0" sz="2800" u="none" cap="none" strike="noStrike">
              <a:solidFill>
                <a:srgbClr val="000099"/>
              </a:solidFill>
              <a:latin typeface="Calibri"/>
              <a:ea typeface="Calibri"/>
              <a:cs typeface="Calibri"/>
              <a:sym typeface="Calibri"/>
            </a:endParaRPr>
          </a:p>
          <a:p>
            <a:pPr indent="0" lvl="0" marL="0" marR="0" rtl="0" algn="l">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baggage (check)</a:t>
            </a:r>
            <a:endParaRPr b="0" i="0" sz="2800" u="none" cap="none" strike="noStrike">
              <a:solidFill>
                <a:srgbClr val="000099"/>
              </a:solidFill>
              <a:latin typeface="Calibri"/>
              <a:ea typeface="Calibri"/>
              <a:cs typeface="Calibri"/>
              <a:sym typeface="Calibri"/>
            </a:endParaRPr>
          </a:p>
          <a:p>
            <a:pPr indent="0" lvl="0" marL="0" marR="0" rtl="0" algn="l">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gates (load)</a:t>
            </a:r>
            <a:endParaRPr b="0" i="0" sz="2800" u="none" cap="none" strike="noStrike">
              <a:solidFill>
                <a:srgbClr val="000099"/>
              </a:solidFill>
              <a:latin typeface="Calibri"/>
              <a:ea typeface="Calibri"/>
              <a:cs typeface="Calibri"/>
              <a:sym typeface="Calibri"/>
            </a:endParaRPr>
          </a:p>
          <a:p>
            <a:pPr indent="0" lvl="0" marL="0" marR="0" rtl="0" algn="l">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runway takeoff</a:t>
            </a:r>
            <a:endParaRPr b="0" i="0" sz="2800" u="none" cap="none" strike="noStrike">
              <a:solidFill>
                <a:srgbClr val="000099"/>
              </a:solidFill>
              <a:latin typeface="Calibri"/>
              <a:ea typeface="Calibri"/>
              <a:cs typeface="Calibri"/>
              <a:sym typeface="Calibri"/>
            </a:endParaRPr>
          </a:p>
          <a:p>
            <a:pPr indent="0" lvl="0" marL="0" marR="0" rtl="0" algn="l">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airplane routing</a:t>
            </a:r>
            <a:endParaRPr b="0" i="0" sz="2000" u="none" cap="none" strike="noStrike">
              <a:solidFill>
                <a:srgbClr val="000099"/>
              </a:solidFill>
              <a:latin typeface="Calibri"/>
              <a:ea typeface="Calibri"/>
              <a:cs typeface="Calibri"/>
              <a:sym typeface="Calibri"/>
            </a:endParaRPr>
          </a:p>
        </p:txBody>
      </p:sp>
      <p:sp>
        <p:nvSpPr>
          <p:cNvPr id="9314" name="Google Shape;9314;p82"/>
          <p:cNvSpPr txBox="1"/>
          <p:nvPr/>
        </p:nvSpPr>
        <p:spPr>
          <a:xfrm>
            <a:off x="7623765" y="1942018"/>
            <a:ext cx="2625654" cy="2847831"/>
          </a:xfrm>
          <a:prstGeom prst="rect">
            <a:avLst/>
          </a:prstGeom>
          <a:noFill/>
          <a:ln>
            <a:noFill/>
          </a:ln>
        </p:spPr>
        <p:txBody>
          <a:bodyPr anchorCtr="0" anchor="t" bIns="45700" lIns="91425" spcFirstLastPara="1" rIns="91425" wrap="square" tIns="45700">
            <a:spAutoFit/>
          </a:bodyPr>
          <a:lstStyle/>
          <a:p>
            <a:pPr indent="0" lvl="0" marL="0" marR="0" rtl="0" algn="r">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ticket (complain)</a:t>
            </a:r>
            <a:endParaRPr b="0" i="0" sz="2800" u="none" cap="none" strike="noStrike">
              <a:solidFill>
                <a:srgbClr val="000099"/>
              </a:solidFill>
              <a:latin typeface="Calibri"/>
              <a:ea typeface="Calibri"/>
              <a:cs typeface="Calibri"/>
              <a:sym typeface="Calibri"/>
            </a:endParaRPr>
          </a:p>
          <a:p>
            <a:pPr indent="0" lvl="0" marL="0" marR="0" rtl="0" algn="r">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baggage (claim)</a:t>
            </a:r>
            <a:endParaRPr b="0" i="0" sz="2800" u="none" cap="none" strike="noStrike">
              <a:solidFill>
                <a:srgbClr val="000099"/>
              </a:solidFill>
              <a:latin typeface="Calibri"/>
              <a:ea typeface="Calibri"/>
              <a:cs typeface="Calibri"/>
              <a:sym typeface="Calibri"/>
            </a:endParaRPr>
          </a:p>
          <a:p>
            <a:pPr indent="0" lvl="0" marL="0" marR="0" rtl="0" algn="r">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gates (unload)</a:t>
            </a:r>
            <a:endParaRPr b="0" i="0" sz="2800" u="none" cap="none" strike="noStrike">
              <a:solidFill>
                <a:srgbClr val="000099"/>
              </a:solidFill>
              <a:latin typeface="Calibri"/>
              <a:ea typeface="Calibri"/>
              <a:cs typeface="Calibri"/>
              <a:sym typeface="Calibri"/>
            </a:endParaRPr>
          </a:p>
          <a:p>
            <a:pPr indent="0" lvl="0" marL="0" marR="0" rtl="0" algn="r">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runway landing</a:t>
            </a:r>
            <a:endParaRPr b="0" i="0" sz="2800" u="none" cap="none" strike="noStrike">
              <a:solidFill>
                <a:srgbClr val="000099"/>
              </a:solidFill>
              <a:latin typeface="Calibri"/>
              <a:ea typeface="Calibri"/>
              <a:cs typeface="Calibri"/>
              <a:sym typeface="Calibri"/>
            </a:endParaRPr>
          </a:p>
          <a:p>
            <a:pPr indent="0" lvl="0" marL="0" marR="0" rtl="0" algn="r">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airplane routing</a:t>
            </a:r>
            <a:endParaRPr b="0" i="0" sz="2800" u="none" cap="none" strike="noStrike">
              <a:solidFill>
                <a:srgbClr val="000099"/>
              </a:solidFill>
              <a:latin typeface="Calibri"/>
              <a:ea typeface="Calibri"/>
              <a:cs typeface="Calibri"/>
              <a:sym typeface="Calibri"/>
            </a:endParaRPr>
          </a:p>
        </p:txBody>
      </p:sp>
      <p:sp>
        <p:nvSpPr>
          <p:cNvPr id="9315" name="Google Shape;9315;p82"/>
          <p:cNvSpPr txBox="1"/>
          <p:nvPr/>
        </p:nvSpPr>
        <p:spPr>
          <a:xfrm>
            <a:off x="4389746" y="4831320"/>
            <a:ext cx="3570798"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airplane routing</a:t>
            </a:r>
            <a:endParaRPr b="0" i="0" sz="2800" u="none" cap="none" strike="noStrike">
              <a:solidFill>
                <a:srgbClr val="000099"/>
              </a:solidFill>
              <a:latin typeface="Calibri"/>
              <a:ea typeface="Calibri"/>
              <a:cs typeface="Calibri"/>
              <a:sym typeface="Calibri"/>
            </a:endParaRPr>
          </a:p>
        </p:txBody>
      </p:sp>
      <p:sp>
        <p:nvSpPr>
          <p:cNvPr id="9316" name="Google Shape;9316;p82"/>
          <p:cNvSpPr/>
          <p:nvPr/>
        </p:nvSpPr>
        <p:spPr>
          <a:xfrm>
            <a:off x="879891" y="2080182"/>
            <a:ext cx="7827767" cy="3289301"/>
          </a:xfrm>
          <a:custGeom>
            <a:rect b="b" l="l" r="r" t="t"/>
            <a:pathLst>
              <a:path extrusionOk="0" h="10000" w="8459">
                <a:moveTo>
                  <a:pt x="0" y="0"/>
                </a:moveTo>
                <a:cubicBezTo>
                  <a:pt x="3" y="2793"/>
                  <a:pt x="7" y="5585"/>
                  <a:pt x="10" y="8378"/>
                </a:cubicBezTo>
                <a:lnTo>
                  <a:pt x="1961" y="9961"/>
                </a:lnTo>
                <a:lnTo>
                  <a:pt x="8459" y="10000"/>
                </a:lnTo>
              </a:path>
            </a:pathLst>
          </a:custGeom>
          <a:noFill/>
          <a:ln cap="flat" cmpd="sng" w="444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p:txBody>
      </p:sp>
      <p:sp>
        <p:nvSpPr>
          <p:cNvPr id="9317" name="Google Shape;9317;p82"/>
          <p:cNvSpPr/>
          <p:nvPr/>
        </p:nvSpPr>
        <p:spPr>
          <a:xfrm flipH="1">
            <a:off x="8627458" y="2106453"/>
            <a:ext cx="1822537" cy="3263030"/>
          </a:xfrm>
          <a:custGeom>
            <a:rect b="b" l="l" r="r" t="t"/>
            <a:pathLst>
              <a:path extrusionOk="0" h="3263030" w="1822537">
                <a:moveTo>
                  <a:pt x="1822537" y="3263030"/>
                </a:moveTo>
                <a:lnTo>
                  <a:pt x="6263" y="2743200"/>
                </a:lnTo>
                <a:cubicBezTo>
                  <a:pt x="4175" y="1828800"/>
                  <a:pt x="2088" y="914400"/>
                  <a:pt x="0" y="0"/>
                </a:cubicBezTo>
              </a:path>
            </a:pathLst>
          </a:custGeom>
          <a:noFill/>
          <a:ln cap="flat" cmpd="sng" w="444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9318" name="Google Shape;9318;p82"/>
          <p:cNvSpPr txBox="1"/>
          <p:nvPr/>
        </p:nvSpPr>
        <p:spPr>
          <a:xfrm>
            <a:off x="1882900" y="5634038"/>
            <a:ext cx="9529651" cy="542925"/>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90000"/>
              </a:lnSpc>
              <a:spcBef>
                <a:spcPts val="0"/>
              </a:spcBef>
              <a:spcAft>
                <a:spcPts val="0"/>
              </a:spcAft>
              <a:buClr>
                <a:srgbClr val="0000A3"/>
              </a:buClr>
              <a:buSzPct val="100000"/>
              <a:buFont typeface="Noto Sans Symbols"/>
              <a:buNone/>
            </a:pPr>
            <a:r>
              <a:rPr b="0" i="0" lang="en-US" sz="3200" u="none" cap="none" strike="noStrike">
                <a:solidFill>
                  <a:srgbClr val="000000"/>
                </a:solidFill>
                <a:latin typeface="Calibri"/>
                <a:ea typeface="Calibri"/>
                <a:cs typeface="Calibri"/>
                <a:sym typeface="Calibri"/>
              </a:rPr>
              <a:t>How would you </a:t>
            </a:r>
            <a:r>
              <a:rPr b="0" i="1" lang="en-US" sz="3200" u="none" cap="none" strike="noStrike">
                <a:solidFill>
                  <a:srgbClr val="000000"/>
                </a:solidFill>
                <a:latin typeface="Calibri"/>
                <a:ea typeface="Calibri"/>
                <a:cs typeface="Calibri"/>
                <a:sym typeface="Calibri"/>
              </a:rPr>
              <a:t>define/discuss </a:t>
            </a:r>
            <a:r>
              <a:rPr b="0" i="0" lang="en-US" sz="3200" u="none" cap="none" strike="noStrike">
                <a:solidFill>
                  <a:srgbClr val="000000"/>
                </a:solidFill>
                <a:latin typeface="Calibri"/>
                <a:ea typeface="Calibri"/>
                <a:cs typeface="Calibri"/>
                <a:sym typeface="Calibri"/>
              </a:rPr>
              <a:t>the </a:t>
            </a:r>
            <a:r>
              <a:rPr b="0" i="1" lang="en-US" sz="3200" u="none" cap="none" strike="noStrike">
                <a:solidFill>
                  <a:srgbClr val="000000"/>
                </a:solidFill>
                <a:latin typeface="Calibri"/>
                <a:ea typeface="Calibri"/>
                <a:cs typeface="Calibri"/>
                <a:sym typeface="Calibri"/>
              </a:rPr>
              <a:t>system</a:t>
            </a:r>
            <a:r>
              <a:rPr b="0" i="0" lang="en-US" sz="3200" u="none" cap="none" strike="noStrike">
                <a:solidFill>
                  <a:srgbClr val="000000"/>
                </a:solidFill>
                <a:latin typeface="Calibri"/>
                <a:ea typeface="Calibri"/>
                <a:cs typeface="Calibri"/>
                <a:sym typeface="Calibri"/>
              </a:rPr>
              <a:t> of airline travel?</a:t>
            </a:r>
            <a:endParaRPr b="0" i="0" sz="3200" u="none" cap="none" strike="noStrike">
              <a:solidFill>
                <a:srgbClr val="000000"/>
              </a:solidFill>
              <a:latin typeface="Calibri"/>
              <a:ea typeface="Calibri"/>
              <a:cs typeface="Calibri"/>
              <a:sym typeface="Calibri"/>
            </a:endParaRPr>
          </a:p>
        </p:txBody>
      </p:sp>
      <p:cxnSp>
        <p:nvCxnSpPr>
          <p:cNvPr id="9319" name="Google Shape;9319;p82"/>
          <p:cNvCxnSpPr/>
          <p:nvPr/>
        </p:nvCxnSpPr>
        <p:spPr>
          <a:xfrm>
            <a:off x="1564598" y="1798817"/>
            <a:ext cx="7600013" cy="0"/>
          </a:xfrm>
          <a:prstGeom prst="straightConnector1">
            <a:avLst/>
          </a:prstGeom>
          <a:noFill/>
          <a:ln cap="flat" cmpd="sng" w="9525">
            <a:solidFill>
              <a:schemeClr val="accent1"/>
            </a:solidFill>
            <a:prstDash val="solid"/>
            <a:miter lim="800000"/>
            <a:headEnd len="sm" w="sm" type="none"/>
            <a:tailEnd len="med" w="med" type="triangle"/>
          </a:ln>
        </p:spPr>
      </p:cxnSp>
      <p:sp>
        <p:nvSpPr>
          <p:cNvPr id="9320" name="Google Shape;9320;p82"/>
          <p:cNvSpPr txBox="1"/>
          <p:nvPr/>
        </p:nvSpPr>
        <p:spPr>
          <a:xfrm>
            <a:off x="2473378" y="1558977"/>
            <a:ext cx="5581913"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Calibri"/>
                <a:ea typeface="Calibri"/>
                <a:cs typeface="Calibri"/>
                <a:sym typeface="Calibri"/>
              </a:rPr>
              <a:t>end-to-end transfer of person plus baggage</a:t>
            </a:r>
            <a:endParaRPr i="1" sz="2400">
              <a:solidFill>
                <a:schemeClr val="dk1"/>
              </a:solidFill>
              <a:latin typeface="Calibri"/>
              <a:ea typeface="Calibri"/>
              <a:cs typeface="Calibri"/>
              <a:sym typeface="Calibri"/>
            </a:endParaRPr>
          </a:p>
        </p:txBody>
      </p:sp>
      <p:grpSp>
        <p:nvGrpSpPr>
          <p:cNvPr id="9321" name="Google Shape;9321;p82"/>
          <p:cNvGrpSpPr/>
          <p:nvPr/>
        </p:nvGrpSpPr>
        <p:grpSpPr>
          <a:xfrm>
            <a:off x="4267725" y="1021517"/>
            <a:ext cx="1528763" cy="620713"/>
            <a:chOff x="-1042195" y="4302698"/>
            <a:chExt cx="1528763" cy="620713"/>
          </a:xfrm>
        </p:grpSpPr>
        <p:pic>
          <p:nvPicPr>
            <p:cNvPr descr="yylgaifm[1]" id="9322" name="Google Shape;9322;p82"/>
            <p:cNvPicPr preferRelativeResize="0"/>
            <p:nvPr/>
          </p:nvPicPr>
          <p:blipFill rotWithShape="1">
            <a:blip r:embed="rId3">
              <a:alphaModFix/>
            </a:blip>
            <a:srcRect b="0" l="0" r="0" t="0"/>
            <a:stretch/>
          </p:blipFill>
          <p:spPr>
            <a:xfrm flipH="1">
              <a:off x="-1042195" y="4463036"/>
              <a:ext cx="1528763" cy="460375"/>
            </a:xfrm>
            <a:prstGeom prst="rect">
              <a:avLst/>
            </a:prstGeom>
            <a:noFill/>
            <a:ln>
              <a:noFill/>
            </a:ln>
          </p:spPr>
        </p:pic>
        <p:cxnSp>
          <p:nvCxnSpPr>
            <p:cNvPr id="9323" name="Google Shape;9323;p82"/>
            <p:cNvCxnSpPr/>
            <p:nvPr/>
          </p:nvCxnSpPr>
          <p:spPr>
            <a:xfrm>
              <a:off x="-561182" y="4302698"/>
              <a:ext cx="450850" cy="1588"/>
            </a:xfrm>
            <a:prstGeom prst="straightConnector1">
              <a:avLst/>
            </a:prstGeom>
            <a:noFill/>
            <a:ln cap="flat" cmpd="sng" w="9525">
              <a:solidFill>
                <a:schemeClr val="dk1"/>
              </a:solidFill>
              <a:prstDash val="solid"/>
              <a:round/>
              <a:headEnd len="sm" w="sm" type="none"/>
              <a:tailEnd len="sm" w="sm" type="none"/>
            </a:ln>
          </p:spPr>
        </p:cxnSp>
        <p:cxnSp>
          <p:nvCxnSpPr>
            <p:cNvPr id="9324" name="Google Shape;9324;p82"/>
            <p:cNvCxnSpPr/>
            <p:nvPr/>
          </p:nvCxnSpPr>
          <p:spPr>
            <a:xfrm>
              <a:off x="-408782" y="4455098"/>
              <a:ext cx="450850" cy="1588"/>
            </a:xfrm>
            <a:prstGeom prst="straightConnector1">
              <a:avLst/>
            </a:prstGeom>
            <a:noFill/>
            <a:ln cap="flat" cmpd="sng" w="9525">
              <a:solidFill>
                <a:schemeClr val="dk1"/>
              </a:solidFill>
              <a:prstDash val="solid"/>
              <a:round/>
              <a:headEnd len="sm" w="sm" type="none"/>
              <a:tailEnd len="sm" w="sm" type="none"/>
            </a:ln>
          </p:spPr>
        </p:cxnSp>
        <p:cxnSp>
          <p:nvCxnSpPr>
            <p:cNvPr id="9325" name="Google Shape;9325;p82"/>
            <p:cNvCxnSpPr/>
            <p:nvPr/>
          </p:nvCxnSpPr>
          <p:spPr>
            <a:xfrm>
              <a:off x="-256382" y="4607498"/>
              <a:ext cx="450850" cy="1588"/>
            </a:xfrm>
            <a:prstGeom prst="straightConnector1">
              <a:avLst/>
            </a:prstGeom>
            <a:noFill/>
            <a:ln cap="flat" cmpd="sng" w="9525">
              <a:solidFill>
                <a:schemeClr val="dk1"/>
              </a:solidFill>
              <a:prstDash val="solid"/>
              <a:round/>
              <a:headEnd len="sm" w="sm" type="none"/>
              <a:tailEnd len="sm" w="sm" type="none"/>
            </a:ln>
          </p:spPr>
        </p:cxn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8">
                                            <p:txEl>
                                              <p:pRg end="0" st="0"/>
                                            </p:txEl>
                                          </p:spTgt>
                                        </p:tgtEl>
                                        <p:attrNameLst>
                                          <p:attrName>style.visibility</p:attrName>
                                        </p:attrNameLst>
                                      </p:cBhvr>
                                      <p:to>
                                        <p:strVal val="visible"/>
                                      </p:to>
                                    </p:set>
                                    <p:animEffect filter="fade" transition="in">
                                      <p:cBhvr>
                                        <p:cTn dur="500"/>
                                        <p:tgtEl>
                                          <p:spTgt spid="93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318">
                                            <p:txEl>
                                              <p:pRg end="0" st="0"/>
                                            </p:txEl>
                                          </p:spTgt>
                                        </p:tgtEl>
                                      </p:cBhvr>
                                    </p:animEffect>
                                    <p:set>
                                      <p:cBhvr>
                                        <p:cTn dur="1" fill="hold">
                                          <p:stCondLst>
                                            <p:cond delay="500"/>
                                          </p:stCondLst>
                                        </p:cTn>
                                        <p:tgtEl>
                                          <p:spTgt spid="9318">
                                            <p:txEl>
                                              <p:pRg end="0" st="0"/>
                                            </p:txEl>
                                          </p:spTgt>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312"/>
                                        </p:tgtEl>
                                        <p:attrNameLst>
                                          <p:attrName>style.visibility</p:attrName>
                                        </p:attrNameLst>
                                      </p:cBhvr>
                                      <p:to>
                                        <p:strVal val="visible"/>
                                      </p:to>
                                    </p:set>
                                    <p:animEffect filter="fade" transition="in">
                                      <p:cBhvr>
                                        <p:cTn dur="500"/>
                                        <p:tgtEl>
                                          <p:spTgt spid="9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6"/>
                                        </p:tgtEl>
                                        <p:attrNameLst>
                                          <p:attrName>style.visibility</p:attrName>
                                        </p:attrNameLst>
                                      </p:cBhvr>
                                      <p:to>
                                        <p:strVal val="visible"/>
                                      </p:to>
                                    </p:set>
                                    <p:animEffect filter="fade" transition="in">
                                      <p:cBhvr>
                                        <p:cTn dur="1000"/>
                                        <p:tgtEl>
                                          <p:spTgt spid="9316"/>
                                        </p:tgtEl>
                                      </p:cBhvr>
                                    </p:animEffect>
                                  </p:childTnLst>
                                </p:cTn>
                              </p:par>
                              <p:par>
                                <p:cTn fill="hold" nodeType="withEffect" presetClass="entr" presetID="10" presetSubtype="0">
                                  <p:stCondLst>
                                    <p:cond delay="0"/>
                                  </p:stCondLst>
                                  <p:childTnLst>
                                    <p:set>
                                      <p:cBhvr>
                                        <p:cTn dur="1" fill="hold">
                                          <p:stCondLst>
                                            <p:cond delay="0"/>
                                          </p:stCondLst>
                                        </p:cTn>
                                        <p:tgtEl>
                                          <p:spTgt spid="9313"/>
                                        </p:tgtEl>
                                        <p:attrNameLst>
                                          <p:attrName>style.visibility</p:attrName>
                                        </p:attrNameLst>
                                      </p:cBhvr>
                                      <p:to>
                                        <p:strVal val="visible"/>
                                      </p:to>
                                    </p:set>
                                    <p:animEffect filter="fade" transition="in">
                                      <p:cBhvr>
                                        <p:cTn dur="1000"/>
                                        <p:tgtEl>
                                          <p:spTgt spid="931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315"/>
                                        </p:tgtEl>
                                        <p:attrNameLst>
                                          <p:attrName>style.visibility</p:attrName>
                                        </p:attrNameLst>
                                      </p:cBhvr>
                                      <p:to>
                                        <p:strVal val="visible"/>
                                      </p:to>
                                    </p:set>
                                    <p:animEffect filter="fade" transition="in">
                                      <p:cBhvr>
                                        <p:cTn dur="1000"/>
                                        <p:tgtEl>
                                          <p:spTgt spid="9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4"/>
                                        </p:tgtEl>
                                        <p:attrNameLst>
                                          <p:attrName>style.visibility</p:attrName>
                                        </p:attrNameLst>
                                      </p:cBhvr>
                                      <p:to>
                                        <p:strVal val="visible"/>
                                      </p:to>
                                    </p:set>
                                    <p:animEffect filter="fade" transition="in">
                                      <p:cBhvr>
                                        <p:cTn dur="1000"/>
                                        <p:tgtEl>
                                          <p:spTgt spid="9314"/>
                                        </p:tgtEl>
                                      </p:cBhvr>
                                    </p:animEffect>
                                  </p:childTnLst>
                                </p:cTn>
                              </p:par>
                              <p:par>
                                <p:cTn fill="hold" nodeType="withEffect" presetClass="entr" presetID="10" presetSubtype="0">
                                  <p:stCondLst>
                                    <p:cond delay="0"/>
                                  </p:stCondLst>
                                  <p:childTnLst>
                                    <p:set>
                                      <p:cBhvr>
                                        <p:cTn dur="1" fill="hold">
                                          <p:stCondLst>
                                            <p:cond delay="0"/>
                                          </p:stCondLst>
                                        </p:cTn>
                                        <p:tgtEl>
                                          <p:spTgt spid="9317"/>
                                        </p:tgtEl>
                                        <p:attrNameLst>
                                          <p:attrName>style.visibility</p:attrName>
                                        </p:attrNameLst>
                                      </p:cBhvr>
                                      <p:to>
                                        <p:strVal val="visible"/>
                                      </p:to>
                                    </p:set>
                                    <p:animEffect filter="fade" transition="in">
                                      <p:cBhvr>
                                        <p:cTn dur="1000"/>
                                        <p:tgtEl>
                                          <p:spTgt spid="9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30" name="Shape 9330"/>
        <p:cNvGrpSpPr/>
        <p:nvPr/>
      </p:nvGrpSpPr>
      <p:grpSpPr>
        <a:xfrm>
          <a:off x="0" y="0"/>
          <a:ext cx="0" cy="0"/>
          <a:chOff x="0" y="0"/>
          <a:chExt cx="0" cy="0"/>
        </a:xfrm>
      </p:grpSpPr>
      <p:grpSp>
        <p:nvGrpSpPr>
          <p:cNvPr id="9331" name="Google Shape;9331;p83"/>
          <p:cNvGrpSpPr/>
          <p:nvPr/>
        </p:nvGrpSpPr>
        <p:grpSpPr>
          <a:xfrm>
            <a:off x="464981" y="2052861"/>
            <a:ext cx="10432006" cy="2708042"/>
            <a:chOff x="464981" y="1753061"/>
            <a:chExt cx="10432006" cy="2708042"/>
          </a:xfrm>
        </p:grpSpPr>
        <p:sp>
          <p:nvSpPr>
            <p:cNvPr id="9332" name="Google Shape;9332;p83"/>
            <p:cNvSpPr/>
            <p:nvPr/>
          </p:nvSpPr>
          <p:spPr>
            <a:xfrm>
              <a:off x="464981" y="4061418"/>
              <a:ext cx="10421481" cy="399685"/>
            </a:xfrm>
            <a:prstGeom prst="rect">
              <a:avLst/>
            </a:pr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33" name="Google Shape;9333;p83"/>
            <p:cNvSpPr/>
            <p:nvPr/>
          </p:nvSpPr>
          <p:spPr>
            <a:xfrm>
              <a:off x="475506" y="3495132"/>
              <a:ext cx="10421481" cy="399685"/>
            </a:xfrm>
            <a:prstGeom prst="rect">
              <a:avLst/>
            </a:pr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34" name="Google Shape;9334;p83"/>
            <p:cNvSpPr/>
            <p:nvPr/>
          </p:nvSpPr>
          <p:spPr>
            <a:xfrm>
              <a:off x="470508" y="2945434"/>
              <a:ext cx="10421481" cy="399685"/>
            </a:xfrm>
            <a:prstGeom prst="rect">
              <a:avLst/>
            </a:pr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35" name="Google Shape;9335;p83"/>
            <p:cNvSpPr/>
            <p:nvPr/>
          </p:nvSpPr>
          <p:spPr>
            <a:xfrm>
              <a:off x="471525" y="2357714"/>
              <a:ext cx="10421481" cy="399685"/>
            </a:xfrm>
            <a:prstGeom prst="rect">
              <a:avLst/>
            </a:pr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36" name="Google Shape;9336;p83"/>
            <p:cNvSpPr/>
            <p:nvPr/>
          </p:nvSpPr>
          <p:spPr>
            <a:xfrm>
              <a:off x="464982" y="1753061"/>
              <a:ext cx="10421481" cy="399685"/>
            </a:xfrm>
            <a:prstGeom prst="rect">
              <a:avLst/>
            </a:pr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9337" name="Google Shape;9337;p83"/>
          <p:cNvGrpSpPr/>
          <p:nvPr/>
        </p:nvGrpSpPr>
        <p:grpSpPr>
          <a:xfrm>
            <a:off x="7572969" y="1945699"/>
            <a:ext cx="2929467" cy="2895601"/>
            <a:chOff x="1574800" y="1788319"/>
            <a:chExt cx="2929467" cy="2895601"/>
          </a:xfrm>
        </p:grpSpPr>
        <p:sp>
          <p:nvSpPr>
            <p:cNvPr id="9338" name="Google Shape;9338;p83"/>
            <p:cNvSpPr/>
            <p:nvPr/>
          </p:nvSpPr>
          <p:spPr>
            <a:xfrm>
              <a:off x="1591733" y="1788319"/>
              <a:ext cx="2794000" cy="2895601"/>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9339" name="Google Shape;9339;p83"/>
            <p:cNvCxnSpPr/>
            <p:nvPr/>
          </p:nvCxnSpPr>
          <p:spPr>
            <a:xfrm>
              <a:off x="1574800" y="2421466"/>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9340" name="Google Shape;9340;p83"/>
            <p:cNvCxnSpPr/>
            <p:nvPr/>
          </p:nvCxnSpPr>
          <p:spPr>
            <a:xfrm>
              <a:off x="1574800" y="3009694"/>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9341" name="Google Shape;9341;p83"/>
            <p:cNvCxnSpPr/>
            <p:nvPr/>
          </p:nvCxnSpPr>
          <p:spPr>
            <a:xfrm>
              <a:off x="1574800" y="3581400"/>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9342" name="Google Shape;9342;p83"/>
            <p:cNvCxnSpPr/>
            <p:nvPr/>
          </p:nvCxnSpPr>
          <p:spPr>
            <a:xfrm>
              <a:off x="1574800" y="4115129"/>
              <a:ext cx="2929467" cy="0"/>
            </a:xfrm>
            <a:prstGeom prst="straightConnector1">
              <a:avLst/>
            </a:prstGeom>
            <a:noFill/>
            <a:ln cap="flat" cmpd="sng" w="25400">
              <a:solidFill>
                <a:schemeClr val="lt1"/>
              </a:solidFill>
              <a:prstDash val="solid"/>
              <a:miter lim="800000"/>
              <a:headEnd len="sm" w="sm" type="none"/>
              <a:tailEnd len="sm" w="sm" type="none"/>
            </a:ln>
          </p:spPr>
        </p:cxnSp>
      </p:grpSp>
      <p:sp>
        <p:nvSpPr>
          <p:cNvPr id="9343" name="Google Shape;9343;p83"/>
          <p:cNvSpPr/>
          <p:nvPr/>
        </p:nvSpPr>
        <p:spPr>
          <a:xfrm>
            <a:off x="965209" y="1935719"/>
            <a:ext cx="2794000" cy="2895601"/>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44" name="Google Shape;9344;p83"/>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Example: organization of air </a:t>
            </a:r>
            <a:r>
              <a:rPr lang="en-US"/>
              <a:t>t</a:t>
            </a:r>
            <a:r>
              <a:rPr lang="en-US" sz="4400"/>
              <a:t>ravel</a:t>
            </a:r>
            <a:endParaRPr sz="4400"/>
          </a:p>
        </p:txBody>
      </p:sp>
      <p:sp>
        <p:nvSpPr>
          <p:cNvPr id="9345" name="Google Shape;9345;p83"/>
          <p:cNvSpPr txBox="1"/>
          <p:nvPr/>
        </p:nvSpPr>
        <p:spPr>
          <a:xfrm>
            <a:off x="1110119" y="1935719"/>
            <a:ext cx="2616935" cy="2847831"/>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ticket (purchase)</a:t>
            </a:r>
            <a:endParaRPr b="0" i="0" sz="2800" u="none" cap="none" strike="noStrike">
              <a:solidFill>
                <a:srgbClr val="FFFFFF"/>
              </a:solidFill>
              <a:latin typeface="Calibri"/>
              <a:ea typeface="Calibri"/>
              <a:cs typeface="Calibri"/>
              <a:sym typeface="Calibri"/>
            </a:endParaRPr>
          </a:p>
          <a:p>
            <a:pPr indent="0" lvl="0" marL="0" marR="0" rtl="0" algn="l">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baggage (check)</a:t>
            </a:r>
            <a:endParaRPr b="0" i="0" sz="2800" u="none" cap="none" strike="noStrike">
              <a:solidFill>
                <a:srgbClr val="FFFFFF"/>
              </a:solidFill>
              <a:latin typeface="Calibri"/>
              <a:ea typeface="Calibri"/>
              <a:cs typeface="Calibri"/>
              <a:sym typeface="Calibri"/>
            </a:endParaRPr>
          </a:p>
          <a:p>
            <a:pPr indent="0" lvl="0" marL="0" marR="0" rtl="0" algn="l">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gates (load)</a:t>
            </a:r>
            <a:endParaRPr b="0" i="0" sz="2800" u="none" cap="none" strike="noStrike">
              <a:solidFill>
                <a:srgbClr val="FFFFFF"/>
              </a:solidFill>
              <a:latin typeface="Calibri"/>
              <a:ea typeface="Calibri"/>
              <a:cs typeface="Calibri"/>
              <a:sym typeface="Calibri"/>
            </a:endParaRPr>
          </a:p>
          <a:p>
            <a:pPr indent="0" lvl="0" marL="0" marR="0" rtl="0" algn="l">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runway takeoff</a:t>
            </a:r>
            <a:endParaRPr b="0" i="0" sz="2800" u="none" cap="none" strike="noStrike">
              <a:solidFill>
                <a:srgbClr val="FFFFFF"/>
              </a:solidFill>
              <a:latin typeface="Calibri"/>
              <a:ea typeface="Calibri"/>
              <a:cs typeface="Calibri"/>
              <a:sym typeface="Calibri"/>
            </a:endParaRPr>
          </a:p>
          <a:p>
            <a:pPr indent="0" lvl="0" marL="0" marR="0" rtl="0" algn="l">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airplane routing</a:t>
            </a:r>
            <a:endParaRPr b="0" i="0" sz="2000" u="none" cap="none" strike="noStrike">
              <a:solidFill>
                <a:srgbClr val="FFFFFF"/>
              </a:solidFill>
              <a:latin typeface="Calibri"/>
              <a:ea typeface="Calibri"/>
              <a:cs typeface="Calibri"/>
              <a:sym typeface="Calibri"/>
            </a:endParaRPr>
          </a:p>
        </p:txBody>
      </p:sp>
      <p:sp>
        <p:nvSpPr>
          <p:cNvPr id="9346" name="Google Shape;9346;p83"/>
          <p:cNvSpPr txBox="1"/>
          <p:nvPr/>
        </p:nvSpPr>
        <p:spPr>
          <a:xfrm>
            <a:off x="7623765" y="1942018"/>
            <a:ext cx="2625654" cy="2847831"/>
          </a:xfrm>
          <a:prstGeom prst="rect">
            <a:avLst/>
          </a:prstGeom>
          <a:noFill/>
          <a:ln>
            <a:noFill/>
          </a:ln>
        </p:spPr>
        <p:txBody>
          <a:bodyPr anchorCtr="0" anchor="t" bIns="45700" lIns="91425" spcFirstLastPara="1" rIns="91425" wrap="square" tIns="45700">
            <a:spAutoFit/>
          </a:bodyPr>
          <a:lstStyle/>
          <a:p>
            <a:pPr indent="0" lvl="0" marL="0" marR="0" rtl="0" algn="r">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ticket (complain)</a:t>
            </a:r>
            <a:endParaRPr b="0" i="0" sz="2800" u="none" cap="none" strike="noStrike">
              <a:solidFill>
                <a:srgbClr val="FFFFFF"/>
              </a:solidFill>
              <a:latin typeface="Calibri"/>
              <a:ea typeface="Calibri"/>
              <a:cs typeface="Calibri"/>
              <a:sym typeface="Calibri"/>
            </a:endParaRPr>
          </a:p>
          <a:p>
            <a:pPr indent="0" lvl="0" marL="0" marR="0" rtl="0" algn="r">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baggage (claim)</a:t>
            </a:r>
            <a:endParaRPr b="0" i="0" sz="2800" u="none" cap="none" strike="noStrike">
              <a:solidFill>
                <a:srgbClr val="FFFFFF"/>
              </a:solidFill>
              <a:latin typeface="Calibri"/>
              <a:ea typeface="Calibri"/>
              <a:cs typeface="Calibri"/>
              <a:sym typeface="Calibri"/>
            </a:endParaRPr>
          </a:p>
          <a:p>
            <a:pPr indent="0" lvl="0" marL="0" marR="0" rtl="0" algn="r">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gates (unload)</a:t>
            </a:r>
            <a:endParaRPr b="0" i="0" sz="2800" u="none" cap="none" strike="noStrike">
              <a:solidFill>
                <a:srgbClr val="FFFFFF"/>
              </a:solidFill>
              <a:latin typeface="Calibri"/>
              <a:ea typeface="Calibri"/>
              <a:cs typeface="Calibri"/>
              <a:sym typeface="Calibri"/>
            </a:endParaRPr>
          </a:p>
          <a:p>
            <a:pPr indent="0" lvl="0" marL="0" marR="0" rtl="0" algn="r">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runway landing</a:t>
            </a:r>
            <a:endParaRPr b="0" i="0" sz="2800" u="none" cap="none" strike="noStrike">
              <a:solidFill>
                <a:srgbClr val="FFFFFF"/>
              </a:solidFill>
              <a:latin typeface="Calibri"/>
              <a:ea typeface="Calibri"/>
              <a:cs typeface="Calibri"/>
              <a:sym typeface="Calibri"/>
            </a:endParaRPr>
          </a:p>
          <a:p>
            <a:pPr indent="0" lvl="0" marL="0" marR="0" rtl="0" algn="r">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airplane routing</a:t>
            </a:r>
            <a:endParaRPr b="0" i="0" sz="2800" u="none" cap="none" strike="noStrike">
              <a:solidFill>
                <a:srgbClr val="FFFFFF"/>
              </a:solidFill>
              <a:latin typeface="Calibri"/>
              <a:ea typeface="Calibri"/>
              <a:cs typeface="Calibri"/>
              <a:sym typeface="Calibri"/>
            </a:endParaRPr>
          </a:p>
        </p:txBody>
      </p:sp>
      <p:cxnSp>
        <p:nvCxnSpPr>
          <p:cNvPr id="9347" name="Google Shape;9347;p83"/>
          <p:cNvCxnSpPr/>
          <p:nvPr/>
        </p:nvCxnSpPr>
        <p:spPr>
          <a:xfrm>
            <a:off x="948276" y="2568866"/>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9348" name="Google Shape;9348;p83"/>
          <p:cNvCxnSpPr/>
          <p:nvPr/>
        </p:nvCxnSpPr>
        <p:spPr>
          <a:xfrm>
            <a:off x="948276" y="3157094"/>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9349" name="Google Shape;9349;p83"/>
          <p:cNvCxnSpPr/>
          <p:nvPr/>
        </p:nvCxnSpPr>
        <p:spPr>
          <a:xfrm>
            <a:off x="948276" y="3728800"/>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9350" name="Google Shape;9350;p83"/>
          <p:cNvCxnSpPr/>
          <p:nvPr/>
        </p:nvCxnSpPr>
        <p:spPr>
          <a:xfrm>
            <a:off x="948276" y="4262529"/>
            <a:ext cx="2929467" cy="0"/>
          </a:xfrm>
          <a:prstGeom prst="straightConnector1">
            <a:avLst/>
          </a:prstGeom>
          <a:noFill/>
          <a:ln cap="flat" cmpd="sng" w="25400">
            <a:solidFill>
              <a:schemeClr val="lt1"/>
            </a:solidFill>
            <a:prstDash val="solid"/>
            <a:miter lim="800000"/>
            <a:headEnd len="sm" w="sm" type="none"/>
            <a:tailEnd len="sm" w="sm" type="none"/>
          </a:ln>
        </p:spPr>
      </p:cxnSp>
      <p:sp>
        <p:nvSpPr>
          <p:cNvPr id="9351" name="Google Shape;9351;p83"/>
          <p:cNvSpPr/>
          <p:nvPr/>
        </p:nvSpPr>
        <p:spPr>
          <a:xfrm>
            <a:off x="4260623" y="4272051"/>
            <a:ext cx="2794000" cy="568791"/>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52" name="Google Shape;9352;p83"/>
          <p:cNvSpPr txBox="1"/>
          <p:nvPr/>
        </p:nvSpPr>
        <p:spPr>
          <a:xfrm>
            <a:off x="4453486" y="4300858"/>
            <a:ext cx="251126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airplane routing</a:t>
            </a:r>
            <a:endParaRPr b="0" i="0" sz="2800" u="none" cap="none" strike="noStrike">
              <a:solidFill>
                <a:srgbClr val="FFFFFF"/>
              </a:solidFill>
              <a:latin typeface="Calibri"/>
              <a:ea typeface="Calibri"/>
              <a:cs typeface="Calibri"/>
              <a:sym typeface="Calibri"/>
            </a:endParaRPr>
          </a:p>
        </p:txBody>
      </p:sp>
      <p:grpSp>
        <p:nvGrpSpPr>
          <p:cNvPr id="9353" name="Google Shape;9353;p83"/>
          <p:cNvGrpSpPr/>
          <p:nvPr/>
        </p:nvGrpSpPr>
        <p:grpSpPr>
          <a:xfrm>
            <a:off x="3948545" y="1999560"/>
            <a:ext cx="3522823" cy="2811596"/>
            <a:chOff x="3948545" y="1699760"/>
            <a:chExt cx="3522823" cy="2811596"/>
          </a:xfrm>
        </p:grpSpPr>
        <p:sp>
          <p:nvSpPr>
            <p:cNvPr id="9354" name="Google Shape;9354;p83"/>
            <p:cNvSpPr txBox="1"/>
            <p:nvPr/>
          </p:nvSpPr>
          <p:spPr>
            <a:xfrm>
              <a:off x="4400060" y="1699760"/>
              <a:ext cx="250741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1" lang="en-US" sz="2800" u="none" cap="none" strike="noStrike">
                  <a:solidFill>
                    <a:srgbClr val="000000"/>
                  </a:solidFill>
                  <a:latin typeface="Calibri"/>
                  <a:ea typeface="Calibri"/>
                  <a:cs typeface="Calibri"/>
                  <a:sym typeface="Calibri"/>
                </a:rPr>
                <a:t>ticketing service</a:t>
              </a:r>
              <a:endParaRPr b="0" i="1" sz="2800" u="none" cap="none" strike="noStrike">
                <a:solidFill>
                  <a:srgbClr val="000000"/>
                </a:solidFill>
                <a:latin typeface="Calibri"/>
                <a:ea typeface="Calibri"/>
                <a:cs typeface="Calibri"/>
                <a:sym typeface="Calibri"/>
              </a:endParaRPr>
            </a:p>
          </p:txBody>
        </p:sp>
        <p:sp>
          <p:nvSpPr>
            <p:cNvPr id="9355" name="Google Shape;9355;p83"/>
            <p:cNvSpPr txBox="1"/>
            <p:nvPr/>
          </p:nvSpPr>
          <p:spPr>
            <a:xfrm>
              <a:off x="4384331" y="2292643"/>
              <a:ext cx="254210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1" lang="en-US" sz="2800" u="none" cap="none" strike="noStrike">
                  <a:solidFill>
                    <a:srgbClr val="000000"/>
                  </a:solidFill>
                  <a:latin typeface="Calibri"/>
                  <a:ea typeface="Calibri"/>
                  <a:cs typeface="Calibri"/>
                  <a:sym typeface="Calibri"/>
                </a:rPr>
                <a:t>baggage service</a:t>
              </a:r>
              <a:endParaRPr b="0" i="1" sz="2800" u="none" cap="none" strike="noStrike">
                <a:solidFill>
                  <a:srgbClr val="000000"/>
                </a:solidFill>
                <a:latin typeface="Calibri"/>
                <a:ea typeface="Calibri"/>
                <a:cs typeface="Calibri"/>
                <a:sym typeface="Calibri"/>
              </a:endParaRPr>
            </a:p>
          </p:txBody>
        </p:sp>
        <p:sp>
          <p:nvSpPr>
            <p:cNvPr id="9356" name="Google Shape;9356;p83"/>
            <p:cNvSpPr txBox="1"/>
            <p:nvPr/>
          </p:nvSpPr>
          <p:spPr>
            <a:xfrm>
              <a:off x="4686266" y="2872078"/>
              <a:ext cx="192110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1" lang="en-US" sz="2800" u="none" cap="none" strike="noStrike">
                  <a:solidFill>
                    <a:srgbClr val="000000"/>
                  </a:solidFill>
                  <a:latin typeface="Calibri"/>
                  <a:ea typeface="Calibri"/>
                  <a:cs typeface="Calibri"/>
                  <a:sym typeface="Calibri"/>
                </a:rPr>
                <a:t>gate service</a:t>
              </a:r>
              <a:endParaRPr b="0" i="1" sz="2800" u="none" cap="none" strike="noStrike">
                <a:solidFill>
                  <a:srgbClr val="000000"/>
                </a:solidFill>
                <a:latin typeface="Calibri"/>
                <a:ea typeface="Calibri"/>
                <a:cs typeface="Calibri"/>
                <a:sym typeface="Calibri"/>
              </a:endParaRPr>
            </a:p>
          </p:txBody>
        </p:sp>
        <p:sp>
          <p:nvSpPr>
            <p:cNvPr id="9357" name="Google Shape;9357;p83"/>
            <p:cNvSpPr txBox="1"/>
            <p:nvPr/>
          </p:nvSpPr>
          <p:spPr>
            <a:xfrm>
              <a:off x="4485939" y="3451513"/>
              <a:ext cx="235423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1" lang="en-US" sz="2800" u="none" cap="none" strike="noStrike">
                  <a:solidFill>
                    <a:srgbClr val="000000"/>
                  </a:solidFill>
                  <a:latin typeface="Calibri"/>
                  <a:ea typeface="Calibri"/>
                  <a:cs typeface="Calibri"/>
                  <a:sym typeface="Calibri"/>
                </a:rPr>
                <a:t>runway service</a:t>
              </a:r>
              <a:endParaRPr b="0" i="1" sz="2800" u="none" cap="none" strike="noStrike">
                <a:solidFill>
                  <a:srgbClr val="000000"/>
                </a:solidFill>
                <a:latin typeface="Calibri"/>
                <a:ea typeface="Calibri"/>
                <a:cs typeface="Calibri"/>
                <a:sym typeface="Calibri"/>
              </a:endParaRPr>
            </a:p>
          </p:txBody>
        </p:sp>
        <p:grpSp>
          <p:nvGrpSpPr>
            <p:cNvPr id="9358" name="Google Shape;9358;p83"/>
            <p:cNvGrpSpPr/>
            <p:nvPr/>
          </p:nvGrpSpPr>
          <p:grpSpPr>
            <a:xfrm>
              <a:off x="3948545" y="3988136"/>
              <a:ext cx="3522823" cy="523220"/>
              <a:chOff x="3976681" y="3974068"/>
              <a:chExt cx="3522823" cy="523220"/>
            </a:xfrm>
          </p:grpSpPr>
          <p:sp>
            <p:nvSpPr>
              <p:cNvPr id="9359" name="Google Shape;9359;p83"/>
              <p:cNvSpPr/>
              <p:nvPr/>
            </p:nvSpPr>
            <p:spPr>
              <a:xfrm>
                <a:off x="3976681" y="4046279"/>
                <a:ext cx="3522823" cy="402622"/>
              </a:xfrm>
              <a:prstGeom prst="rect">
                <a:avLst/>
              </a:pr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360" name="Google Shape;9360;p83"/>
              <p:cNvSpPr txBox="1"/>
              <p:nvPr/>
            </p:nvSpPr>
            <p:spPr>
              <a:xfrm>
                <a:off x="4506558" y="3974068"/>
                <a:ext cx="232730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1" lang="en-US" sz="2800" u="none" cap="none" strike="noStrike">
                    <a:solidFill>
                      <a:srgbClr val="000000"/>
                    </a:solidFill>
                    <a:latin typeface="Calibri"/>
                    <a:ea typeface="Calibri"/>
                    <a:cs typeface="Calibri"/>
                    <a:sym typeface="Calibri"/>
                  </a:rPr>
                  <a:t>routing service</a:t>
                </a:r>
                <a:endParaRPr b="0" i="1" sz="2800" u="none" cap="none" strike="noStrike">
                  <a:solidFill>
                    <a:srgbClr val="000000"/>
                  </a:solidFill>
                  <a:latin typeface="Calibri"/>
                  <a:ea typeface="Calibri"/>
                  <a:cs typeface="Calibri"/>
                  <a:sym typeface="Calibri"/>
                </a:endParaRPr>
              </a:p>
            </p:txBody>
          </p:sp>
        </p:grpSp>
      </p:grpSp>
      <p:sp>
        <p:nvSpPr>
          <p:cNvPr id="9361" name="Google Shape;9361;p83"/>
          <p:cNvSpPr txBox="1"/>
          <p:nvPr/>
        </p:nvSpPr>
        <p:spPr>
          <a:xfrm>
            <a:off x="2393447" y="5094287"/>
            <a:ext cx="7613650" cy="176371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layers:</a:t>
            </a:r>
            <a:r>
              <a:rPr b="0" i="0" lang="en-US" sz="3200" u="none" cap="none" strike="noStrike">
                <a:solidFill>
                  <a:srgbClr val="FF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each layer implements a service</a:t>
            </a:r>
            <a:endParaRPr b="0" i="0" sz="32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via its own internal-layer actions</a:t>
            </a:r>
            <a:endParaRPr b="0" i="0" sz="28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relying on services provided by layer below</a:t>
            </a:r>
            <a:endParaRPr b="0" i="0" sz="28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31"/>
                                        </p:tgtEl>
                                        <p:attrNameLst>
                                          <p:attrName>style.visibility</p:attrName>
                                        </p:attrNameLst>
                                      </p:cBhvr>
                                      <p:to>
                                        <p:strVal val="visible"/>
                                      </p:to>
                                    </p:set>
                                    <p:animEffect filter="fade" transition="in">
                                      <p:cBhvr>
                                        <p:cTn dur="1000"/>
                                        <p:tgtEl>
                                          <p:spTgt spid="93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3"/>
                                        </p:tgtEl>
                                        <p:attrNameLst>
                                          <p:attrName>style.visibility</p:attrName>
                                        </p:attrNameLst>
                                      </p:cBhvr>
                                      <p:to>
                                        <p:strVal val="visible"/>
                                      </p:to>
                                    </p:set>
                                    <p:animEffect filter="fade" transition="in">
                                      <p:cBhvr>
                                        <p:cTn dur="1000"/>
                                        <p:tgtEl>
                                          <p:spTgt spid="9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66" name="Shape 9366"/>
        <p:cNvGrpSpPr/>
        <p:nvPr/>
      </p:nvGrpSpPr>
      <p:grpSpPr>
        <a:xfrm>
          <a:off x="0" y="0"/>
          <a:ext cx="0" cy="0"/>
          <a:chOff x="0" y="0"/>
          <a:chExt cx="0" cy="0"/>
        </a:xfrm>
      </p:grpSpPr>
      <p:sp>
        <p:nvSpPr>
          <p:cNvPr id="9367" name="Google Shape;9367;p84"/>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Why layering?</a:t>
            </a:r>
            <a:endParaRPr sz="4400"/>
          </a:p>
        </p:txBody>
      </p:sp>
      <p:sp>
        <p:nvSpPr>
          <p:cNvPr id="9368" name="Google Shape;9368;p84"/>
          <p:cNvSpPr txBox="1"/>
          <p:nvPr/>
        </p:nvSpPr>
        <p:spPr>
          <a:xfrm>
            <a:off x="780297" y="1203575"/>
            <a:ext cx="10162523" cy="492270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600"/>
              <a:buFont typeface="Noto Sans Symbols"/>
              <a:buNone/>
            </a:pPr>
            <a:r>
              <a:rPr b="0" i="0" lang="en-US" sz="3600" u="none" cap="none" strike="noStrike">
                <a:solidFill>
                  <a:srgbClr val="000000"/>
                </a:solidFill>
                <a:latin typeface="Calibri"/>
                <a:ea typeface="Calibri"/>
                <a:cs typeface="Calibri"/>
                <a:sym typeface="Calibri"/>
              </a:rPr>
              <a:t>Approach to designing/discussing complex systems:</a:t>
            </a:r>
            <a:endParaRPr b="0" i="0" sz="3600" u="none" cap="none" strike="noStrike">
              <a:solidFill>
                <a:srgbClr val="000000"/>
              </a:solidFill>
              <a:latin typeface="Calibri"/>
              <a:ea typeface="Calibri"/>
              <a:cs typeface="Calibri"/>
              <a:sym typeface="Calibri"/>
            </a:endParaRPr>
          </a:p>
        </p:txBody>
      </p:sp>
      <p:sp>
        <p:nvSpPr>
          <p:cNvPr id="9369" name="Google Shape;9369;p84"/>
          <p:cNvSpPr txBox="1"/>
          <p:nvPr/>
        </p:nvSpPr>
        <p:spPr>
          <a:xfrm>
            <a:off x="722834" y="1935296"/>
            <a:ext cx="7431816" cy="4345583"/>
          </a:xfrm>
          <a:prstGeom prst="rect">
            <a:avLst/>
          </a:prstGeom>
          <a:noFill/>
          <a:ln>
            <a:noFill/>
          </a:ln>
        </p:spPr>
        <p:txBody>
          <a:bodyPr anchorCtr="0" anchor="t" bIns="45700" lIns="91425" spcFirstLastPara="1" rIns="91425" wrap="square" tIns="45700">
            <a:normAutofit/>
          </a:bodyPr>
          <a:lstStyle/>
          <a:p>
            <a:pPr indent="-355600" lvl="0" marL="57340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explicit structure allows identification, relationship of system’s pieces</a:t>
            </a:r>
            <a:endParaRPr b="0" i="0" sz="3200" u="none" cap="none" strike="noStrike">
              <a:solidFill>
                <a:srgbClr val="000000"/>
              </a:solidFill>
              <a:latin typeface="Calibri"/>
              <a:ea typeface="Calibri"/>
              <a:cs typeface="Calibri"/>
              <a:sym typeface="Calibri"/>
            </a:endParaRPr>
          </a:p>
          <a:p>
            <a:pPr indent="-355600" lvl="1" marL="982980"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layered </a:t>
            </a:r>
            <a:r>
              <a:rPr b="0" i="1" lang="en-US" sz="2800" u="none" cap="none" strike="noStrike">
                <a:solidFill>
                  <a:srgbClr val="CC0000"/>
                </a:solidFill>
                <a:latin typeface="Calibri"/>
                <a:ea typeface="Calibri"/>
                <a:cs typeface="Calibri"/>
                <a:sym typeface="Calibri"/>
              </a:rPr>
              <a:t>reference model</a:t>
            </a:r>
            <a:r>
              <a:rPr b="0" i="0" lang="en-US" sz="2800" u="none" cap="none" strike="noStrike">
                <a:solidFill>
                  <a:srgbClr val="000000"/>
                </a:solidFill>
                <a:latin typeface="Calibri"/>
                <a:ea typeface="Calibri"/>
                <a:cs typeface="Calibri"/>
                <a:sym typeface="Calibri"/>
              </a:rPr>
              <a:t> for discussion</a:t>
            </a:r>
            <a:endParaRPr b="0" i="0" sz="2800" u="none" cap="none" strike="noStrike">
              <a:solidFill>
                <a:srgbClr val="000000"/>
              </a:solidFill>
              <a:latin typeface="Calibri"/>
              <a:ea typeface="Calibri"/>
              <a:cs typeface="Calibri"/>
              <a:sym typeface="Calibri"/>
            </a:endParaRPr>
          </a:p>
          <a:p>
            <a:pPr indent="-355600" lvl="0" marL="57340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modularization eases maintenance, updating of system</a:t>
            </a:r>
            <a:endParaRPr b="0" i="0" sz="3200" u="none" cap="none" strike="noStrike">
              <a:solidFill>
                <a:srgbClr val="000000"/>
              </a:solidFill>
              <a:latin typeface="Calibri"/>
              <a:ea typeface="Calibri"/>
              <a:cs typeface="Calibri"/>
              <a:sym typeface="Calibri"/>
            </a:endParaRPr>
          </a:p>
          <a:p>
            <a:pPr indent="-355600" lvl="1" marL="982980"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change in layer's service </a:t>
            </a:r>
            <a:r>
              <a:rPr b="0" i="1" lang="en-US" sz="2800" u="none" cap="none" strike="noStrike">
                <a:solidFill>
                  <a:srgbClr val="000000"/>
                </a:solidFill>
                <a:latin typeface="Calibri"/>
                <a:ea typeface="Calibri"/>
                <a:cs typeface="Calibri"/>
                <a:sym typeface="Calibri"/>
              </a:rPr>
              <a:t>implementation</a:t>
            </a:r>
            <a:r>
              <a:rPr b="0" i="0" lang="en-US" sz="2800" u="none" cap="none" strike="noStrike">
                <a:solidFill>
                  <a:srgbClr val="000000"/>
                </a:solidFill>
                <a:latin typeface="Calibri"/>
                <a:ea typeface="Calibri"/>
                <a:cs typeface="Calibri"/>
                <a:sym typeface="Calibri"/>
              </a:rPr>
              <a:t>: transparent to rest of system</a:t>
            </a:r>
            <a:endParaRPr b="0" i="0" sz="2800" u="none" cap="none" strike="noStrike">
              <a:solidFill>
                <a:srgbClr val="000000"/>
              </a:solidFill>
              <a:latin typeface="Calibri"/>
              <a:ea typeface="Calibri"/>
              <a:cs typeface="Calibri"/>
              <a:sym typeface="Calibri"/>
            </a:endParaRPr>
          </a:p>
          <a:p>
            <a:pPr indent="-355600" lvl="1" marL="982980"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e.g., change in gate procedure doesn’t affect rest of system</a:t>
            </a:r>
            <a:endParaRPr b="0" i="0" sz="2800" u="none" cap="none" strike="noStrike">
              <a:solidFill>
                <a:srgbClr val="000000"/>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9">
                                            <p:txEl>
                                              <p:pRg end="0" st="0"/>
                                            </p:txEl>
                                          </p:spTgt>
                                        </p:tgtEl>
                                        <p:attrNameLst>
                                          <p:attrName>style.visibility</p:attrName>
                                        </p:attrNameLst>
                                      </p:cBhvr>
                                      <p:to>
                                        <p:strVal val="visible"/>
                                      </p:to>
                                    </p:set>
                                    <p:animEffect filter="fade" transition="in">
                                      <p:cBhvr>
                                        <p:cTn dur="1000"/>
                                        <p:tgtEl>
                                          <p:spTgt spid="93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9">
                                            <p:txEl>
                                              <p:pRg end="1" st="1"/>
                                            </p:txEl>
                                          </p:spTgt>
                                        </p:tgtEl>
                                        <p:attrNameLst>
                                          <p:attrName>style.visibility</p:attrName>
                                        </p:attrNameLst>
                                      </p:cBhvr>
                                      <p:to>
                                        <p:strVal val="visible"/>
                                      </p:to>
                                    </p:set>
                                    <p:animEffect filter="fade" transition="in">
                                      <p:cBhvr>
                                        <p:cTn dur="1000"/>
                                        <p:tgtEl>
                                          <p:spTgt spid="93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9">
                                            <p:txEl>
                                              <p:pRg end="2" st="2"/>
                                            </p:txEl>
                                          </p:spTgt>
                                        </p:tgtEl>
                                        <p:attrNameLst>
                                          <p:attrName>style.visibility</p:attrName>
                                        </p:attrNameLst>
                                      </p:cBhvr>
                                      <p:to>
                                        <p:strVal val="visible"/>
                                      </p:to>
                                    </p:set>
                                    <p:animEffect filter="fade" transition="in">
                                      <p:cBhvr>
                                        <p:cTn dur="1000"/>
                                        <p:tgtEl>
                                          <p:spTgt spid="93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9">
                                            <p:txEl>
                                              <p:pRg end="3" st="3"/>
                                            </p:txEl>
                                          </p:spTgt>
                                        </p:tgtEl>
                                        <p:attrNameLst>
                                          <p:attrName>style.visibility</p:attrName>
                                        </p:attrNameLst>
                                      </p:cBhvr>
                                      <p:to>
                                        <p:strVal val="visible"/>
                                      </p:to>
                                    </p:set>
                                    <p:animEffect filter="fade" transition="in">
                                      <p:cBhvr>
                                        <p:cTn dur="1000"/>
                                        <p:tgtEl>
                                          <p:spTgt spid="93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9">
                                            <p:txEl>
                                              <p:pRg end="4" st="4"/>
                                            </p:txEl>
                                          </p:spTgt>
                                        </p:tgtEl>
                                        <p:attrNameLst>
                                          <p:attrName>style.visibility</p:attrName>
                                        </p:attrNameLst>
                                      </p:cBhvr>
                                      <p:to>
                                        <p:strVal val="visible"/>
                                      </p:to>
                                    </p:set>
                                    <p:animEffect filter="fade" transition="in">
                                      <p:cBhvr>
                                        <p:cTn dur="1000"/>
                                        <p:tgtEl>
                                          <p:spTgt spid="936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3" name="Shape 9373"/>
        <p:cNvGrpSpPr/>
        <p:nvPr/>
      </p:nvGrpSpPr>
      <p:grpSpPr>
        <a:xfrm>
          <a:off x="0" y="0"/>
          <a:ext cx="0" cy="0"/>
          <a:chOff x="0" y="0"/>
          <a:chExt cx="0" cy="0"/>
        </a:xfrm>
      </p:grpSpPr>
      <p:sp>
        <p:nvSpPr>
          <p:cNvPr id="9374" name="Google Shape;9374;p85"/>
          <p:cNvSpPr txBox="1"/>
          <p:nvPr>
            <p:ph type="title"/>
          </p:nvPr>
        </p:nvSpPr>
        <p:spPr>
          <a:xfrm>
            <a:off x="581025" y="702310"/>
            <a:ext cx="11029315" cy="78422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TCP/IP Protocol Suite</a:t>
            </a:r>
            <a:endParaRPr/>
          </a:p>
        </p:txBody>
      </p:sp>
      <p:sp>
        <p:nvSpPr>
          <p:cNvPr id="9375" name="Google Shape;9375;p85"/>
          <p:cNvSpPr txBox="1"/>
          <p:nvPr>
            <p:ph idx="1" type="body"/>
          </p:nvPr>
        </p:nvSpPr>
        <p:spPr>
          <a:xfrm>
            <a:off x="581025" y="1744345"/>
            <a:ext cx="11029315" cy="4083685"/>
          </a:xfrm>
          <a:prstGeom prst="rect">
            <a:avLst/>
          </a:prstGeom>
          <a:noFill/>
          <a:ln>
            <a:noFill/>
          </a:ln>
        </p:spPr>
        <p:txBody>
          <a:bodyPr anchorCtr="0" anchor="ctr" bIns="45700" lIns="91425" spcFirstLastPara="1" rIns="91425" wrap="square" tIns="45700">
            <a:normAutofit fontScale="90000"/>
          </a:bodyPr>
          <a:lstStyle/>
          <a:p>
            <a:pPr indent="-306070" lvl="0" marL="306070" rtl="0" algn="l">
              <a:lnSpc>
                <a:spcPct val="110000"/>
              </a:lnSpc>
              <a:spcBef>
                <a:spcPts val="0"/>
              </a:spcBef>
              <a:spcAft>
                <a:spcPts val="0"/>
              </a:spcAft>
              <a:buSzPct val="92000"/>
              <a:buFont typeface="Noto Sans Symbols"/>
              <a:buChar char="⮚"/>
            </a:pPr>
            <a:r>
              <a:rPr b="1" lang="en-US"/>
              <a:t>TCP/IP</a:t>
            </a:r>
            <a:r>
              <a:rPr lang="en-US"/>
              <a:t> (Transmission Control Protocol / Internet Protocol) is the protocol suite (a set of protocols organized in different layers) which is used in the internet today.</a:t>
            </a:r>
            <a:endParaRPr/>
          </a:p>
          <a:p>
            <a:pPr indent="-306070" lvl="0" marL="306070" rtl="0" algn="l">
              <a:lnSpc>
                <a:spcPct val="110000"/>
              </a:lnSpc>
              <a:spcBef>
                <a:spcPts val="1032"/>
              </a:spcBef>
              <a:spcAft>
                <a:spcPts val="0"/>
              </a:spcAft>
              <a:buSzPct val="92000"/>
              <a:buFont typeface="Noto Sans Symbols"/>
              <a:buChar char="⮚"/>
            </a:pPr>
            <a:r>
              <a:rPr lang="en-US"/>
              <a:t>TCP/IP is a hierarchical protocol made up of interactive modules, each of which provides a specific functionality. </a:t>
            </a:r>
            <a:endParaRPr/>
          </a:p>
          <a:p>
            <a:pPr indent="-306070" lvl="0" marL="306070" rtl="0" algn="l">
              <a:lnSpc>
                <a:spcPct val="110000"/>
              </a:lnSpc>
              <a:spcBef>
                <a:spcPts val="1032"/>
              </a:spcBef>
              <a:spcAft>
                <a:spcPts val="0"/>
              </a:spcAft>
              <a:buSzPct val="92000"/>
              <a:buFont typeface="Noto Sans Symbols"/>
              <a:buChar char="⮚"/>
            </a:pPr>
            <a:r>
              <a:rPr lang="en-US"/>
              <a:t>The term hierarchical means that each upper level protocol is supported by the services provided by one or more lower level protocols.</a:t>
            </a:r>
            <a:endParaRPr/>
          </a:p>
          <a:p>
            <a:pPr indent="-306070" lvl="0" marL="306070" rtl="0" algn="l">
              <a:lnSpc>
                <a:spcPct val="110000"/>
              </a:lnSpc>
              <a:spcBef>
                <a:spcPts val="1032"/>
              </a:spcBef>
              <a:spcAft>
                <a:spcPts val="0"/>
              </a:spcAft>
              <a:buSzPct val="92000"/>
              <a:buFont typeface="Noto Sans Symbols"/>
              <a:buChar char="⮚"/>
            </a:pPr>
            <a:r>
              <a:rPr lang="en-US"/>
              <a:t> The original TCP/IP protocol suite was defined as four software layers built upon the hardware. Today, however, TCP/IP is thought of as a five-layer model.</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9" name="Shape 9379"/>
        <p:cNvGrpSpPr/>
        <p:nvPr/>
      </p:nvGrpSpPr>
      <p:grpSpPr>
        <a:xfrm>
          <a:off x="0" y="0"/>
          <a:ext cx="0" cy="0"/>
          <a:chOff x="0" y="0"/>
          <a:chExt cx="0" cy="0"/>
        </a:xfrm>
      </p:grpSpPr>
      <p:sp>
        <p:nvSpPr>
          <p:cNvPr id="9380" name="Google Shape;9380;p86"/>
          <p:cNvSpPr txBox="1"/>
          <p:nvPr>
            <p:ph type="title"/>
          </p:nvPr>
        </p:nvSpPr>
        <p:spPr>
          <a:xfrm>
            <a:off x="575945" y="729615"/>
            <a:ext cx="11029315" cy="72136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LAYERS IN TCP/IP PROTOCOL SUITE</a:t>
            </a:r>
            <a:endParaRPr/>
          </a:p>
        </p:txBody>
      </p:sp>
      <p:pic>
        <p:nvPicPr>
          <p:cNvPr id="9381" name="Google Shape;9381;p86"/>
          <p:cNvPicPr preferRelativeResize="0"/>
          <p:nvPr/>
        </p:nvPicPr>
        <p:blipFill rotWithShape="1">
          <a:blip r:embed="rId3">
            <a:alphaModFix/>
          </a:blip>
          <a:srcRect b="0" l="0" r="0" t="0"/>
          <a:stretch/>
        </p:blipFill>
        <p:spPr>
          <a:xfrm>
            <a:off x="1633855" y="1901825"/>
            <a:ext cx="8582660" cy="443547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6" name="Shape 9386"/>
        <p:cNvGrpSpPr/>
        <p:nvPr/>
      </p:nvGrpSpPr>
      <p:grpSpPr>
        <a:xfrm>
          <a:off x="0" y="0"/>
          <a:ext cx="0" cy="0"/>
          <a:chOff x="0" y="0"/>
          <a:chExt cx="0" cy="0"/>
        </a:xfrm>
      </p:grpSpPr>
      <p:sp>
        <p:nvSpPr>
          <p:cNvPr id="9387" name="Google Shape;9387;p87"/>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TCP/IP Protocol Suite: Application Layer</a:t>
            </a:r>
            <a:endParaRPr sz="4400"/>
          </a:p>
        </p:txBody>
      </p:sp>
      <p:sp>
        <p:nvSpPr>
          <p:cNvPr id="9388" name="Google Shape;9388;p87"/>
          <p:cNvSpPr txBox="1"/>
          <p:nvPr/>
        </p:nvSpPr>
        <p:spPr>
          <a:xfrm>
            <a:off x="825713" y="1472008"/>
            <a:ext cx="7368749" cy="4922704"/>
          </a:xfrm>
          <a:prstGeom prst="rect">
            <a:avLst/>
          </a:prstGeom>
          <a:noFill/>
          <a:ln>
            <a:noFill/>
          </a:ln>
        </p:spPr>
        <p:txBody>
          <a:bodyPr anchorCtr="0" anchor="t" bIns="45700" lIns="91425" spcFirstLastPara="1" rIns="91425" wrap="square" tIns="45700">
            <a:normAutofit fontScale="70000"/>
          </a:bodyPr>
          <a:lstStyle/>
          <a:p>
            <a:pPr indent="-457200" lvl="0" marL="457200" marR="0" rtl="0" algn="l">
              <a:lnSpc>
                <a:spcPct val="120000"/>
              </a:lnSpc>
              <a:spcBef>
                <a:spcPts val="0"/>
              </a:spcBef>
              <a:spcAft>
                <a:spcPts val="0"/>
              </a:spcAft>
              <a:buClr>
                <a:srgbClr val="0000A3"/>
              </a:buClr>
              <a:buSzPct val="100000"/>
              <a:buFont typeface="Noto Sans Symbols"/>
              <a:buChar char="⮚"/>
            </a:pPr>
            <a:r>
              <a:rPr b="0" i="0" lang="en-US" sz="2800" u="none" cap="none" strike="noStrike">
                <a:solidFill>
                  <a:srgbClr val="000000"/>
                </a:solidFill>
                <a:latin typeface="Georgia"/>
                <a:ea typeface="Georgia"/>
                <a:cs typeface="Georgia"/>
                <a:sym typeface="Georgia"/>
              </a:rPr>
              <a:t>Application layer provides services directly to user applications.</a:t>
            </a:r>
            <a:endParaRPr b="0" i="0" sz="2800" u="none" cap="none" strike="noStrike">
              <a:solidFill>
                <a:srgbClr val="000000"/>
              </a:solidFill>
              <a:latin typeface="Georgia"/>
              <a:ea typeface="Georgia"/>
              <a:cs typeface="Georgia"/>
              <a:sym typeface="Georgia"/>
            </a:endParaRPr>
          </a:p>
          <a:p>
            <a:pPr indent="-457200" lvl="0" marL="457200" marR="0" rtl="0" algn="l">
              <a:lnSpc>
                <a:spcPct val="12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Georgia"/>
                <a:ea typeface="Georgia"/>
                <a:cs typeface="Georgia"/>
                <a:sym typeface="Georgia"/>
              </a:rPr>
              <a:t>It handles high-level protocols, data representation, etc.</a:t>
            </a:r>
            <a:endParaRPr b="0" i="0" sz="2800" u="none" cap="none" strike="noStrike">
              <a:solidFill>
                <a:srgbClr val="000000"/>
              </a:solidFill>
              <a:latin typeface="Georgia"/>
              <a:ea typeface="Georgia"/>
              <a:cs typeface="Georgia"/>
              <a:sym typeface="Georgia"/>
            </a:endParaRPr>
          </a:p>
          <a:p>
            <a:pPr indent="-457200" lvl="0" marL="457200" marR="0" rtl="0" algn="l">
              <a:lnSpc>
                <a:spcPct val="12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Georgia"/>
                <a:ea typeface="Georgia"/>
                <a:cs typeface="Georgia"/>
                <a:sym typeface="Georgia"/>
              </a:rPr>
              <a:t>Some protocols which reside in application layer are - </a:t>
            </a:r>
            <a:endParaRPr b="0" i="0" sz="2800" u="none" cap="none" strike="noStrike">
              <a:solidFill>
                <a:srgbClr val="000000"/>
              </a:solidFill>
              <a:latin typeface="Georgia"/>
              <a:ea typeface="Georgia"/>
              <a:cs typeface="Georgia"/>
              <a:sym typeface="Georgia"/>
            </a:endParaRPr>
          </a:p>
          <a:p>
            <a:pPr indent="-457200" lvl="1" marL="914400" marR="0" rtl="0" algn="l">
              <a:lnSpc>
                <a:spcPct val="120000"/>
              </a:lnSpc>
              <a:spcBef>
                <a:spcPts val="1000"/>
              </a:spcBef>
              <a:spcAft>
                <a:spcPts val="0"/>
              </a:spcAft>
              <a:buClr>
                <a:srgbClr val="0000A3"/>
              </a:buClr>
              <a:buSzPct val="100000"/>
              <a:buFont typeface="Noto Sans Symbols"/>
              <a:buChar char="▪"/>
            </a:pPr>
            <a:r>
              <a:rPr b="1" i="0" lang="en-US" sz="2400" u="none" cap="none" strike="noStrike">
                <a:solidFill>
                  <a:srgbClr val="000000"/>
                </a:solidFill>
                <a:latin typeface="Georgia"/>
                <a:ea typeface="Georgia"/>
                <a:cs typeface="Georgia"/>
                <a:sym typeface="Georgia"/>
              </a:rPr>
              <a:t>HTTP / HTTPS </a:t>
            </a:r>
            <a:r>
              <a:rPr b="0" i="0" lang="en-US" sz="2400" u="none" cap="none" strike="noStrike">
                <a:solidFill>
                  <a:srgbClr val="000000"/>
                </a:solidFill>
                <a:latin typeface="Georgia"/>
                <a:ea typeface="Georgia"/>
                <a:cs typeface="Georgia"/>
                <a:sym typeface="Georgia"/>
              </a:rPr>
              <a:t>(HyperText Transfer Protocol) </a:t>
            </a:r>
            <a:r>
              <a:rPr b="1" i="0" lang="en-US" sz="2400" u="none" cap="none" strike="noStrike">
                <a:solidFill>
                  <a:srgbClr val="000000"/>
                </a:solidFill>
                <a:latin typeface="Georgia"/>
                <a:ea typeface="Georgia"/>
                <a:cs typeface="Georgia"/>
                <a:sym typeface="Georgia"/>
              </a:rPr>
              <a:t>- </a:t>
            </a:r>
            <a:r>
              <a:rPr b="0" i="0" lang="en-US" sz="2400" u="none" cap="none" strike="noStrike">
                <a:solidFill>
                  <a:srgbClr val="000000"/>
                </a:solidFill>
                <a:latin typeface="Georgia"/>
                <a:ea typeface="Georgia"/>
                <a:cs typeface="Georgia"/>
                <a:sym typeface="Georgia"/>
              </a:rPr>
              <a:t>Used in web browsing.</a:t>
            </a:r>
            <a:endParaRPr b="0" i="0" sz="2400" u="none" cap="none" strike="noStrike">
              <a:solidFill>
                <a:srgbClr val="000000"/>
              </a:solidFill>
              <a:latin typeface="Georgia"/>
              <a:ea typeface="Georgia"/>
              <a:cs typeface="Georgia"/>
              <a:sym typeface="Georgia"/>
            </a:endParaRPr>
          </a:p>
          <a:p>
            <a:pPr indent="-457200" lvl="1" marL="914400" marR="0" rtl="0" algn="l">
              <a:lnSpc>
                <a:spcPct val="120000"/>
              </a:lnSpc>
              <a:spcBef>
                <a:spcPts val="1000"/>
              </a:spcBef>
              <a:spcAft>
                <a:spcPts val="0"/>
              </a:spcAft>
              <a:buClr>
                <a:srgbClr val="0000A3"/>
              </a:buClr>
              <a:buSzPct val="100000"/>
              <a:buFont typeface="Noto Sans Symbols"/>
              <a:buChar char="▪"/>
            </a:pPr>
            <a:r>
              <a:rPr b="1" i="0" lang="en-US" sz="2400" u="none" cap="none" strike="noStrike">
                <a:solidFill>
                  <a:srgbClr val="000000"/>
                </a:solidFill>
                <a:latin typeface="Georgia"/>
                <a:ea typeface="Georgia"/>
                <a:cs typeface="Georgia"/>
                <a:sym typeface="Georgia"/>
              </a:rPr>
              <a:t>SMTP </a:t>
            </a:r>
            <a:r>
              <a:rPr b="0" i="0" lang="en-US" sz="2400" u="none" cap="none" strike="noStrike">
                <a:solidFill>
                  <a:srgbClr val="000000"/>
                </a:solidFill>
                <a:latin typeface="Georgia"/>
                <a:ea typeface="Georgia"/>
                <a:cs typeface="Georgia"/>
                <a:sym typeface="Georgia"/>
              </a:rPr>
              <a:t>(Simple Mail Transfer Protocol) </a:t>
            </a:r>
            <a:r>
              <a:rPr b="1" i="0" lang="en-US" sz="2400" u="none" cap="none" strike="noStrike">
                <a:solidFill>
                  <a:srgbClr val="000000"/>
                </a:solidFill>
                <a:latin typeface="Georgia"/>
                <a:ea typeface="Georgia"/>
                <a:cs typeface="Georgia"/>
                <a:sym typeface="Georgia"/>
              </a:rPr>
              <a:t>- </a:t>
            </a:r>
            <a:r>
              <a:rPr b="0" i="0" lang="en-US" sz="2400" u="none" cap="none" strike="noStrike">
                <a:solidFill>
                  <a:srgbClr val="000000"/>
                </a:solidFill>
                <a:latin typeface="Georgia"/>
                <a:ea typeface="Georgia"/>
                <a:cs typeface="Georgia"/>
                <a:sym typeface="Georgia"/>
              </a:rPr>
              <a:t>Used in email services.</a:t>
            </a:r>
            <a:endParaRPr b="0" i="0" sz="2400" u="none" cap="none" strike="noStrike">
              <a:solidFill>
                <a:srgbClr val="000000"/>
              </a:solidFill>
              <a:latin typeface="Georgia"/>
              <a:ea typeface="Georgia"/>
              <a:cs typeface="Georgia"/>
              <a:sym typeface="Georgia"/>
            </a:endParaRPr>
          </a:p>
          <a:p>
            <a:pPr indent="-457200" lvl="1" marL="914400" marR="0" rtl="0" algn="l">
              <a:lnSpc>
                <a:spcPct val="120000"/>
              </a:lnSpc>
              <a:spcBef>
                <a:spcPts val="1000"/>
              </a:spcBef>
              <a:spcAft>
                <a:spcPts val="0"/>
              </a:spcAft>
              <a:buClr>
                <a:srgbClr val="0000A3"/>
              </a:buClr>
              <a:buSzPct val="100000"/>
              <a:buFont typeface="Noto Sans Symbols"/>
              <a:buChar char="▪"/>
            </a:pPr>
            <a:r>
              <a:rPr b="1" i="0" lang="en-US" sz="2400" u="none" cap="none" strike="noStrike">
                <a:solidFill>
                  <a:srgbClr val="000000"/>
                </a:solidFill>
                <a:latin typeface="Georgia"/>
                <a:ea typeface="Georgia"/>
                <a:cs typeface="Georgia"/>
                <a:sym typeface="Georgia"/>
              </a:rPr>
              <a:t>FTP (</a:t>
            </a:r>
            <a:r>
              <a:rPr b="0" i="0" lang="en-US" sz="2400" u="none" cap="none" strike="noStrike">
                <a:solidFill>
                  <a:srgbClr val="000000"/>
                </a:solidFill>
                <a:latin typeface="Georgia"/>
                <a:ea typeface="Georgia"/>
                <a:cs typeface="Georgia"/>
                <a:sym typeface="Georgia"/>
              </a:rPr>
              <a:t>File Transfer Protocol) - Used in transfer of files between two end systems.</a:t>
            </a:r>
            <a:endParaRPr b="0" i="0" sz="2400" u="none" cap="none" strike="noStrike">
              <a:solidFill>
                <a:srgbClr val="000000"/>
              </a:solidFill>
              <a:latin typeface="Georgia"/>
              <a:ea typeface="Georgia"/>
              <a:cs typeface="Georgia"/>
              <a:sym typeface="Georgia"/>
            </a:endParaRPr>
          </a:p>
          <a:p>
            <a:pPr indent="-457200" lvl="1" marL="914400" marR="0" rtl="0" algn="l">
              <a:lnSpc>
                <a:spcPct val="120000"/>
              </a:lnSpc>
              <a:spcBef>
                <a:spcPts val="1000"/>
              </a:spcBef>
              <a:spcAft>
                <a:spcPts val="0"/>
              </a:spcAft>
              <a:buClr>
                <a:srgbClr val="0000A3"/>
              </a:buClr>
              <a:buSzPct val="100000"/>
              <a:buFont typeface="Noto Sans Symbols"/>
              <a:buChar char="▪"/>
            </a:pPr>
            <a:r>
              <a:rPr b="1" i="0" lang="en-US" sz="2400" u="none" cap="none" strike="noStrike">
                <a:solidFill>
                  <a:srgbClr val="000000"/>
                </a:solidFill>
                <a:latin typeface="Georgia"/>
                <a:ea typeface="Georgia"/>
                <a:cs typeface="Georgia"/>
                <a:sym typeface="Georgia"/>
              </a:rPr>
              <a:t>DNS (</a:t>
            </a:r>
            <a:r>
              <a:rPr b="0" i="0" lang="en-US" sz="2400" u="none" cap="none" strike="noStrike">
                <a:solidFill>
                  <a:srgbClr val="000000"/>
                </a:solidFill>
                <a:latin typeface="Georgia"/>
                <a:ea typeface="Georgia"/>
                <a:cs typeface="Georgia"/>
                <a:sym typeface="Georgia"/>
              </a:rPr>
              <a:t>Domain Name System) - Used for checking IP address of any websites/end systems.</a:t>
            </a:r>
            <a:endParaRPr b="0" i="0" sz="2400" u="none" cap="none" strike="noStrike">
              <a:solidFill>
                <a:srgbClr val="000000"/>
              </a:solidFill>
              <a:latin typeface="Georgia"/>
              <a:ea typeface="Georgia"/>
              <a:cs typeface="Georgia"/>
              <a:sym typeface="Georgia"/>
            </a:endParaRPr>
          </a:p>
        </p:txBody>
      </p:sp>
      <p:pic>
        <p:nvPicPr>
          <p:cNvPr id="9389" name="Google Shape;9389;p87"/>
          <p:cNvPicPr preferRelativeResize="0"/>
          <p:nvPr/>
        </p:nvPicPr>
        <p:blipFill rotWithShape="1">
          <a:blip r:embed="rId3">
            <a:alphaModFix/>
          </a:blip>
          <a:srcRect b="0" l="0" r="0" t="0"/>
          <a:stretch/>
        </p:blipFill>
        <p:spPr>
          <a:xfrm>
            <a:off x="8915400" y="1756410"/>
            <a:ext cx="2006600" cy="36639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4" name="Shape 9394"/>
        <p:cNvGrpSpPr/>
        <p:nvPr/>
      </p:nvGrpSpPr>
      <p:grpSpPr>
        <a:xfrm>
          <a:off x="0" y="0"/>
          <a:ext cx="0" cy="0"/>
          <a:chOff x="0" y="0"/>
          <a:chExt cx="0" cy="0"/>
        </a:xfrm>
      </p:grpSpPr>
      <p:sp>
        <p:nvSpPr>
          <p:cNvPr id="9395" name="Google Shape;9395;p88"/>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TCP/IP Protocol Suite: Transport Layer</a:t>
            </a:r>
            <a:endParaRPr sz="4400"/>
          </a:p>
        </p:txBody>
      </p:sp>
      <p:sp>
        <p:nvSpPr>
          <p:cNvPr id="9396" name="Google Shape;9396;p88"/>
          <p:cNvSpPr txBox="1"/>
          <p:nvPr/>
        </p:nvSpPr>
        <p:spPr>
          <a:xfrm>
            <a:off x="459105" y="1186815"/>
            <a:ext cx="8373110" cy="5309235"/>
          </a:xfrm>
          <a:prstGeom prst="rect">
            <a:avLst/>
          </a:prstGeom>
          <a:noFill/>
          <a:ln>
            <a:noFill/>
          </a:ln>
        </p:spPr>
        <p:txBody>
          <a:bodyPr anchorCtr="0" anchor="t" bIns="45700" lIns="91425" spcFirstLastPara="1" rIns="91425" wrap="square" tIns="45700">
            <a:noAutofit/>
          </a:bodyPr>
          <a:lstStyle/>
          <a:p>
            <a:pPr indent="-457200" lvl="0" marL="457200" marR="0" rtl="0" algn="l">
              <a:lnSpc>
                <a:spcPct val="120000"/>
              </a:lnSpc>
              <a:spcBef>
                <a:spcPts val="0"/>
              </a:spcBef>
              <a:spcAft>
                <a:spcPts val="0"/>
              </a:spcAft>
              <a:buClr>
                <a:srgbClr val="0000A3"/>
              </a:buClr>
              <a:buSzPts val="2000"/>
              <a:buFont typeface="Noto Sans Symbols"/>
              <a:buChar char="⮚"/>
            </a:pPr>
            <a:r>
              <a:rPr i="0" lang="en-US" sz="2000" u="none" cap="none" strike="noStrike">
                <a:solidFill>
                  <a:srgbClr val="000000"/>
                </a:solidFill>
                <a:latin typeface="Georgia"/>
                <a:ea typeface="Georgia"/>
                <a:cs typeface="Georgia"/>
                <a:sym typeface="Georgia"/>
              </a:rPr>
              <a:t>Transport layer is responsible for the delivery of a message (</a:t>
            </a:r>
            <a:r>
              <a:rPr b="1" i="0" lang="en-US" sz="2000" u="none" cap="none" strike="noStrike">
                <a:solidFill>
                  <a:srgbClr val="000000"/>
                </a:solidFill>
                <a:latin typeface="Georgia"/>
                <a:ea typeface="Georgia"/>
                <a:cs typeface="Georgia"/>
                <a:sym typeface="Georgia"/>
              </a:rPr>
              <a:t>segments</a:t>
            </a:r>
            <a:r>
              <a:rPr i="0" lang="en-US" sz="2000" u="none" cap="none" strike="noStrike">
                <a:solidFill>
                  <a:srgbClr val="000000"/>
                </a:solidFill>
                <a:latin typeface="Georgia"/>
                <a:ea typeface="Georgia"/>
                <a:cs typeface="Georgia"/>
                <a:sym typeface="Georgia"/>
              </a:rPr>
              <a:t>) from one process to another.</a:t>
            </a:r>
            <a:endParaRPr i="0" sz="2000" u="none" cap="none" strike="noStrike">
              <a:solidFill>
                <a:srgbClr val="000000"/>
              </a:solidFill>
              <a:latin typeface="Georgia"/>
              <a:ea typeface="Georgia"/>
              <a:cs typeface="Georgia"/>
              <a:sym typeface="Georgia"/>
            </a:endParaRPr>
          </a:p>
          <a:p>
            <a:pPr indent="-457200" lvl="0" marL="457200" marR="0" rtl="0" algn="l">
              <a:lnSpc>
                <a:spcPct val="120000"/>
              </a:lnSpc>
              <a:spcBef>
                <a:spcPts val="1000"/>
              </a:spcBef>
              <a:spcAft>
                <a:spcPts val="0"/>
              </a:spcAft>
              <a:buClr>
                <a:srgbClr val="0000A3"/>
              </a:buClr>
              <a:buSzPts val="2000"/>
              <a:buFont typeface="Noto Sans Symbols"/>
              <a:buChar char="⮚"/>
            </a:pPr>
            <a:r>
              <a:rPr i="0" lang="en-US" sz="2000" u="none" cap="none" strike="noStrike">
                <a:solidFill>
                  <a:srgbClr val="000000"/>
                </a:solidFill>
                <a:latin typeface="Georgia"/>
                <a:ea typeface="Georgia"/>
                <a:cs typeface="Georgia"/>
                <a:sym typeface="Georgia"/>
              </a:rPr>
              <a:t>There are two transport layer protocols - TCP (Transmission Control Protocol) and UDP (User Datagram Protocol)</a:t>
            </a:r>
            <a:endParaRPr i="0" sz="2000" u="none" cap="none" strike="noStrike">
              <a:solidFill>
                <a:srgbClr val="000000"/>
              </a:solidFill>
              <a:latin typeface="Georgia"/>
              <a:ea typeface="Georgia"/>
              <a:cs typeface="Georgia"/>
              <a:sym typeface="Georgia"/>
            </a:endParaRPr>
          </a:p>
          <a:p>
            <a:pPr indent="-457200" lvl="0" marL="457200" marR="0" rtl="0" algn="l">
              <a:lnSpc>
                <a:spcPct val="120000"/>
              </a:lnSpc>
              <a:spcBef>
                <a:spcPts val="1000"/>
              </a:spcBef>
              <a:spcAft>
                <a:spcPts val="0"/>
              </a:spcAft>
              <a:buClr>
                <a:srgbClr val="0000A3"/>
              </a:buClr>
              <a:buSzPts val="2000"/>
              <a:buFont typeface="Noto Sans Symbols"/>
              <a:buChar char="⮚"/>
            </a:pPr>
            <a:r>
              <a:rPr i="0" lang="en-US" sz="2000" u="none" cap="none" strike="noStrike">
                <a:solidFill>
                  <a:srgbClr val="000000"/>
                </a:solidFill>
                <a:latin typeface="Georgia"/>
                <a:ea typeface="Georgia"/>
                <a:cs typeface="Georgia"/>
                <a:sym typeface="Georgia"/>
              </a:rPr>
              <a:t>TCP provides a connection-oriented service to its applications. This service includes guaranteed delivery of application-layer messages to the destination and flow control (that is, sender/receiver speed matching).</a:t>
            </a:r>
            <a:endParaRPr i="0" sz="2000" u="none" cap="none" strike="noStrike">
              <a:solidFill>
                <a:srgbClr val="000000"/>
              </a:solidFill>
              <a:latin typeface="Georgia"/>
              <a:ea typeface="Georgia"/>
              <a:cs typeface="Georgia"/>
              <a:sym typeface="Georgia"/>
            </a:endParaRPr>
          </a:p>
          <a:p>
            <a:pPr indent="-457200" lvl="0" marL="457200" marR="0" rtl="0" algn="l">
              <a:lnSpc>
                <a:spcPct val="120000"/>
              </a:lnSpc>
              <a:spcBef>
                <a:spcPts val="1000"/>
              </a:spcBef>
              <a:spcAft>
                <a:spcPts val="0"/>
              </a:spcAft>
              <a:buClr>
                <a:srgbClr val="0000A3"/>
              </a:buClr>
              <a:buSzPts val="2000"/>
              <a:buFont typeface="Noto Sans Symbols"/>
              <a:buChar char="⮚"/>
            </a:pPr>
            <a:r>
              <a:rPr i="0" lang="en-US" sz="2000" u="none" cap="none" strike="noStrike">
                <a:solidFill>
                  <a:srgbClr val="000000"/>
                </a:solidFill>
                <a:latin typeface="Georgia"/>
                <a:ea typeface="Georgia"/>
                <a:cs typeface="Georgia"/>
                <a:sym typeface="Georgia"/>
              </a:rPr>
              <a:t>TCP also breaks long messages into shorter segments and provides a congestion-control mechanism, so that a source throttles its transmission rate when the network is congested.</a:t>
            </a:r>
            <a:endParaRPr i="0" sz="2000" u="none" cap="none" strike="noStrike">
              <a:solidFill>
                <a:srgbClr val="000000"/>
              </a:solidFill>
              <a:latin typeface="Georgia"/>
              <a:ea typeface="Georgia"/>
              <a:cs typeface="Georgia"/>
              <a:sym typeface="Georgia"/>
            </a:endParaRPr>
          </a:p>
          <a:p>
            <a:pPr indent="-457200" lvl="0" marL="457200" marR="0" rtl="0" algn="l">
              <a:lnSpc>
                <a:spcPct val="120000"/>
              </a:lnSpc>
              <a:spcBef>
                <a:spcPts val="1000"/>
              </a:spcBef>
              <a:spcAft>
                <a:spcPts val="0"/>
              </a:spcAft>
              <a:buClr>
                <a:srgbClr val="0000A3"/>
              </a:buClr>
              <a:buSzPts val="2000"/>
              <a:buFont typeface="Noto Sans Symbols"/>
              <a:buChar char="⮚"/>
            </a:pPr>
            <a:r>
              <a:rPr i="0" lang="en-US" sz="2000" u="none" cap="none" strike="noStrike">
                <a:solidFill>
                  <a:srgbClr val="000000"/>
                </a:solidFill>
                <a:latin typeface="Georgia"/>
                <a:ea typeface="Georgia"/>
                <a:cs typeface="Georgia"/>
                <a:sym typeface="Georgia"/>
              </a:rPr>
              <a:t>The UDP protocol provides a connectionless service to its applications. This is a no-frills service that provides no reliability, no flow control, and no congestion control.</a:t>
            </a:r>
            <a:endParaRPr i="0" sz="2000" u="none" cap="none" strike="noStrike">
              <a:solidFill>
                <a:srgbClr val="000000"/>
              </a:solidFill>
              <a:latin typeface="Georgia"/>
              <a:ea typeface="Georgia"/>
              <a:cs typeface="Georgia"/>
              <a:sym typeface="Georgia"/>
            </a:endParaRPr>
          </a:p>
        </p:txBody>
      </p:sp>
      <p:pic>
        <p:nvPicPr>
          <p:cNvPr id="9397" name="Google Shape;9397;p88"/>
          <p:cNvPicPr preferRelativeResize="0"/>
          <p:nvPr/>
        </p:nvPicPr>
        <p:blipFill rotWithShape="1">
          <a:blip r:embed="rId3">
            <a:alphaModFix/>
          </a:blip>
          <a:srcRect b="0" l="0" r="0" t="0"/>
          <a:stretch/>
        </p:blipFill>
        <p:spPr>
          <a:xfrm>
            <a:off x="9611995" y="1606550"/>
            <a:ext cx="2019300" cy="36449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1" name="Shape 9401"/>
        <p:cNvGrpSpPr/>
        <p:nvPr/>
      </p:nvGrpSpPr>
      <p:grpSpPr>
        <a:xfrm>
          <a:off x="0" y="0"/>
          <a:ext cx="0" cy="0"/>
          <a:chOff x="0" y="0"/>
          <a:chExt cx="0" cy="0"/>
        </a:xfrm>
      </p:grpSpPr>
      <p:sp>
        <p:nvSpPr>
          <p:cNvPr id="9402" name="Google Shape;9402;p89"/>
          <p:cNvSpPr txBox="1"/>
          <p:nvPr>
            <p:ph idx="1" type="body"/>
          </p:nvPr>
        </p:nvSpPr>
        <p:spPr>
          <a:xfrm>
            <a:off x="838200" y="1510665"/>
            <a:ext cx="7832725" cy="5012055"/>
          </a:xfrm>
          <a:prstGeom prst="rect">
            <a:avLst/>
          </a:prstGeom>
          <a:noFill/>
          <a:ln>
            <a:noFill/>
          </a:ln>
        </p:spPr>
        <p:txBody>
          <a:bodyPr anchorCtr="0" anchor="t" bIns="45700" lIns="91425" spcFirstLastPara="1" rIns="91425" wrap="square" tIns="45700">
            <a:noAutofit/>
          </a:bodyPr>
          <a:lstStyle/>
          <a:p>
            <a:pPr indent="-222250" lvl="0" marL="352425" rtl="0" algn="l">
              <a:lnSpc>
                <a:spcPct val="120000"/>
              </a:lnSpc>
              <a:spcBef>
                <a:spcPts val="0"/>
              </a:spcBef>
              <a:spcAft>
                <a:spcPts val="0"/>
              </a:spcAft>
              <a:buSzPts val="1800"/>
              <a:buFont typeface="Noto Sans Symbols"/>
              <a:buChar char="⮚"/>
            </a:pPr>
            <a:r>
              <a:rPr lang="en-US" sz="1800">
                <a:latin typeface="Georgia"/>
                <a:ea typeface="Georgia"/>
                <a:cs typeface="Georgia"/>
                <a:sym typeface="Georgia"/>
              </a:rPr>
              <a:t>The network layer is responsible for moving network-layer packets known as </a:t>
            </a:r>
            <a:r>
              <a:rPr b="1" i="1" lang="en-US" sz="1800">
                <a:latin typeface="Georgia"/>
                <a:ea typeface="Georgia"/>
                <a:cs typeface="Georgia"/>
                <a:sym typeface="Georgia"/>
              </a:rPr>
              <a:t>datagrams </a:t>
            </a:r>
            <a:r>
              <a:rPr lang="en-US" sz="1800">
                <a:latin typeface="Georgia"/>
                <a:ea typeface="Georgia"/>
                <a:cs typeface="Georgia"/>
                <a:sym typeface="Georgia"/>
              </a:rPr>
              <a:t>from one host to another.</a:t>
            </a:r>
            <a:endParaRPr sz="1800">
              <a:latin typeface="Georgia"/>
              <a:ea typeface="Georgia"/>
              <a:cs typeface="Georgia"/>
              <a:sym typeface="Georgia"/>
            </a:endParaRPr>
          </a:p>
          <a:p>
            <a:pPr indent="-222250" lvl="0" marL="352425" rtl="0" algn="l">
              <a:lnSpc>
                <a:spcPct val="120000"/>
              </a:lnSpc>
              <a:spcBef>
                <a:spcPts val="1000"/>
              </a:spcBef>
              <a:spcAft>
                <a:spcPts val="0"/>
              </a:spcAft>
              <a:buSzPts val="1800"/>
              <a:buFont typeface="Noto Sans Symbols"/>
              <a:buChar char="⮚"/>
            </a:pPr>
            <a:r>
              <a:rPr lang="en-US" sz="1800">
                <a:latin typeface="Georgia"/>
                <a:ea typeface="Georgia"/>
                <a:cs typeface="Georgia"/>
                <a:sym typeface="Georgia"/>
              </a:rPr>
              <a:t>Transport layer in at source passes a transport-layer segment and a destination address to the network layer. The network layer then provides the service of delivering the segment to the transport layer of destination.</a:t>
            </a:r>
            <a:endParaRPr sz="1800">
              <a:latin typeface="Georgia"/>
              <a:ea typeface="Georgia"/>
              <a:cs typeface="Georgia"/>
              <a:sym typeface="Georgia"/>
            </a:endParaRPr>
          </a:p>
          <a:p>
            <a:pPr indent="-222250" lvl="0" marL="352425" rtl="0" algn="l">
              <a:lnSpc>
                <a:spcPct val="120000"/>
              </a:lnSpc>
              <a:spcBef>
                <a:spcPts val="1000"/>
              </a:spcBef>
              <a:spcAft>
                <a:spcPts val="0"/>
              </a:spcAft>
              <a:buSzPts val="1800"/>
              <a:buFont typeface="Noto Sans Symbols"/>
              <a:buChar char="⮚"/>
            </a:pPr>
            <a:r>
              <a:rPr lang="en-US" sz="1800">
                <a:latin typeface="Georgia"/>
                <a:ea typeface="Georgia"/>
                <a:cs typeface="Georgia"/>
                <a:sym typeface="Georgia"/>
              </a:rPr>
              <a:t>The network layer includes the celebrated IP protocol, which defines the fields in the datagram as well as how the end systems and routers act on these fields. There is only one IP protocol, and all Internet components that have a network layer must run the IP protocol.</a:t>
            </a:r>
            <a:endParaRPr sz="1800">
              <a:latin typeface="Georgia"/>
              <a:ea typeface="Georgia"/>
              <a:cs typeface="Georgia"/>
              <a:sym typeface="Georgia"/>
            </a:endParaRPr>
          </a:p>
          <a:p>
            <a:pPr indent="-222250" lvl="0" marL="352425" rtl="0" algn="l">
              <a:lnSpc>
                <a:spcPct val="120000"/>
              </a:lnSpc>
              <a:spcBef>
                <a:spcPts val="1000"/>
              </a:spcBef>
              <a:spcAft>
                <a:spcPts val="0"/>
              </a:spcAft>
              <a:buSzPts val="1800"/>
              <a:buFont typeface="Noto Sans Symbols"/>
              <a:buChar char="⮚"/>
            </a:pPr>
            <a:r>
              <a:rPr lang="en-US" sz="1800">
                <a:latin typeface="Georgia"/>
                <a:ea typeface="Georgia"/>
                <a:cs typeface="Georgia"/>
                <a:sym typeface="Georgia"/>
              </a:rPr>
              <a:t>The network layer also contains many routing protocols that determine the routes that datagrams take between sources and destinations.</a:t>
            </a:r>
            <a:endParaRPr sz="1800">
              <a:latin typeface="Georgia"/>
              <a:ea typeface="Georgia"/>
              <a:cs typeface="Georgia"/>
              <a:sym typeface="Georgia"/>
            </a:endParaRPr>
          </a:p>
        </p:txBody>
      </p:sp>
      <p:sp>
        <p:nvSpPr>
          <p:cNvPr id="9403" name="Google Shape;9403;p8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TCP/IP Protocol Suite: Network Layer</a:t>
            </a:r>
            <a:endParaRPr/>
          </a:p>
        </p:txBody>
      </p:sp>
      <p:pic>
        <p:nvPicPr>
          <p:cNvPr id="9404" name="Google Shape;9404;p89"/>
          <p:cNvPicPr preferRelativeResize="0"/>
          <p:nvPr/>
        </p:nvPicPr>
        <p:blipFill rotWithShape="1">
          <a:blip r:embed="rId3">
            <a:alphaModFix/>
          </a:blip>
          <a:srcRect b="0" l="0" r="0" t="0"/>
          <a:stretch/>
        </p:blipFill>
        <p:spPr>
          <a:xfrm>
            <a:off x="9570085" y="1751965"/>
            <a:ext cx="2019300" cy="3695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8" name="Shape 9408"/>
        <p:cNvGrpSpPr/>
        <p:nvPr/>
      </p:nvGrpSpPr>
      <p:grpSpPr>
        <a:xfrm>
          <a:off x="0" y="0"/>
          <a:ext cx="0" cy="0"/>
          <a:chOff x="0" y="0"/>
          <a:chExt cx="0" cy="0"/>
        </a:xfrm>
      </p:grpSpPr>
      <p:sp>
        <p:nvSpPr>
          <p:cNvPr id="9409" name="Google Shape;9409;p90"/>
          <p:cNvSpPr txBox="1"/>
          <p:nvPr>
            <p:ph idx="1" type="body"/>
          </p:nvPr>
        </p:nvSpPr>
        <p:spPr>
          <a:xfrm>
            <a:off x="838200" y="1724025"/>
            <a:ext cx="7341870" cy="4788535"/>
          </a:xfrm>
          <a:prstGeom prst="rect">
            <a:avLst/>
          </a:prstGeom>
          <a:noFill/>
          <a:ln>
            <a:noFill/>
          </a:ln>
        </p:spPr>
        <p:txBody>
          <a:bodyPr anchorCtr="0" anchor="t" bIns="45700" lIns="91425" spcFirstLastPara="1" rIns="91425" wrap="square" tIns="45700">
            <a:normAutofit fontScale="80000"/>
          </a:bodyPr>
          <a:lstStyle/>
          <a:p>
            <a:pPr indent="-222250" lvl="0" marL="352425" rtl="0" algn="l">
              <a:lnSpc>
                <a:spcPct val="120000"/>
              </a:lnSpc>
              <a:spcBef>
                <a:spcPts val="0"/>
              </a:spcBef>
              <a:spcAft>
                <a:spcPts val="0"/>
              </a:spcAft>
              <a:buSzPct val="100000"/>
              <a:buFont typeface="Noto Sans Symbols"/>
              <a:buChar char="⮚"/>
            </a:pPr>
            <a:r>
              <a:rPr lang="en-US">
                <a:latin typeface="Georgia"/>
                <a:ea typeface="Georgia"/>
                <a:cs typeface="Georgia"/>
                <a:sym typeface="Georgia"/>
              </a:rPr>
              <a:t>To move a packet from one node (host or router) to the next node in the route, the network layer relies on the services of the link layer.</a:t>
            </a:r>
            <a:endParaRPr>
              <a:latin typeface="Georgia"/>
              <a:ea typeface="Georgia"/>
              <a:cs typeface="Georgia"/>
              <a:sym typeface="Georgia"/>
            </a:endParaRPr>
          </a:p>
          <a:p>
            <a:pPr indent="-222250" lvl="0" marL="352425" rtl="0" algn="l">
              <a:lnSpc>
                <a:spcPct val="120000"/>
              </a:lnSpc>
              <a:spcBef>
                <a:spcPts val="1000"/>
              </a:spcBef>
              <a:spcAft>
                <a:spcPts val="0"/>
              </a:spcAft>
              <a:buSzPct val="100000"/>
              <a:buFont typeface="Noto Sans Symbols"/>
              <a:buChar char="⮚"/>
            </a:pPr>
            <a:r>
              <a:rPr lang="en-US">
                <a:latin typeface="Georgia"/>
                <a:ea typeface="Georgia"/>
                <a:cs typeface="Georgia"/>
                <a:sym typeface="Georgia"/>
              </a:rPr>
              <a:t>In particular, at each node, the network layer passes the datagram down to the link layer, which delivers the datagram to the next node along the route. At this next node, the link layer passes the datagram up to the network layer.</a:t>
            </a:r>
            <a:endParaRPr>
              <a:latin typeface="Georgia"/>
              <a:ea typeface="Georgia"/>
              <a:cs typeface="Georgia"/>
              <a:sym typeface="Georgia"/>
            </a:endParaRPr>
          </a:p>
          <a:p>
            <a:pPr indent="-222250" lvl="0" marL="352425" rtl="0" algn="l">
              <a:lnSpc>
                <a:spcPct val="120000"/>
              </a:lnSpc>
              <a:spcBef>
                <a:spcPts val="1000"/>
              </a:spcBef>
              <a:spcAft>
                <a:spcPts val="0"/>
              </a:spcAft>
              <a:buSzPct val="100000"/>
              <a:buFont typeface="Noto Sans Symbols"/>
              <a:buChar char="⮚"/>
            </a:pPr>
            <a:r>
              <a:rPr lang="en-US">
                <a:latin typeface="Georgia"/>
                <a:ea typeface="Georgia"/>
                <a:cs typeface="Georgia"/>
                <a:sym typeface="Georgia"/>
              </a:rPr>
              <a:t>The link layer protocols include Ethernet, WiFi, etc. </a:t>
            </a:r>
            <a:endParaRPr>
              <a:latin typeface="Georgia"/>
              <a:ea typeface="Georgia"/>
              <a:cs typeface="Georgia"/>
              <a:sym typeface="Georgia"/>
            </a:endParaRPr>
          </a:p>
          <a:p>
            <a:pPr indent="-222250" lvl="0" marL="352425" rtl="0" algn="l">
              <a:lnSpc>
                <a:spcPct val="120000"/>
              </a:lnSpc>
              <a:spcBef>
                <a:spcPts val="1000"/>
              </a:spcBef>
              <a:spcAft>
                <a:spcPts val="0"/>
              </a:spcAft>
              <a:buSzPct val="100000"/>
              <a:buFont typeface="Noto Sans Symbols"/>
              <a:buChar char="⮚"/>
            </a:pPr>
            <a:r>
              <a:rPr lang="en-US">
                <a:latin typeface="Georgia"/>
                <a:ea typeface="Georgia"/>
                <a:cs typeface="Georgia"/>
                <a:sym typeface="Georgia"/>
              </a:rPr>
              <a:t>Link layer packets are known as </a:t>
            </a:r>
            <a:r>
              <a:rPr b="1" lang="en-US">
                <a:latin typeface="Georgia"/>
                <a:ea typeface="Georgia"/>
                <a:cs typeface="Georgia"/>
                <a:sym typeface="Georgia"/>
              </a:rPr>
              <a:t>frames</a:t>
            </a:r>
            <a:r>
              <a:rPr lang="en-US">
                <a:latin typeface="Georgia"/>
                <a:ea typeface="Georgia"/>
                <a:cs typeface="Georgia"/>
                <a:sym typeface="Georgia"/>
              </a:rPr>
              <a:t>.</a:t>
            </a:r>
            <a:endParaRPr>
              <a:latin typeface="Georgia"/>
              <a:ea typeface="Georgia"/>
              <a:cs typeface="Georgia"/>
              <a:sym typeface="Georgia"/>
            </a:endParaRPr>
          </a:p>
        </p:txBody>
      </p:sp>
      <p:sp>
        <p:nvSpPr>
          <p:cNvPr id="9410" name="Google Shape;9410;p9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TCP/IP Protocol Suite: Link Layer</a:t>
            </a:r>
            <a:endParaRPr/>
          </a:p>
        </p:txBody>
      </p:sp>
      <p:pic>
        <p:nvPicPr>
          <p:cNvPr id="9411" name="Google Shape;9411;p90"/>
          <p:cNvPicPr preferRelativeResize="0"/>
          <p:nvPr/>
        </p:nvPicPr>
        <p:blipFill rotWithShape="1">
          <a:blip r:embed="rId3">
            <a:alphaModFix/>
          </a:blip>
          <a:srcRect b="0" l="0" r="0" t="0"/>
          <a:stretch/>
        </p:blipFill>
        <p:spPr>
          <a:xfrm>
            <a:off x="9515475" y="1724025"/>
            <a:ext cx="2063750" cy="3797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5" name="Shape 9415"/>
        <p:cNvGrpSpPr/>
        <p:nvPr/>
      </p:nvGrpSpPr>
      <p:grpSpPr>
        <a:xfrm>
          <a:off x="0" y="0"/>
          <a:ext cx="0" cy="0"/>
          <a:chOff x="0" y="0"/>
          <a:chExt cx="0" cy="0"/>
        </a:xfrm>
      </p:grpSpPr>
      <p:sp>
        <p:nvSpPr>
          <p:cNvPr id="9416" name="Google Shape;9416;p91"/>
          <p:cNvSpPr txBox="1"/>
          <p:nvPr>
            <p:ph idx="1" type="body"/>
          </p:nvPr>
        </p:nvSpPr>
        <p:spPr>
          <a:xfrm>
            <a:off x="838200" y="1585595"/>
            <a:ext cx="8162925" cy="4872990"/>
          </a:xfrm>
          <a:prstGeom prst="rect">
            <a:avLst/>
          </a:prstGeom>
          <a:noFill/>
          <a:ln>
            <a:noFill/>
          </a:ln>
        </p:spPr>
        <p:txBody>
          <a:bodyPr anchorCtr="0" anchor="t" bIns="45700" lIns="91425" spcFirstLastPara="1" rIns="91425" wrap="square" tIns="45700">
            <a:normAutofit fontScale="80000"/>
          </a:bodyPr>
          <a:lstStyle/>
          <a:p>
            <a:pPr indent="-222250" lvl="0" marL="352425" rtl="0" algn="l">
              <a:lnSpc>
                <a:spcPct val="120000"/>
              </a:lnSpc>
              <a:spcBef>
                <a:spcPts val="0"/>
              </a:spcBef>
              <a:spcAft>
                <a:spcPts val="0"/>
              </a:spcAft>
              <a:buSzPct val="100000"/>
              <a:buFont typeface="Noto Sans Symbols"/>
              <a:buChar char="⮚"/>
            </a:pPr>
            <a:r>
              <a:rPr lang="en-US">
                <a:latin typeface="Georgia"/>
                <a:ea typeface="Georgia"/>
                <a:cs typeface="Georgia"/>
                <a:sym typeface="Georgia"/>
              </a:rPr>
              <a:t>While the job of the link layer is to move entire frames from one network element to an adjacent network element, the job of the physical layer is to move the individual bits within the frame from one node to the next.</a:t>
            </a:r>
            <a:endParaRPr>
              <a:latin typeface="Georgia"/>
              <a:ea typeface="Georgia"/>
              <a:cs typeface="Georgia"/>
              <a:sym typeface="Georgia"/>
            </a:endParaRPr>
          </a:p>
          <a:p>
            <a:pPr indent="-222250" lvl="0" marL="352425" rtl="0" algn="l">
              <a:lnSpc>
                <a:spcPct val="120000"/>
              </a:lnSpc>
              <a:spcBef>
                <a:spcPts val="1000"/>
              </a:spcBef>
              <a:spcAft>
                <a:spcPts val="0"/>
              </a:spcAft>
              <a:buSzPct val="100000"/>
              <a:buFont typeface="Noto Sans Symbols"/>
              <a:buChar char="⮚"/>
            </a:pPr>
            <a:r>
              <a:rPr lang="en-US">
                <a:latin typeface="Georgia"/>
                <a:ea typeface="Georgia"/>
                <a:cs typeface="Georgia"/>
                <a:sym typeface="Georgia"/>
              </a:rPr>
              <a:t>The protocols in physical layer depends on the actual tranmission medium of the link (for example, twisted-pair copper wire, single-mode fiber optics).</a:t>
            </a:r>
            <a:endParaRPr>
              <a:latin typeface="Georgia"/>
              <a:ea typeface="Georgia"/>
              <a:cs typeface="Georgia"/>
              <a:sym typeface="Georgia"/>
            </a:endParaRPr>
          </a:p>
          <a:p>
            <a:pPr indent="-222250" lvl="0" marL="352425" rtl="0" algn="l">
              <a:lnSpc>
                <a:spcPct val="120000"/>
              </a:lnSpc>
              <a:spcBef>
                <a:spcPts val="1000"/>
              </a:spcBef>
              <a:spcAft>
                <a:spcPts val="0"/>
              </a:spcAft>
              <a:buSzPct val="100000"/>
              <a:buFont typeface="Noto Sans Symbols"/>
              <a:buChar char="⮚"/>
            </a:pPr>
            <a:r>
              <a:rPr lang="en-US">
                <a:latin typeface="Georgia"/>
                <a:ea typeface="Georgia"/>
                <a:cs typeface="Georgia"/>
                <a:sym typeface="Georgia"/>
              </a:rPr>
              <a:t>For example, Ethernet has many physical-layer protocols - one for twisted-pair copper wire, another for coaxial cable, another for optical fiber, and so on. In each case, a bit is moved across the link in a different way.</a:t>
            </a:r>
            <a:endParaRPr>
              <a:latin typeface="Georgia"/>
              <a:ea typeface="Georgia"/>
              <a:cs typeface="Georgia"/>
              <a:sym typeface="Georgia"/>
            </a:endParaRPr>
          </a:p>
        </p:txBody>
      </p:sp>
      <p:sp>
        <p:nvSpPr>
          <p:cNvPr id="9417" name="Google Shape;9417;p9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TCP/IP Protocol Suite: Physical Layer</a:t>
            </a:r>
            <a:endParaRPr/>
          </a:p>
        </p:txBody>
      </p:sp>
      <p:pic>
        <p:nvPicPr>
          <p:cNvPr id="9418" name="Google Shape;9418;p91"/>
          <p:cNvPicPr preferRelativeResize="0"/>
          <p:nvPr/>
        </p:nvPicPr>
        <p:blipFill rotWithShape="1">
          <a:blip r:embed="rId3">
            <a:alphaModFix/>
          </a:blip>
          <a:srcRect b="0" l="0" r="0" t="0"/>
          <a:stretch/>
        </p:blipFill>
        <p:spPr>
          <a:xfrm>
            <a:off x="9544050" y="1725930"/>
            <a:ext cx="2006600" cy="3683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1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2" name="Shape 9422"/>
        <p:cNvGrpSpPr/>
        <p:nvPr/>
      </p:nvGrpSpPr>
      <p:grpSpPr>
        <a:xfrm>
          <a:off x="0" y="0"/>
          <a:ext cx="0" cy="0"/>
          <a:chOff x="0" y="0"/>
          <a:chExt cx="0" cy="0"/>
        </a:xfrm>
      </p:grpSpPr>
      <p:pic>
        <p:nvPicPr>
          <p:cNvPr id="9423" name="Google Shape;9423;p92"/>
          <p:cNvPicPr preferRelativeResize="0"/>
          <p:nvPr/>
        </p:nvPicPr>
        <p:blipFill rotWithShape="1">
          <a:blip r:embed="rId3">
            <a:alphaModFix/>
          </a:blip>
          <a:srcRect b="0" l="0" r="0" t="0"/>
          <a:stretch/>
        </p:blipFill>
        <p:spPr>
          <a:xfrm>
            <a:off x="1609725" y="149225"/>
            <a:ext cx="8697595" cy="604901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28" name="Shape 9428"/>
        <p:cNvGrpSpPr/>
        <p:nvPr/>
      </p:nvGrpSpPr>
      <p:grpSpPr>
        <a:xfrm>
          <a:off x="0" y="0"/>
          <a:ext cx="0" cy="0"/>
          <a:chOff x="0" y="0"/>
          <a:chExt cx="0" cy="0"/>
        </a:xfrm>
      </p:grpSpPr>
      <p:sp>
        <p:nvSpPr>
          <p:cNvPr id="9429" name="Google Shape;9429;p93"/>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Layers in TCP/IP Protocol Suite</a:t>
            </a:r>
            <a:endParaRPr sz="4400"/>
          </a:p>
        </p:txBody>
      </p:sp>
      <p:sp>
        <p:nvSpPr>
          <p:cNvPr id="9430" name="Google Shape;9430;p93"/>
          <p:cNvSpPr txBox="1"/>
          <p:nvPr/>
        </p:nvSpPr>
        <p:spPr>
          <a:xfrm>
            <a:off x="979383" y="1472008"/>
            <a:ext cx="7368749" cy="4922704"/>
          </a:xfrm>
          <a:prstGeom prst="rect">
            <a:avLst/>
          </a:prstGeom>
          <a:noFill/>
          <a:ln>
            <a:noFill/>
          </a:ln>
        </p:spPr>
        <p:txBody>
          <a:bodyPr anchorCtr="0" anchor="t" bIns="45700" lIns="91425" spcFirstLastPara="1" rIns="91425" wrap="square" tIns="45700">
            <a:normAutofit lnSpcReduction="10000"/>
          </a:bodyPr>
          <a:lstStyle/>
          <a:p>
            <a:pPr indent="-287655" lvl="0" marL="287655" marR="0" rtl="0" algn="l">
              <a:lnSpc>
                <a:spcPct val="80000"/>
              </a:lnSpc>
              <a:spcBef>
                <a:spcPts val="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Application:</a:t>
            </a:r>
            <a:r>
              <a:rPr b="0" i="0" lang="en-US" sz="32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supporting network applications</a:t>
            </a:r>
            <a:endParaRPr b="0" i="0" sz="2800" u="none" cap="none" strike="noStrike">
              <a:solidFill>
                <a:srgbClr val="000000"/>
              </a:solidFill>
              <a:latin typeface="Calibri"/>
              <a:ea typeface="Calibri"/>
              <a:cs typeface="Calibri"/>
              <a:sym typeface="Calibri"/>
            </a:endParaRPr>
          </a:p>
          <a:p>
            <a:pPr indent="-225425" lvl="1" marL="682625" marR="0" rtl="0" algn="l">
              <a:lnSpc>
                <a:spcPct val="8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HTTP, FTP, SMTP, DNS</a:t>
            </a:r>
            <a:endParaRPr b="0" i="0" sz="2400" u="none" cap="none" strike="noStrike">
              <a:solidFill>
                <a:srgbClr val="000000"/>
              </a:solidFill>
              <a:latin typeface="Calibri"/>
              <a:ea typeface="Calibri"/>
              <a:cs typeface="Calibri"/>
              <a:sym typeface="Calibri"/>
            </a:endParaRPr>
          </a:p>
          <a:p>
            <a:pPr indent="-287655" lvl="0" marL="287655" marR="0" rtl="0" algn="l">
              <a:lnSpc>
                <a:spcPct val="80000"/>
              </a:lnSpc>
              <a:spcBef>
                <a:spcPts val="100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Transport:</a:t>
            </a:r>
            <a:r>
              <a:rPr b="0" i="0" lang="en-US" sz="3200" u="none" cap="none" strike="noStrike">
                <a:solidFill>
                  <a:srgbClr val="000000"/>
                </a:solidFill>
                <a:latin typeface="Calibri"/>
                <a:ea typeface="Calibri"/>
                <a:cs typeface="Calibri"/>
                <a:sym typeface="Calibri"/>
              </a:rPr>
              <a:t> ensures </a:t>
            </a:r>
            <a:r>
              <a:rPr b="0" i="0" lang="en-US" sz="2800" u="none" cap="none" strike="noStrike">
                <a:solidFill>
                  <a:srgbClr val="000000"/>
                </a:solidFill>
                <a:latin typeface="Calibri"/>
                <a:ea typeface="Calibri"/>
                <a:cs typeface="Calibri"/>
                <a:sym typeface="Calibri"/>
              </a:rPr>
              <a:t>process to process data transfer</a:t>
            </a:r>
            <a:endParaRPr b="0" i="0" sz="2800" u="none" cap="none" strike="noStrike">
              <a:solidFill>
                <a:srgbClr val="000000"/>
              </a:solidFill>
              <a:latin typeface="Calibri"/>
              <a:ea typeface="Calibri"/>
              <a:cs typeface="Calibri"/>
              <a:sym typeface="Calibri"/>
            </a:endParaRPr>
          </a:p>
          <a:p>
            <a:pPr indent="-225425" lvl="1" marL="682625" marR="0" rtl="0" algn="l">
              <a:lnSpc>
                <a:spcPct val="8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TCP, UDP</a:t>
            </a:r>
            <a:endParaRPr b="0" i="0" sz="2400" u="none" cap="none" strike="noStrike">
              <a:solidFill>
                <a:srgbClr val="000000"/>
              </a:solidFill>
              <a:latin typeface="Calibri"/>
              <a:ea typeface="Calibri"/>
              <a:cs typeface="Calibri"/>
              <a:sym typeface="Calibri"/>
            </a:endParaRPr>
          </a:p>
          <a:p>
            <a:pPr indent="-287655" lvl="0" marL="287655" marR="0" rtl="0" algn="l">
              <a:lnSpc>
                <a:spcPct val="80000"/>
              </a:lnSpc>
              <a:spcBef>
                <a:spcPts val="100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Network:</a:t>
            </a:r>
            <a:r>
              <a:rPr b="0" i="0" lang="en-US" sz="3200" u="none" cap="none" strike="noStrike">
                <a:solidFill>
                  <a:srgbClr val="000000"/>
                </a:solidFill>
                <a:latin typeface="Calibri"/>
                <a:ea typeface="Calibri"/>
                <a:cs typeface="Calibri"/>
                <a:sym typeface="Calibri"/>
              </a:rPr>
              <a:t> handles path selection or </a:t>
            </a:r>
            <a:r>
              <a:rPr b="0" i="0" lang="en-US" sz="2800" u="none" cap="none" strike="noStrike">
                <a:solidFill>
                  <a:srgbClr val="000000"/>
                </a:solidFill>
                <a:latin typeface="Calibri"/>
                <a:ea typeface="Calibri"/>
                <a:cs typeface="Calibri"/>
                <a:sym typeface="Calibri"/>
              </a:rPr>
              <a:t>routing of datagrams from source to destination</a:t>
            </a:r>
            <a:endParaRPr b="0" i="0" sz="2800" u="none" cap="none" strike="noStrike">
              <a:solidFill>
                <a:srgbClr val="000000"/>
              </a:solidFill>
              <a:latin typeface="Calibri"/>
              <a:ea typeface="Calibri"/>
              <a:cs typeface="Calibri"/>
              <a:sym typeface="Calibri"/>
            </a:endParaRPr>
          </a:p>
          <a:p>
            <a:pPr indent="-225425" lvl="1" marL="682625" marR="0" rtl="0" algn="l">
              <a:lnSpc>
                <a:spcPct val="8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IP, routing protocols</a:t>
            </a:r>
            <a:endParaRPr b="0" i="0" sz="2400" u="none" cap="none" strike="noStrike">
              <a:solidFill>
                <a:srgbClr val="000000"/>
              </a:solidFill>
              <a:latin typeface="Calibri"/>
              <a:ea typeface="Calibri"/>
              <a:cs typeface="Calibri"/>
              <a:sym typeface="Calibri"/>
            </a:endParaRPr>
          </a:p>
          <a:p>
            <a:pPr indent="-287655" lvl="0" marL="287655" marR="0" rtl="0" algn="l">
              <a:lnSpc>
                <a:spcPct val="80000"/>
              </a:lnSpc>
              <a:spcBef>
                <a:spcPts val="100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Link:</a:t>
            </a:r>
            <a:r>
              <a:rPr b="0" i="0" lang="en-US" sz="32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data transfer between neighboring  network elements</a:t>
            </a:r>
            <a:endParaRPr b="0" i="0" sz="2800" u="none" cap="none" strike="noStrike">
              <a:solidFill>
                <a:srgbClr val="000000"/>
              </a:solidFill>
              <a:latin typeface="Calibri"/>
              <a:ea typeface="Calibri"/>
              <a:cs typeface="Calibri"/>
              <a:sym typeface="Calibri"/>
            </a:endParaRPr>
          </a:p>
          <a:p>
            <a:pPr indent="-225425" lvl="1" marL="682625" marR="0" rtl="0" algn="l">
              <a:lnSpc>
                <a:spcPct val="8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Ethernet, 802.11 (WiFi), PPP</a:t>
            </a:r>
            <a:endParaRPr b="0" i="0" sz="2400" u="none" cap="none" strike="noStrike">
              <a:solidFill>
                <a:srgbClr val="000000"/>
              </a:solidFill>
              <a:latin typeface="Calibri"/>
              <a:ea typeface="Calibri"/>
              <a:cs typeface="Calibri"/>
              <a:sym typeface="Calibri"/>
            </a:endParaRPr>
          </a:p>
          <a:p>
            <a:pPr indent="-287655" lvl="0" marL="287655" marR="0" rtl="0" algn="l">
              <a:lnSpc>
                <a:spcPct val="80000"/>
              </a:lnSpc>
              <a:spcBef>
                <a:spcPts val="100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Physical:</a:t>
            </a:r>
            <a:r>
              <a:rPr b="0" i="0" lang="en-US" sz="32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bits “on the wire”</a:t>
            </a:r>
            <a:endParaRPr b="0" i="0" sz="2800" u="none" cap="none" strike="noStrike">
              <a:solidFill>
                <a:srgbClr val="000000"/>
              </a:solidFill>
              <a:latin typeface="Calibri"/>
              <a:ea typeface="Calibri"/>
              <a:cs typeface="Calibri"/>
              <a:sym typeface="Calibri"/>
            </a:endParaRPr>
          </a:p>
        </p:txBody>
      </p:sp>
      <p:sp>
        <p:nvSpPr>
          <p:cNvPr id="9431" name="Google Shape;9431;p93"/>
          <p:cNvSpPr/>
          <p:nvPr/>
        </p:nvSpPr>
        <p:spPr>
          <a:xfrm>
            <a:off x="8913284" y="1902006"/>
            <a:ext cx="1892300" cy="3530600"/>
          </a:xfrm>
          <a:prstGeom prst="rect">
            <a:avLst/>
          </a:prstGeom>
          <a:solidFill>
            <a:schemeClr val="lt1"/>
          </a:solidFill>
          <a:ln cap="flat" cmpd="sng" w="38100">
            <a:solidFill>
              <a:schemeClr val="dk1"/>
            </a:solidFill>
            <a:prstDash val="solid"/>
            <a:miter lim="800000"/>
            <a:headEnd len="sm" w="sm" type="none"/>
            <a:tailEnd len="sm" w="sm" type="none"/>
          </a:ln>
          <a:effectLst>
            <a:outerShdw blurRad="304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73571"/>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9432" name="Google Shape;9432;p93"/>
          <p:cNvSpPr txBox="1"/>
          <p:nvPr/>
        </p:nvSpPr>
        <p:spPr>
          <a:xfrm>
            <a:off x="9503820" y="4217549"/>
            <a:ext cx="700833"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link</a:t>
            </a:r>
            <a:endParaRPr b="0" i="0" sz="2800" u="none" cap="none" strike="noStrike">
              <a:solidFill>
                <a:srgbClr val="C00000"/>
              </a:solidFill>
              <a:latin typeface="Calibri"/>
              <a:ea typeface="Calibri"/>
              <a:cs typeface="Calibri"/>
              <a:sym typeface="Calibri"/>
            </a:endParaRPr>
          </a:p>
        </p:txBody>
      </p:sp>
      <p:cxnSp>
        <p:nvCxnSpPr>
          <p:cNvPr id="9433" name="Google Shape;9433;p93"/>
          <p:cNvCxnSpPr/>
          <p:nvPr/>
        </p:nvCxnSpPr>
        <p:spPr>
          <a:xfrm>
            <a:off x="8906934" y="2637698"/>
            <a:ext cx="1885950" cy="0"/>
          </a:xfrm>
          <a:prstGeom prst="straightConnector1">
            <a:avLst/>
          </a:prstGeom>
          <a:noFill/>
          <a:ln cap="flat" cmpd="sng" w="38100">
            <a:solidFill>
              <a:schemeClr val="dk1"/>
            </a:solidFill>
            <a:prstDash val="solid"/>
            <a:round/>
            <a:headEnd len="sm" w="sm" type="none"/>
            <a:tailEnd len="sm" w="sm" type="none"/>
          </a:ln>
        </p:spPr>
      </p:cxnSp>
      <p:cxnSp>
        <p:nvCxnSpPr>
          <p:cNvPr id="9434" name="Google Shape;9434;p93"/>
          <p:cNvCxnSpPr/>
          <p:nvPr/>
        </p:nvCxnSpPr>
        <p:spPr>
          <a:xfrm>
            <a:off x="8906934" y="3342548"/>
            <a:ext cx="1885950" cy="0"/>
          </a:xfrm>
          <a:prstGeom prst="straightConnector1">
            <a:avLst/>
          </a:prstGeom>
          <a:noFill/>
          <a:ln cap="flat" cmpd="sng" w="38100">
            <a:solidFill>
              <a:schemeClr val="dk1"/>
            </a:solidFill>
            <a:prstDash val="solid"/>
            <a:round/>
            <a:headEnd len="sm" w="sm" type="none"/>
            <a:tailEnd len="sm" w="sm" type="none"/>
          </a:ln>
        </p:spPr>
      </p:cxnSp>
      <p:cxnSp>
        <p:nvCxnSpPr>
          <p:cNvPr id="9435" name="Google Shape;9435;p93"/>
          <p:cNvCxnSpPr/>
          <p:nvPr/>
        </p:nvCxnSpPr>
        <p:spPr>
          <a:xfrm>
            <a:off x="8906934" y="4053748"/>
            <a:ext cx="1885950" cy="0"/>
          </a:xfrm>
          <a:prstGeom prst="straightConnector1">
            <a:avLst/>
          </a:prstGeom>
          <a:noFill/>
          <a:ln cap="flat" cmpd="sng" w="38100">
            <a:solidFill>
              <a:schemeClr val="dk1"/>
            </a:solidFill>
            <a:prstDash val="solid"/>
            <a:round/>
            <a:headEnd len="sm" w="sm" type="none"/>
            <a:tailEnd len="sm" w="sm" type="none"/>
          </a:ln>
        </p:spPr>
      </p:cxnSp>
      <p:cxnSp>
        <p:nvCxnSpPr>
          <p:cNvPr id="9436" name="Google Shape;9436;p93"/>
          <p:cNvCxnSpPr/>
          <p:nvPr/>
        </p:nvCxnSpPr>
        <p:spPr>
          <a:xfrm>
            <a:off x="8906934" y="4764948"/>
            <a:ext cx="1885950" cy="0"/>
          </a:xfrm>
          <a:prstGeom prst="straightConnector1">
            <a:avLst/>
          </a:prstGeom>
          <a:noFill/>
          <a:ln cap="flat" cmpd="sng" w="38100">
            <a:solidFill>
              <a:schemeClr val="dk1"/>
            </a:solidFill>
            <a:prstDash val="solid"/>
            <a:round/>
            <a:headEnd len="sm" w="sm" type="none"/>
            <a:tailEnd len="sm" w="sm" type="none"/>
          </a:ln>
        </p:spPr>
      </p:cxnSp>
      <p:sp>
        <p:nvSpPr>
          <p:cNvPr id="9437" name="Google Shape;9437;p93"/>
          <p:cNvSpPr txBox="1"/>
          <p:nvPr/>
        </p:nvSpPr>
        <p:spPr>
          <a:xfrm>
            <a:off x="8942478" y="2070093"/>
            <a:ext cx="1795813"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application</a:t>
            </a:r>
            <a:endParaRPr b="0" i="0" sz="2800" u="none" cap="none" strike="noStrike">
              <a:solidFill>
                <a:srgbClr val="C00000"/>
              </a:solidFill>
              <a:latin typeface="Calibri"/>
              <a:ea typeface="Calibri"/>
              <a:cs typeface="Calibri"/>
              <a:sym typeface="Calibri"/>
            </a:endParaRPr>
          </a:p>
        </p:txBody>
      </p:sp>
      <p:sp>
        <p:nvSpPr>
          <p:cNvPr id="9438" name="Google Shape;9438;p93"/>
          <p:cNvSpPr txBox="1"/>
          <p:nvPr/>
        </p:nvSpPr>
        <p:spPr>
          <a:xfrm>
            <a:off x="9139934" y="3510968"/>
            <a:ext cx="1400896"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network</a:t>
            </a:r>
            <a:endParaRPr b="0" i="0" sz="2800" u="none" cap="none" strike="noStrike">
              <a:solidFill>
                <a:srgbClr val="C00000"/>
              </a:solidFill>
              <a:latin typeface="Calibri"/>
              <a:ea typeface="Calibri"/>
              <a:cs typeface="Calibri"/>
              <a:sym typeface="Calibri"/>
            </a:endParaRPr>
          </a:p>
        </p:txBody>
      </p:sp>
      <p:sp>
        <p:nvSpPr>
          <p:cNvPr id="9439" name="Google Shape;9439;p93"/>
          <p:cNvSpPr txBox="1"/>
          <p:nvPr/>
        </p:nvSpPr>
        <p:spPr>
          <a:xfrm>
            <a:off x="9024889" y="2776676"/>
            <a:ext cx="1547860"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transport</a:t>
            </a:r>
            <a:endParaRPr b="0" i="0" sz="2800" u="none" cap="none" strike="noStrike">
              <a:solidFill>
                <a:srgbClr val="C00000"/>
              </a:solidFill>
              <a:latin typeface="Calibri"/>
              <a:ea typeface="Calibri"/>
              <a:cs typeface="Calibri"/>
              <a:sym typeface="Calibri"/>
            </a:endParaRPr>
          </a:p>
        </p:txBody>
      </p:sp>
      <p:sp>
        <p:nvSpPr>
          <p:cNvPr id="9440" name="Google Shape;9440;p93"/>
          <p:cNvSpPr txBox="1"/>
          <p:nvPr/>
        </p:nvSpPr>
        <p:spPr>
          <a:xfrm>
            <a:off x="9197943" y="4884466"/>
            <a:ext cx="1340302"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physical</a:t>
            </a:r>
            <a:endParaRPr b="0" i="0" sz="2800" u="none" cap="none" strike="noStrike">
              <a:solidFill>
                <a:srgbClr val="C00000"/>
              </a:solidFill>
              <a:latin typeface="Calibri"/>
              <a:ea typeface="Calibri"/>
              <a:cs typeface="Calibri"/>
              <a:sym typeface="Calibri"/>
            </a:endParaRPr>
          </a:p>
        </p:txBody>
      </p:sp>
      <p:grpSp>
        <p:nvGrpSpPr>
          <p:cNvPr id="9441" name="Google Shape;9441;p93"/>
          <p:cNvGrpSpPr/>
          <p:nvPr/>
        </p:nvGrpSpPr>
        <p:grpSpPr>
          <a:xfrm>
            <a:off x="8931728" y="1894114"/>
            <a:ext cx="1877786" cy="734786"/>
            <a:chOff x="8980714" y="751114"/>
            <a:chExt cx="1877786" cy="734786"/>
          </a:xfrm>
        </p:grpSpPr>
        <p:sp>
          <p:nvSpPr>
            <p:cNvPr id="9442" name="Google Shape;9442;p93"/>
            <p:cNvSpPr/>
            <p:nvPr/>
          </p:nvSpPr>
          <p:spPr>
            <a:xfrm>
              <a:off x="8980714" y="751114"/>
              <a:ext cx="1877786" cy="734786"/>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43" name="Google Shape;9443;p93"/>
            <p:cNvSpPr txBox="1"/>
            <p:nvPr/>
          </p:nvSpPr>
          <p:spPr>
            <a:xfrm>
              <a:off x="9020056" y="899878"/>
              <a:ext cx="1814830" cy="445135"/>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Application</a:t>
              </a:r>
              <a:endParaRPr b="0" i="0" sz="2800" u="none" cap="none" strike="noStrike">
                <a:solidFill>
                  <a:schemeClr val="lt1"/>
                </a:solidFill>
                <a:latin typeface="Calibri"/>
                <a:ea typeface="Calibri"/>
                <a:cs typeface="Calibri"/>
                <a:sym typeface="Calibri"/>
              </a:endParaRPr>
            </a:p>
          </p:txBody>
        </p:sp>
      </p:grpSp>
      <p:grpSp>
        <p:nvGrpSpPr>
          <p:cNvPr id="9444" name="Google Shape;9444;p93"/>
          <p:cNvGrpSpPr/>
          <p:nvPr/>
        </p:nvGrpSpPr>
        <p:grpSpPr>
          <a:xfrm>
            <a:off x="8933979" y="2649498"/>
            <a:ext cx="1861418" cy="688224"/>
            <a:chOff x="8993850" y="766270"/>
            <a:chExt cx="1861418" cy="688224"/>
          </a:xfrm>
        </p:grpSpPr>
        <p:sp>
          <p:nvSpPr>
            <p:cNvPr id="9445" name="Google Shape;9445;p93"/>
            <p:cNvSpPr/>
            <p:nvPr/>
          </p:nvSpPr>
          <p:spPr>
            <a:xfrm>
              <a:off x="8993850" y="766270"/>
              <a:ext cx="1861418" cy="688224"/>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46" name="Google Shape;9446;p93"/>
            <p:cNvSpPr txBox="1"/>
            <p:nvPr/>
          </p:nvSpPr>
          <p:spPr>
            <a:xfrm>
              <a:off x="9134675" y="899878"/>
              <a:ext cx="1585595" cy="445135"/>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Transport</a:t>
              </a:r>
              <a:endParaRPr b="0" i="0" sz="2800" u="none" cap="none" strike="noStrike">
                <a:solidFill>
                  <a:schemeClr val="lt1"/>
                </a:solidFill>
                <a:latin typeface="Calibri"/>
                <a:ea typeface="Calibri"/>
                <a:cs typeface="Calibri"/>
                <a:sym typeface="Calibri"/>
              </a:endParaRPr>
            </a:p>
          </p:txBody>
        </p:sp>
      </p:grpSp>
      <p:grpSp>
        <p:nvGrpSpPr>
          <p:cNvPr id="9447" name="Google Shape;9447;p93"/>
          <p:cNvGrpSpPr/>
          <p:nvPr/>
        </p:nvGrpSpPr>
        <p:grpSpPr>
          <a:xfrm>
            <a:off x="8931286" y="3357646"/>
            <a:ext cx="1861418" cy="677992"/>
            <a:chOff x="8993850" y="766270"/>
            <a:chExt cx="1861418" cy="677992"/>
          </a:xfrm>
        </p:grpSpPr>
        <p:sp>
          <p:nvSpPr>
            <p:cNvPr id="9448" name="Google Shape;9448;p93"/>
            <p:cNvSpPr/>
            <p:nvPr/>
          </p:nvSpPr>
          <p:spPr>
            <a:xfrm>
              <a:off x="8993850" y="766270"/>
              <a:ext cx="1861418" cy="677992"/>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49" name="Google Shape;9449;p93"/>
            <p:cNvSpPr txBox="1"/>
            <p:nvPr/>
          </p:nvSpPr>
          <p:spPr>
            <a:xfrm>
              <a:off x="9212780" y="899878"/>
              <a:ext cx="1429385" cy="445135"/>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Network</a:t>
              </a:r>
              <a:endParaRPr b="0" i="0" sz="2800" u="none" cap="none" strike="noStrike">
                <a:solidFill>
                  <a:schemeClr val="lt1"/>
                </a:solidFill>
                <a:latin typeface="Calibri"/>
                <a:ea typeface="Calibri"/>
                <a:cs typeface="Calibri"/>
                <a:sym typeface="Calibri"/>
              </a:endParaRPr>
            </a:p>
          </p:txBody>
        </p:sp>
      </p:grpSp>
      <p:grpSp>
        <p:nvGrpSpPr>
          <p:cNvPr id="9450" name="Google Shape;9450;p93"/>
          <p:cNvGrpSpPr/>
          <p:nvPr/>
        </p:nvGrpSpPr>
        <p:grpSpPr>
          <a:xfrm>
            <a:off x="8931824" y="4072257"/>
            <a:ext cx="1861418" cy="677992"/>
            <a:chOff x="8993850" y="766270"/>
            <a:chExt cx="1861418" cy="677992"/>
          </a:xfrm>
        </p:grpSpPr>
        <p:sp>
          <p:nvSpPr>
            <p:cNvPr id="9451" name="Google Shape;9451;p93"/>
            <p:cNvSpPr/>
            <p:nvPr/>
          </p:nvSpPr>
          <p:spPr>
            <a:xfrm>
              <a:off x="8993850" y="766270"/>
              <a:ext cx="1861418" cy="677992"/>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52" name="Google Shape;9452;p93"/>
            <p:cNvSpPr txBox="1"/>
            <p:nvPr/>
          </p:nvSpPr>
          <p:spPr>
            <a:xfrm>
              <a:off x="9546156" y="899878"/>
              <a:ext cx="762635" cy="445135"/>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Link</a:t>
              </a:r>
              <a:endParaRPr b="0" i="0" sz="2800" u="none" cap="none" strike="noStrike">
                <a:solidFill>
                  <a:schemeClr val="lt1"/>
                </a:solidFill>
                <a:latin typeface="Calibri"/>
                <a:ea typeface="Calibri"/>
                <a:cs typeface="Calibri"/>
                <a:sym typeface="Calibri"/>
              </a:endParaRPr>
            </a:p>
          </p:txBody>
        </p:sp>
      </p:grpSp>
      <p:grpSp>
        <p:nvGrpSpPr>
          <p:cNvPr id="9453" name="Google Shape;9453;p93"/>
          <p:cNvGrpSpPr/>
          <p:nvPr/>
        </p:nvGrpSpPr>
        <p:grpSpPr>
          <a:xfrm>
            <a:off x="8925900" y="4785252"/>
            <a:ext cx="1861418" cy="639758"/>
            <a:chOff x="8993850" y="784041"/>
            <a:chExt cx="1861418" cy="639758"/>
          </a:xfrm>
        </p:grpSpPr>
        <p:sp>
          <p:nvSpPr>
            <p:cNvPr id="9454" name="Google Shape;9454;p93"/>
            <p:cNvSpPr/>
            <p:nvPr/>
          </p:nvSpPr>
          <p:spPr>
            <a:xfrm>
              <a:off x="8993850" y="784041"/>
              <a:ext cx="1861418" cy="63975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55" name="Google Shape;9455;p93"/>
            <p:cNvSpPr txBox="1"/>
            <p:nvPr/>
          </p:nvSpPr>
          <p:spPr>
            <a:xfrm>
              <a:off x="9265806" y="899878"/>
              <a:ext cx="1323340" cy="445135"/>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Physical</a:t>
              </a:r>
              <a:endParaRPr b="0" i="0" sz="2800" u="none" cap="none" strike="noStrike">
                <a:solidFill>
                  <a:schemeClr val="lt1"/>
                </a:solidFill>
                <a:latin typeface="Calibri"/>
                <a:ea typeface="Calibri"/>
                <a:cs typeface="Calibri"/>
                <a:sym typeface="Calibri"/>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0">
                                            <p:txEl>
                                              <p:pRg end="0" st="0"/>
                                            </p:txEl>
                                          </p:spTgt>
                                        </p:tgtEl>
                                        <p:attrNameLst>
                                          <p:attrName>style.visibility</p:attrName>
                                        </p:attrNameLst>
                                      </p:cBhvr>
                                      <p:to>
                                        <p:strVal val="visible"/>
                                      </p:to>
                                    </p:set>
                                    <p:animEffect filter="fade" transition="in">
                                      <p:cBhvr>
                                        <p:cTn dur="500"/>
                                        <p:tgtEl>
                                          <p:spTgt spid="94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0">
                                            <p:txEl>
                                              <p:pRg end="1" st="1"/>
                                            </p:txEl>
                                          </p:spTgt>
                                        </p:tgtEl>
                                        <p:attrNameLst>
                                          <p:attrName>style.visibility</p:attrName>
                                        </p:attrNameLst>
                                      </p:cBhvr>
                                      <p:to>
                                        <p:strVal val="visible"/>
                                      </p:to>
                                    </p:set>
                                    <p:animEffect filter="fade" transition="in">
                                      <p:cBhvr>
                                        <p:cTn dur="500"/>
                                        <p:tgtEl>
                                          <p:spTgt spid="94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0">
                                            <p:txEl>
                                              <p:pRg end="2" st="2"/>
                                            </p:txEl>
                                          </p:spTgt>
                                        </p:tgtEl>
                                        <p:attrNameLst>
                                          <p:attrName>style.visibility</p:attrName>
                                        </p:attrNameLst>
                                      </p:cBhvr>
                                      <p:to>
                                        <p:strVal val="visible"/>
                                      </p:to>
                                    </p:set>
                                    <p:animEffect filter="fade" transition="in">
                                      <p:cBhvr>
                                        <p:cTn dur="500"/>
                                        <p:tgtEl>
                                          <p:spTgt spid="94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0">
                                            <p:txEl>
                                              <p:pRg end="3" st="3"/>
                                            </p:txEl>
                                          </p:spTgt>
                                        </p:tgtEl>
                                        <p:attrNameLst>
                                          <p:attrName>style.visibility</p:attrName>
                                        </p:attrNameLst>
                                      </p:cBhvr>
                                      <p:to>
                                        <p:strVal val="visible"/>
                                      </p:to>
                                    </p:set>
                                    <p:animEffect filter="fade" transition="in">
                                      <p:cBhvr>
                                        <p:cTn dur="500"/>
                                        <p:tgtEl>
                                          <p:spTgt spid="94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0">
                                            <p:txEl>
                                              <p:pRg end="4" st="4"/>
                                            </p:txEl>
                                          </p:spTgt>
                                        </p:tgtEl>
                                        <p:attrNameLst>
                                          <p:attrName>style.visibility</p:attrName>
                                        </p:attrNameLst>
                                      </p:cBhvr>
                                      <p:to>
                                        <p:strVal val="visible"/>
                                      </p:to>
                                    </p:set>
                                    <p:animEffect filter="fade" transition="in">
                                      <p:cBhvr>
                                        <p:cTn dur="500"/>
                                        <p:tgtEl>
                                          <p:spTgt spid="94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0">
                                            <p:txEl>
                                              <p:pRg end="5" st="5"/>
                                            </p:txEl>
                                          </p:spTgt>
                                        </p:tgtEl>
                                        <p:attrNameLst>
                                          <p:attrName>style.visibility</p:attrName>
                                        </p:attrNameLst>
                                      </p:cBhvr>
                                      <p:to>
                                        <p:strVal val="visible"/>
                                      </p:to>
                                    </p:set>
                                    <p:animEffect filter="fade" transition="in">
                                      <p:cBhvr>
                                        <p:cTn dur="500"/>
                                        <p:tgtEl>
                                          <p:spTgt spid="94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0">
                                            <p:txEl>
                                              <p:pRg end="6" st="6"/>
                                            </p:txEl>
                                          </p:spTgt>
                                        </p:tgtEl>
                                        <p:attrNameLst>
                                          <p:attrName>style.visibility</p:attrName>
                                        </p:attrNameLst>
                                      </p:cBhvr>
                                      <p:to>
                                        <p:strVal val="visible"/>
                                      </p:to>
                                    </p:set>
                                    <p:animEffect filter="fade" transition="in">
                                      <p:cBhvr>
                                        <p:cTn dur="500"/>
                                        <p:tgtEl>
                                          <p:spTgt spid="94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0">
                                            <p:txEl>
                                              <p:pRg end="7" st="7"/>
                                            </p:txEl>
                                          </p:spTgt>
                                        </p:tgtEl>
                                        <p:attrNameLst>
                                          <p:attrName>style.visibility</p:attrName>
                                        </p:attrNameLst>
                                      </p:cBhvr>
                                      <p:to>
                                        <p:strVal val="visible"/>
                                      </p:to>
                                    </p:set>
                                    <p:animEffect filter="fade" transition="in">
                                      <p:cBhvr>
                                        <p:cTn dur="500"/>
                                        <p:tgtEl>
                                          <p:spTgt spid="943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0">
                                            <p:txEl>
                                              <p:pRg end="8" st="8"/>
                                            </p:txEl>
                                          </p:spTgt>
                                        </p:tgtEl>
                                        <p:attrNameLst>
                                          <p:attrName>style.visibility</p:attrName>
                                        </p:attrNameLst>
                                      </p:cBhvr>
                                      <p:to>
                                        <p:strVal val="visible"/>
                                      </p:to>
                                    </p:set>
                                    <p:animEffect filter="fade" transition="in">
                                      <p:cBhvr>
                                        <p:cTn dur="500"/>
                                        <p:tgtEl>
                                          <p:spTgt spid="9430">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9441"/>
                                        </p:tgtEl>
                                        <p:attrNameLst>
                                          <p:attrName>style.visibility</p:attrName>
                                        </p:attrNameLst>
                                      </p:cBhvr>
                                      <p:to>
                                        <p:strVal val="visible"/>
                                      </p:to>
                                    </p:set>
                                    <p:animEffect filter="fade" transition="in">
                                      <p:cBhvr>
                                        <p:cTn dur="500"/>
                                        <p:tgtEl>
                                          <p:spTgt spid="9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441"/>
                                        </p:tgtEl>
                                      </p:cBhvr>
                                    </p:animEffect>
                                    <p:set>
                                      <p:cBhvr>
                                        <p:cTn dur="1" fill="hold">
                                          <p:stCondLst>
                                            <p:cond delay="500"/>
                                          </p:stCondLst>
                                        </p:cTn>
                                        <p:tgtEl>
                                          <p:spTgt spid="944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444"/>
                                        </p:tgtEl>
                                        <p:attrNameLst>
                                          <p:attrName>style.visibility</p:attrName>
                                        </p:attrNameLst>
                                      </p:cBhvr>
                                      <p:to>
                                        <p:strVal val="visible"/>
                                      </p:to>
                                    </p:set>
                                    <p:animEffect filter="fade" transition="in">
                                      <p:cBhvr>
                                        <p:cTn dur="500"/>
                                        <p:tgtEl>
                                          <p:spTgt spid="9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444"/>
                                        </p:tgtEl>
                                      </p:cBhvr>
                                    </p:animEffect>
                                    <p:set>
                                      <p:cBhvr>
                                        <p:cTn dur="1" fill="hold">
                                          <p:stCondLst>
                                            <p:cond delay="500"/>
                                          </p:stCondLst>
                                        </p:cTn>
                                        <p:tgtEl>
                                          <p:spTgt spid="944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447"/>
                                        </p:tgtEl>
                                        <p:attrNameLst>
                                          <p:attrName>style.visibility</p:attrName>
                                        </p:attrNameLst>
                                      </p:cBhvr>
                                      <p:to>
                                        <p:strVal val="visible"/>
                                      </p:to>
                                    </p:set>
                                    <p:animEffect filter="fade" transition="in">
                                      <p:cBhvr>
                                        <p:cTn dur="500"/>
                                        <p:tgtEl>
                                          <p:spTgt spid="9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447"/>
                                        </p:tgtEl>
                                      </p:cBhvr>
                                    </p:animEffect>
                                    <p:set>
                                      <p:cBhvr>
                                        <p:cTn dur="1" fill="hold">
                                          <p:stCondLst>
                                            <p:cond delay="500"/>
                                          </p:stCondLst>
                                        </p:cTn>
                                        <p:tgtEl>
                                          <p:spTgt spid="944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450"/>
                                        </p:tgtEl>
                                        <p:attrNameLst>
                                          <p:attrName>style.visibility</p:attrName>
                                        </p:attrNameLst>
                                      </p:cBhvr>
                                      <p:to>
                                        <p:strVal val="visible"/>
                                      </p:to>
                                    </p:set>
                                    <p:animEffect filter="fade" transition="in">
                                      <p:cBhvr>
                                        <p:cTn dur="500"/>
                                        <p:tgtEl>
                                          <p:spTgt spid="94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450"/>
                                        </p:tgtEl>
                                      </p:cBhvr>
                                    </p:animEffect>
                                    <p:set>
                                      <p:cBhvr>
                                        <p:cTn dur="1" fill="hold">
                                          <p:stCondLst>
                                            <p:cond delay="500"/>
                                          </p:stCondLst>
                                        </p:cTn>
                                        <p:tgtEl>
                                          <p:spTgt spid="945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453"/>
                                        </p:tgtEl>
                                        <p:attrNameLst>
                                          <p:attrName>style.visibility</p:attrName>
                                        </p:attrNameLst>
                                      </p:cBhvr>
                                      <p:to>
                                        <p:strVal val="visible"/>
                                      </p:to>
                                    </p:set>
                                    <p:animEffect filter="fade" transition="in">
                                      <p:cBhvr>
                                        <p:cTn dur="500"/>
                                        <p:tgtEl>
                                          <p:spTgt spid="9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9" name="Shape 9459"/>
        <p:cNvGrpSpPr/>
        <p:nvPr/>
      </p:nvGrpSpPr>
      <p:grpSpPr>
        <a:xfrm>
          <a:off x="0" y="0"/>
          <a:ext cx="0" cy="0"/>
          <a:chOff x="0" y="0"/>
          <a:chExt cx="0" cy="0"/>
        </a:xfrm>
      </p:grpSpPr>
      <p:sp>
        <p:nvSpPr>
          <p:cNvPr id="9460" name="Google Shape;9460;p9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Packet Transmission in TCP/IP Stack</a:t>
            </a:r>
            <a:endParaRPr/>
          </a:p>
        </p:txBody>
      </p:sp>
      <p:pic>
        <p:nvPicPr>
          <p:cNvPr descr="An illustration demonstrates the communication between source A and destination B through internet. " id="9461" name="Google Shape;9461;p94"/>
          <p:cNvPicPr preferRelativeResize="0"/>
          <p:nvPr/>
        </p:nvPicPr>
        <p:blipFill rotWithShape="1">
          <a:blip r:embed="rId3">
            <a:alphaModFix/>
          </a:blip>
          <a:srcRect b="0" l="0" r="0" t="0"/>
          <a:stretch/>
        </p:blipFill>
        <p:spPr>
          <a:xfrm>
            <a:off x="963930" y="1481455"/>
            <a:ext cx="8919845" cy="529590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5" name="Shape 9465"/>
        <p:cNvGrpSpPr/>
        <p:nvPr/>
      </p:nvGrpSpPr>
      <p:grpSpPr>
        <a:xfrm>
          <a:off x="0" y="0"/>
          <a:ext cx="0" cy="0"/>
          <a:chOff x="0" y="0"/>
          <a:chExt cx="0" cy="0"/>
        </a:xfrm>
      </p:grpSpPr>
      <p:sp>
        <p:nvSpPr>
          <p:cNvPr id="9466" name="Google Shape;9466;p9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Logical Connections between layers in TCP/IP</a:t>
            </a:r>
            <a:endParaRPr/>
          </a:p>
        </p:txBody>
      </p:sp>
      <p:pic>
        <p:nvPicPr>
          <p:cNvPr descr="Two-part illustrations of communication between a source host and destination host through logical connections." id="9467" name="Google Shape;9467;p95"/>
          <p:cNvPicPr preferRelativeResize="0"/>
          <p:nvPr/>
        </p:nvPicPr>
        <p:blipFill rotWithShape="1">
          <a:blip r:embed="rId3">
            <a:alphaModFix/>
          </a:blip>
          <a:srcRect b="0" l="0" r="0" t="0"/>
          <a:stretch/>
        </p:blipFill>
        <p:spPr>
          <a:xfrm>
            <a:off x="995680" y="1701800"/>
            <a:ext cx="9984105" cy="439102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2" name="Shape 9472"/>
        <p:cNvGrpSpPr/>
        <p:nvPr/>
      </p:nvGrpSpPr>
      <p:grpSpPr>
        <a:xfrm>
          <a:off x="0" y="0"/>
          <a:ext cx="0" cy="0"/>
          <a:chOff x="0" y="0"/>
          <a:chExt cx="0" cy="0"/>
        </a:xfrm>
      </p:grpSpPr>
      <p:sp>
        <p:nvSpPr>
          <p:cNvPr id="9473" name="Google Shape;9473;p96"/>
          <p:cNvSpPr/>
          <p:nvPr/>
        </p:nvSpPr>
        <p:spPr>
          <a:xfrm flipH="1" rot="10800000">
            <a:off x="10916607" y="1577038"/>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74" name="Google Shape;9474;p96"/>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Services, Layering and Encapsulation</a:t>
            </a:r>
            <a:endParaRPr sz="4400"/>
          </a:p>
        </p:txBody>
      </p:sp>
      <p:sp>
        <p:nvSpPr>
          <p:cNvPr id="9475" name="Google Shape;9475;p96"/>
          <p:cNvSpPr txBox="1"/>
          <p:nvPr/>
        </p:nvSpPr>
        <p:spPr>
          <a:xfrm>
            <a:off x="449705" y="5724388"/>
            <a:ext cx="1100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b="0" i="1" lang="en-US" sz="2400" u="none" cap="none" strike="noStrike">
                <a:solidFill>
                  <a:srgbClr val="000099"/>
                </a:solidFill>
                <a:latin typeface="Arial"/>
                <a:ea typeface="Arial"/>
                <a:cs typeface="Arial"/>
                <a:sym typeface="Arial"/>
              </a:rPr>
              <a:t>source</a:t>
            </a:r>
            <a:endParaRPr b="0" i="1" sz="2400" u="none" cap="none" strike="noStrike">
              <a:solidFill>
                <a:srgbClr val="000099"/>
              </a:solidFill>
              <a:latin typeface="Arial"/>
              <a:ea typeface="Arial"/>
              <a:cs typeface="Arial"/>
              <a:sym typeface="Arial"/>
            </a:endParaRPr>
          </a:p>
        </p:txBody>
      </p:sp>
      <p:sp>
        <p:nvSpPr>
          <p:cNvPr id="9476" name="Google Shape;9476;p96"/>
          <p:cNvSpPr/>
          <p:nvPr/>
        </p:nvSpPr>
        <p:spPr>
          <a:xfrm rot="10800000">
            <a:off x="975630" y="1559549"/>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477" name="Google Shape;9477;p96"/>
          <p:cNvGrpSpPr/>
          <p:nvPr/>
        </p:nvGrpSpPr>
        <p:grpSpPr>
          <a:xfrm flipH="1">
            <a:off x="635446" y="5073984"/>
            <a:ext cx="803275" cy="771525"/>
            <a:chOff x="-44" y="1473"/>
            <a:chExt cx="981" cy="1105"/>
          </a:xfrm>
        </p:grpSpPr>
        <p:pic>
          <p:nvPicPr>
            <p:cNvPr descr="desktop_computer_stylized_medium" id="9478" name="Google Shape;9478;p9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479" name="Google Shape;9479;p9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480" name="Google Shape;9480;p96"/>
          <p:cNvSpPr txBox="1"/>
          <p:nvPr/>
        </p:nvSpPr>
        <p:spPr>
          <a:xfrm>
            <a:off x="3462727" y="3394795"/>
            <a:ext cx="5831174" cy="2086725"/>
          </a:xfrm>
          <a:prstGeom prst="rect">
            <a:avLst/>
          </a:prstGeom>
          <a:noFill/>
          <a:ln>
            <a:noFill/>
          </a:ln>
        </p:spPr>
        <p:txBody>
          <a:bodyPr anchorCtr="0" anchor="t" bIns="45700" lIns="91425" spcFirstLastPara="1" rIns="91425" wrap="square" tIns="45700">
            <a:spAutoFit/>
          </a:bodyPr>
          <a:lstStyle/>
          <a:p>
            <a:pPr indent="-295275" lvl="0" marL="295275" marR="0" rtl="0" algn="l">
              <a:lnSpc>
                <a:spcPct val="90000"/>
              </a:lnSpc>
              <a:spcBef>
                <a:spcPts val="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transport-layer protocol </a:t>
            </a:r>
            <a:r>
              <a:rPr lang="en-US" sz="2400">
                <a:solidFill>
                  <a:srgbClr val="0000A3"/>
                </a:solidFill>
                <a:latin typeface="Calibri"/>
                <a:ea typeface="Calibri"/>
                <a:cs typeface="Calibri"/>
                <a:sym typeface="Calibri"/>
              </a:rPr>
              <a:t>encapsulates</a:t>
            </a:r>
            <a:r>
              <a:rPr lang="en-US" sz="2400">
                <a:solidFill>
                  <a:schemeClr val="dk1"/>
                </a:solidFill>
                <a:latin typeface="Calibri"/>
                <a:ea typeface="Calibri"/>
                <a:cs typeface="Calibri"/>
                <a:sym typeface="Calibri"/>
              </a:rPr>
              <a:t> application-layer message, M, with </a:t>
            </a:r>
            <a:r>
              <a:rPr i="1" lang="en-US" sz="2400">
                <a:solidFill>
                  <a:schemeClr val="dk1"/>
                </a:solidFill>
                <a:latin typeface="Calibri"/>
                <a:ea typeface="Calibri"/>
                <a:cs typeface="Calibri"/>
                <a:sym typeface="Calibri"/>
              </a:rPr>
              <a:t>transport</a:t>
            </a:r>
            <a:r>
              <a:rPr lang="en-US" sz="2400">
                <a:solidFill>
                  <a:schemeClr val="dk1"/>
                </a:solidFill>
                <a:latin typeface="Calibri"/>
                <a:ea typeface="Calibri"/>
                <a:cs typeface="Calibri"/>
                <a:sym typeface="Calibri"/>
              </a:rPr>
              <a:t> layer-layer header H</a:t>
            </a:r>
            <a:r>
              <a:rPr baseline="-25000" lang="en-US" sz="2400">
                <a:solidFill>
                  <a:schemeClr val="dk1"/>
                </a:solidFill>
                <a:latin typeface="Calibri"/>
                <a:ea typeface="Calibri"/>
                <a:cs typeface="Calibri"/>
                <a:sym typeface="Calibri"/>
              </a:rPr>
              <a:t>t </a:t>
            </a:r>
            <a:r>
              <a:rPr lang="en-US" sz="2400">
                <a:solidFill>
                  <a:schemeClr val="dk1"/>
                </a:solidFill>
                <a:latin typeface="Calibri"/>
                <a:ea typeface="Calibri"/>
                <a:cs typeface="Calibri"/>
                <a:sym typeface="Calibri"/>
              </a:rPr>
              <a:t>to create a transport-layer </a:t>
            </a:r>
            <a:r>
              <a:rPr lang="en-US" sz="2400">
                <a:solidFill>
                  <a:srgbClr val="C00000"/>
                </a:solidFill>
                <a:latin typeface="Calibri"/>
                <a:ea typeface="Calibri"/>
                <a:cs typeface="Calibri"/>
                <a:sym typeface="Calibri"/>
              </a:rPr>
              <a:t>segment</a:t>
            </a:r>
            <a:endParaRPr baseline="-25000" sz="2400">
              <a:solidFill>
                <a:srgbClr val="C00000"/>
              </a:solidFill>
              <a:latin typeface="Calibri"/>
              <a:ea typeface="Calibri"/>
              <a:cs typeface="Calibri"/>
              <a:sym typeface="Calibri"/>
            </a:endParaRPr>
          </a:p>
          <a:p>
            <a:pPr indent="-231775" lvl="1" marL="574675" marR="0" rtl="0" algn="l">
              <a:lnSpc>
                <a:spcPct val="90000"/>
              </a:lnSpc>
              <a:spcBef>
                <a:spcPts val="0"/>
              </a:spcBef>
              <a:spcAft>
                <a:spcPts val="0"/>
              </a:spcAft>
              <a:buClr>
                <a:srgbClr val="0000A3"/>
              </a:buClr>
              <a:buSzPts val="2400"/>
              <a:buFont typeface="Arial"/>
              <a:buChar char="•"/>
            </a:pPr>
            <a:r>
              <a:rPr b="0" i="0" lang="en-US" sz="2400" u="none" cap="none" strike="noStrike">
                <a:solidFill>
                  <a:schemeClr val="dk1"/>
                </a:solidFill>
                <a:latin typeface="Calibri"/>
                <a:ea typeface="Calibri"/>
                <a:cs typeface="Calibri"/>
                <a:sym typeface="Calibri"/>
              </a:rPr>
              <a:t>H</a:t>
            </a:r>
            <a:r>
              <a:rPr b="0" baseline="-25000" i="0" lang="en-US" sz="2400" u="none" cap="none" strike="noStrike">
                <a:solidFill>
                  <a:schemeClr val="dk1"/>
                </a:solidFill>
                <a:latin typeface="Calibri"/>
                <a:ea typeface="Calibri"/>
                <a:cs typeface="Calibri"/>
                <a:sym typeface="Calibri"/>
              </a:rPr>
              <a:t>t </a:t>
            </a:r>
            <a:r>
              <a:rPr b="0" i="0" lang="en-US" sz="2400" u="none" cap="none" strike="noStrike">
                <a:solidFill>
                  <a:schemeClr val="dk1"/>
                </a:solidFill>
                <a:latin typeface="Calibri"/>
                <a:ea typeface="Calibri"/>
                <a:cs typeface="Calibri"/>
                <a:sym typeface="Calibri"/>
              </a:rPr>
              <a:t> used by transport layer protocol to implement its service</a:t>
            </a:r>
            <a:endParaRPr b="0" baseline="-25000" i="0" sz="2400" u="none" cap="none" strike="noStrike">
              <a:solidFill>
                <a:schemeClr val="dk1"/>
              </a:solidFill>
              <a:latin typeface="Calibri"/>
              <a:ea typeface="Calibri"/>
              <a:cs typeface="Calibri"/>
              <a:sym typeface="Calibri"/>
            </a:endParaRPr>
          </a:p>
        </p:txBody>
      </p:sp>
      <p:grpSp>
        <p:nvGrpSpPr>
          <p:cNvPr id="9481" name="Google Shape;9481;p96"/>
          <p:cNvGrpSpPr/>
          <p:nvPr/>
        </p:nvGrpSpPr>
        <p:grpSpPr>
          <a:xfrm>
            <a:off x="1334125" y="1421667"/>
            <a:ext cx="1765726" cy="4034752"/>
            <a:chOff x="1484027" y="1706480"/>
            <a:chExt cx="1765726" cy="4034752"/>
          </a:xfrm>
        </p:grpSpPr>
        <p:sp>
          <p:nvSpPr>
            <p:cNvPr id="9482" name="Google Shape;9482;p96"/>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483" name="Google Shape;9483;p96"/>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application</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transport</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network</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link</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physical</a:t>
              </a:r>
              <a:endParaRPr b="0" i="0" sz="1800" u="none" cap="none" strike="noStrike">
                <a:solidFill>
                  <a:srgbClr val="000000"/>
                </a:solidFill>
                <a:latin typeface="Calibri"/>
                <a:ea typeface="Calibri"/>
                <a:cs typeface="Calibri"/>
                <a:sym typeface="Calibri"/>
              </a:endParaRPr>
            </a:p>
          </p:txBody>
        </p:sp>
        <p:cxnSp>
          <p:nvCxnSpPr>
            <p:cNvPr id="9484" name="Google Shape;9484;p96"/>
            <p:cNvCxnSpPr/>
            <p:nvPr/>
          </p:nvCxnSpPr>
          <p:spPr>
            <a:xfrm>
              <a:off x="1534432" y="2675745"/>
              <a:ext cx="1643483" cy="0"/>
            </a:xfrm>
            <a:prstGeom prst="straightConnector1">
              <a:avLst/>
            </a:prstGeom>
            <a:noFill/>
            <a:ln cap="flat" cmpd="sng" w="9525">
              <a:solidFill>
                <a:schemeClr val="dk1"/>
              </a:solidFill>
              <a:prstDash val="solid"/>
              <a:miter lim="800000"/>
              <a:headEnd len="sm" w="sm" type="none"/>
              <a:tailEnd len="sm" w="sm" type="none"/>
            </a:ln>
          </p:spPr>
        </p:cxnSp>
        <p:cxnSp>
          <p:nvCxnSpPr>
            <p:cNvPr id="9485" name="Google Shape;9485;p96"/>
            <p:cNvCxnSpPr/>
            <p:nvPr/>
          </p:nvCxnSpPr>
          <p:spPr>
            <a:xfrm>
              <a:off x="1506952" y="3472722"/>
              <a:ext cx="1655973" cy="0"/>
            </a:xfrm>
            <a:prstGeom prst="straightConnector1">
              <a:avLst/>
            </a:prstGeom>
            <a:noFill/>
            <a:ln cap="flat" cmpd="sng" w="9525">
              <a:solidFill>
                <a:schemeClr val="dk1"/>
              </a:solidFill>
              <a:prstDash val="solid"/>
              <a:miter lim="800000"/>
              <a:headEnd len="sm" w="sm" type="none"/>
              <a:tailEnd len="sm" w="sm" type="none"/>
            </a:ln>
          </p:spPr>
        </p:cxnSp>
        <p:cxnSp>
          <p:nvCxnSpPr>
            <p:cNvPr id="9486" name="Google Shape;9486;p96"/>
            <p:cNvCxnSpPr/>
            <p:nvPr/>
          </p:nvCxnSpPr>
          <p:spPr>
            <a:xfrm>
              <a:off x="1509450" y="4209737"/>
              <a:ext cx="1668465" cy="0"/>
            </a:xfrm>
            <a:prstGeom prst="straightConnector1">
              <a:avLst/>
            </a:prstGeom>
            <a:noFill/>
            <a:ln cap="flat" cmpd="sng" w="9525">
              <a:solidFill>
                <a:schemeClr val="dk1"/>
              </a:solidFill>
              <a:prstDash val="solid"/>
              <a:miter lim="800000"/>
              <a:headEnd len="sm" w="sm" type="none"/>
              <a:tailEnd len="sm" w="sm" type="none"/>
            </a:ln>
          </p:spPr>
        </p:cxnSp>
        <p:cxnSp>
          <p:nvCxnSpPr>
            <p:cNvPr id="9487" name="Google Shape;9487;p96"/>
            <p:cNvCxnSpPr/>
            <p:nvPr/>
          </p:nvCxnSpPr>
          <p:spPr>
            <a:xfrm>
              <a:off x="1511947" y="4991726"/>
              <a:ext cx="1650978" cy="0"/>
            </a:xfrm>
            <a:prstGeom prst="straightConnector1">
              <a:avLst/>
            </a:prstGeom>
            <a:noFill/>
            <a:ln cap="flat" cmpd="sng" w="9525">
              <a:solidFill>
                <a:schemeClr val="dk1"/>
              </a:solidFill>
              <a:prstDash val="solid"/>
              <a:miter lim="800000"/>
              <a:headEnd len="sm" w="sm" type="none"/>
              <a:tailEnd len="sm" w="sm" type="none"/>
            </a:ln>
          </p:spPr>
        </p:cxnSp>
      </p:grpSp>
      <p:grpSp>
        <p:nvGrpSpPr>
          <p:cNvPr id="9488" name="Google Shape;9488;p96"/>
          <p:cNvGrpSpPr/>
          <p:nvPr/>
        </p:nvGrpSpPr>
        <p:grpSpPr>
          <a:xfrm>
            <a:off x="11107713" y="4961744"/>
            <a:ext cx="374754" cy="833726"/>
            <a:chOff x="4140" y="429"/>
            <a:chExt cx="1425" cy="2396"/>
          </a:xfrm>
        </p:grpSpPr>
        <p:sp>
          <p:nvSpPr>
            <p:cNvPr id="9489" name="Google Shape;9489;p9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90" name="Google Shape;9490;p96"/>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491" name="Google Shape;9491;p9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92" name="Google Shape;9492;p9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93" name="Google Shape;9493;p96"/>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494" name="Google Shape;9494;p96"/>
            <p:cNvGrpSpPr/>
            <p:nvPr/>
          </p:nvGrpSpPr>
          <p:grpSpPr>
            <a:xfrm>
              <a:off x="4748" y="666"/>
              <a:ext cx="578" cy="150"/>
              <a:chOff x="613" y="2566"/>
              <a:chExt cx="721" cy="144"/>
            </a:xfrm>
          </p:grpSpPr>
          <p:sp>
            <p:nvSpPr>
              <p:cNvPr id="9495" name="Google Shape;9495;p9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496" name="Google Shape;9496;p9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497" name="Google Shape;9497;p96"/>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498" name="Google Shape;9498;p96"/>
            <p:cNvGrpSpPr/>
            <p:nvPr/>
          </p:nvGrpSpPr>
          <p:grpSpPr>
            <a:xfrm>
              <a:off x="4748" y="990"/>
              <a:ext cx="578" cy="134"/>
              <a:chOff x="615" y="2564"/>
              <a:chExt cx="721" cy="139"/>
            </a:xfrm>
          </p:grpSpPr>
          <p:sp>
            <p:nvSpPr>
              <p:cNvPr id="9499" name="Google Shape;9499;p9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00" name="Google Shape;9500;p9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01" name="Google Shape;9501;p96"/>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02" name="Google Shape;9502;p96"/>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503" name="Google Shape;9503;p96"/>
            <p:cNvGrpSpPr/>
            <p:nvPr/>
          </p:nvGrpSpPr>
          <p:grpSpPr>
            <a:xfrm>
              <a:off x="4738" y="1647"/>
              <a:ext cx="578" cy="135"/>
              <a:chOff x="618" y="2586"/>
              <a:chExt cx="720" cy="124"/>
            </a:xfrm>
          </p:grpSpPr>
          <p:sp>
            <p:nvSpPr>
              <p:cNvPr id="9504" name="Google Shape;9504;p9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05" name="Google Shape;9505;p9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06" name="Google Shape;9506;p9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507" name="Google Shape;9507;p96"/>
            <p:cNvGrpSpPr/>
            <p:nvPr/>
          </p:nvGrpSpPr>
          <p:grpSpPr>
            <a:xfrm>
              <a:off x="4738" y="1330"/>
              <a:ext cx="588" cy="134"/>
              <a:chOff x="613" y="2571"/>
              <a:chExt cx="732" cy="134"/>
            </a:xfrm>
          </p:grpSpPr>
          <p:sp>
            <p:nvSpPr>
              <p:cNvPr id="9508" name="Google Shape;9508;p9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09" name="Google Shape;9509;p9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10" name="Google Shape;9510;p96"/>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11" name="Google Shape;9511;p9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12" name="Google Shape;9512;p9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13" name="Google Shape;9513;p96"/>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14" name="Google Shape;9514;p9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15" name="Google Shape;9515;p96"/>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16" name="Google Shape;9516;p96"/>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17" name="Google Shape;9517;p96"/>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18" name="Google Shape;9518;p96"/>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9519" name="Google Shape;9519;p96"/>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20" name="Google Shape;9520;p96"/>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21" name="Google Shape;9521;p96"/>
          <p:cNvSpPr txBox="1"/>
          <p:nvPr/>
        </p:nvSpPr>
        <p:spPr>
          <a:xfrm>
            <a:off x="10216734" y="5716780"/>
            <a:ext cx="167545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i="1" lang="en-US" sz="2400">
                <a:solidFill>
                  <a:srgbClr val="000099"/>
                </a:solidFill>
                <a:latin typeface="Arial"/>
                <a:ea typeface="Arial"/>
                <a:cs typeface="Arial"/>
                <a:sym typeface="Arial"/>
              </a:rPr>
              <a:t>destination</a:t>
            </a:r>
            <a:endParaRPr b="0" i="1" sz="2400" u="none" cap="none" strike="noStrike">
              <a:solidFill>
                <a:srgbClr val="000099"/>
              </a:solidFill>
              <a:latin typeface="Arial"/>
              <a:ea typeface="Arial"/>
              <a:cs typeface="Arial"/>
              <a:sym typeface="Arial"/>
            </a:endParaRPr>
          </a:p>
        </p:txBody>
      </p:sp>
      <p:grpSp>
        <p:nvGrpSpPr>
          <p:cNvPr id="9522" name="Google Shape;9522;p96"/>
          <p:cNvGrpSpPr/>
          <p:nvPr/>
        </p:nvGrpSpPr>
        <p:grpSpPr>
          <a:xfrm>
            <a:off x="9221450" y="1413548"/>
            <a:ext cx="1765726" cy="4034752"/>
            <a:chOff x="1484027" y="1706480"/>
            <a:chExt cx="1765726" cy="4034752"/>
          </a:xfrm>
        </p:grpSpPr>
        <p:sp>
          <p:nvSpPr>
            <p:cNvPr id="9523" name="Google Shape;9523;p96"/>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24" name="Google Shape;9524;p96"/>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application</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transport</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network</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link</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physical</a:t>
              </a:r>
              <a:endParaRPr b="0" i="0" sz="1800" u="none" cap="none" strike="noStrike">
                <a:solidFill>
                  <a:srgbClr val="000000"/>
                </a:solidFill>
                <a:latin typeface="Calibri"/>
                <a:ea typeface="Calibri"/>
                <a:cs typeface="Calibri"/>
                <a:sym typeface="Calibri"/>
              </a:endParaRPr>
            </a:p>
          </p:txBody>
        </p:sp>
        <p:cxnSp>
          <p:nvCxnSpPr>
            <p:cNvPr id="9525" name="Google Shape;9525;p96"/>
            <p:cNvCxnSpPr/>
            <p:nvPr/>
          </p:nvCxnSpPr>
          <p:spPr>
            <a:xfrm>
              <a:off x="1534432" y="2675745"/>
              <a:ext cx="1643483" cy="0"/>
            </a:xfrm>
            <a:prstGeom prst="straightConnector1">
              <a:avLst/>
            </a:prstGeom>
            <a:noFill/>
            <a:ln cap="flat" cmpd="sng" w="9525">
              <a:solidFill>
                <a:schemeClr val="dk1"/>
              </a:solidFill>
              <a:prstDash val="solid"/>
              <a:miter lim="800000"/>
              <a:headEnd len="sm" w="sm" type="none"/>
              <a:tailEnd len="sm" w="sm" type="none"/>
            </a:ln>
          </p:spPr>
        </p:cxnSp>
        <p:cxnSp>
          <p:nvCxnSpPr>
            <p:cNvPr id="9526" name="Google Shape;9526;p96"/>
            <p:cNvCxnSpPr/>
            <p:nvPr/>
          </p:nvCxnSpPr>
          <p:spPr>
            <a:xfrm>
              <a:off x="1506952" y="3472722"/>
              <a:ext cx="1655973" cy="0"/>
            </a:xfrm>
            <a:prstGeom prst="straightConnector1">
              <a:avLst/>
            </a:prstGeom>
            <a:noFill/>
            <a:ln cap="flat" cmpd="sng" w="9525">
              <a:solidFill>
                <a:schemeClr val="dk1"/>
              </a:solidFill>
              <a:prstDash val="solid"/>
              <a:miter lim="800000"/>
              <a:headEnd len="sm" w="sm" type="none"/>
              <a:tailEnd len="sm" w="sm" type="none"/>
            </a:ln>
          </p:spPr>
        </p:cxnSp>
        <p:cxnSp>
          <p:nvCxnSpPr>
            <p:cNvPr id="9527" name="Google Shape;9527;p96"/>
            <p:cNvCxnSpPr/>
            <p:nvPr/>
          </p:nvCxnSpPr>
          <p:spPr>
            <a:xfrm>
              <a:off x="1509450" y="4209737"/>
              <a:ext cx="1668465" cy="0"/>
            </a:xfrm>
            <a:prstGeom prst="straightConnector1">
              <a:avLst/>
            </a:prstGeom>
            <a:noFill/>
            <a:ln cap="flat" cmpd="sng" w="9525">
              <a:solidFill>
                <a:schemeClr val="dk1"/>
              </a:solidFill>
              <a:prstDash val="solid"/>
              <a:miter lim="800000"/>
              <a:headEnd len="sm" w="sm" type="none"/>
              <a:tailEnd len="sm" w="sm" type="none"/>
            </a:ln>
          </p:spPr>
        </p:cxnSp>
        <p:cxnSp>
          <p:nvCxnSpPr>
            <p:cNvPr id="9528" name="Google Shape;9528;p96"/>
            <p:cNvCxnSpPr/>
            <p:nvPr/>
          </p:nvCxnSpPr>
          <p:spPr>
            <a:xfrm>
              <a:off x="1511947" y="4991726"/>
              <a:ext cx="1650978" cy="0"/>
            </a:xfrm>
            <a:prstGeom prst="straightConnector1">
              <a:avLst/>
            </a:prstGeom>
            <a:noFill/>
            <a:ln cap="flat" cmpd="sng" w="9525">
              <a:solidFill>
                <a:schemeClr val="dk1"/>
              </a:solidFill>
              <a:prstDash val="solid"/>
              <a:miter lim="800000"/>
              <a:headEnd len="sm" w="sm" type="none"/>
              <a:tailEnd len="sm" w="sm" type="none"/>
            </a:ln>
          </p:spPr>
        </p:cxnSp>
      </p:grpSp>
      <p:grpSp>
        <p:nvGrpSpPr>
          <p:cNvPr id="9529" name="Google Shape;9529;p96"/>
          <p:cNvGrpSpPr/>
          <p:nvPr/>
        </p:nvGrpSpPr>
        <p:grpSpPr>
          <a:xfrm>
            <a:off x="3211642" y="2368401"/>
            <a:ext cx="5768716" cy="914472"/>
            <a:chOff x="3211642" y="2368401"/>
            <a:chExt cx="5768716" cy="914472"/>
          </a:xfrm>
        </p:grpSpPr>
        <p:cxnSp>
          <p:nvCxnSpPr>
            <p:cNvPr id="9530" name="Google Shape;9530;p96"/>
            <p:cNvCxnSpPr/>
            <p:nvPr/>
          </p:nvCxnSpPr>
          <p:spPr>
            <a:xfrm>
              <a:off x="3211642" y="2610788"/>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9531" name="Google Shape;9531;p96"/>
            <p:cNvSpPr txBox="1"/>
            <p:nvPr/>
          </p:nvSpPr>
          <p:spPr>
            <a:xfrm>
              <a:off x="3359490" y="2717590"/>
              <a:ext cx="5620868"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rgbClr val="C00000"/>
                  </a:solidFill>
                  <a:latin typeface="Calibri"/>
                  <a:ea typeface="Calibri"/>
                  <a:cs typeface="Calibri"/>
                  <a:sym typeface="Calibri"/>
                </a:rPr>
                <a:t>Transport-layer </a:t>
              </a:r>
              <a:r>
                <a:rPr lang="en-US" sz="1800">
                  <a:solidFill>
                    <a:schemeClr val="dk1"/>
                  </a:solidFill>
                  <a:latin typeface="Calibri"/>
                  <a:ea typeface="Calibri"/>
                  <a:cs typeface="Calibri"/>
                  <a:sym typeface="Calibri"/>
                </a:rPr>
                <a:t>protocol transfers M (e.g., reliably) from one </a:t>
              </a:r>
              <a:r>
                <a:rPr i="1" lang="en-US" sz="1800">
                  <a:solidFill>
                    <a:schemeClr val="dk1"/>
                  </a:solidFill>
                  <a:latin typeface="Calibri"/>
                  <a:ea typeface="Calibri"/>
                  <a:cs typeface="Calibri"/>
                  <a:sym typeface="Calibri"/>
                </a:rPr>
                <a:t>process</a:t>
              </a:r>
              <a:r>
                <a:rPr lang="en-US" sz="1800">
                  <a:solidFill>
                    <a:schemeClr val="dk1"/>
                  </a:solidFill>
                  <a:latin typeface="Calibri"/>
                  <a:ea typeface="Calibri"/>
                  <a:cs typeface="Calibri"/>
                  <a:sym typeface="Calibri"/>
                </a:rPr>
                <a:t> to another, using services of network layer</a:t>
              </a:r>
              <a:endParaRPr sz="1800">
                <a:solidFill>
                  <a:schemeClr val="dk1"/>
                </a:solidFill>
                <a:latin typeface="Calibri"/>
                <a:ea typeface="Calibri"/>
                <a:cs typeface="Calibri"/>
                <a:sym typeface="Calibri"/>
              </a:endParaRPr>
            </a:p>
          </p:txBody>
        </p:sp>
        <p:sp>
          <p:nvSpPr>
            <p:cNvPr id="9532" name="Google Shape;9532;p96"/>
            <p:cNvSpPr/>
            <p:nvPr/>
          </p:nvSpPr>
          <p:spPr>
            <a:xfrm>
              <a:off x="5584583" y="2368401"/>
              <a:ext cx="971760"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533" name="Google Shape;9533;p96"/>
            <p:cNvGrpSpPr/>
            <p:nvPr/>
          </p:nvGrpSpPr>
          <p:grpSpPr>
            <a:xfrm>
              <a:off x="5690803" y="2434313"/>
              <a:ext cx="908050" cy="301625"/>
              <a:chOff x="1848" y="2046"/>
              <a:chExt cx="572" cy="190"/>
            </a:xfrm>
          </p:grpSpPr>
          <p:grpSp>
            <p:nvGrpSpPr>
              <p:cNvPr id="9534" name="Google Shape;9534;p96"/>
              <p:cNvGrpSpPr/>
              <p:nvPr/>
            </p:nvGrpSpPr>
            <p:grpSpPr>
              <a:xfrm>
                <a:off x="1848" y="2047"/>
                <a:ext cx="187" cy="184"/>
                <a:chOff x="1959" y="2058"/>
                <a:chExt cx="187" cy="184"/>
              </a:xfrm>
            </p:grpSpPr>
            <p:sp>
              <p:nvSpPr>
                <p:cNvPr id="9535" name="Google Shape;9535;p96"/>
                <p:cNvSpPr/>
                <p:nvPr/>
              </p:nvSpPr>
              <p:spPr>
                <a:xfrm>
                  <a:off x="1964"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36" name="Google Shape;9536;p96"/>
                <p:cNvSpPr/>
                <p:nvPr/>
              </p:nvSpPr>
              <p:spPr>
                <a:xfrm>
                  <a:off x="1959"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grpSp>
          <p:grpSp>
            <p:nvGrpSpPr>
              <p:cNvPr id="9537" name="Google Shape;9537;p96"/>
              <p:cNvGrpSpPr/>
              <p:nvPr/>
            </p:nvGrpSpPr>
            <p:grpSpPr>
              <a:xfrm>
                <a:off x="1992" y="2046"/>
                <a:ext cx="428" cy="190"/>
                <a:chOff x="780" y="1553"/>
                <a:chExt cx="428" cy="190"/>
              </a:xfrm>
            </p:grpSpPr>
            <p:sp>
              <p:nvSpPr>
                <p:cNvPr id="9538" name="Google Shape;9538;p96"/>
                <p:cNvSpPr/>
                <p:nvPr/>
              </p:nvSpPr>
              <p:spPr>
                <a:xfrm>
                  <a:off x="817" y="1571"/>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39" name="Google Shape;9539;p96"/>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grpSp>
      </p:grpSp>
      <p:sp>
        <p:nvSpPr>
          <p:cNvPr id="9540" name="Google Shape;9540;p96"/>
          <p:cNvSpPr txBox="1"/>
          <p:nvPr/>
        </p:nvSpPr>
        <p:spPr>
          <a:xfrm>
            <a:off x="3375461" y="1789390"/>
            <a:ext cx="5618700" cy="5652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rgbClr val="C00000"/>
                </a:solidFill>
                <a:latin typeface="Calibri"/>
                <a:ea typeface="Calibri"/>
                <a:cs typeface="Calibri"/>
                <a:sym typeface="Calibri"/>
              </a:rPr>
              <a:t>Application </a:t>
            </a:r>
            <a:r>
              <a:rPr lang="en-US" sz="1800">
                <a:solidFill>
                  <a:schemeClr val="dk1"/>
                </a:solidFill>
                <a:latin typeface="Calibri"/>
                <a:ea typeface="Calibri"/>
                <a:cs typeface="Calibri"/>
                <a:sym typeface="Calibri"/>
              </a:rPr>
              <a:t>exchanges </a:t>
            </a:r>
            <a:r>
              <a:rPr lang="en-US" sz="1800">
                <a:solidFill>
                  <a:srgbClr val="C00000"/>
                </a:solidFill>
                <a:latin typeface="Calibri"/>
                <a:ea typeface="Calibri"/>
                <a:cs typeface="Calibri"/>
                <a:sym typeface="Calibri"/>
              </a:rPr>
              <a:t>messages</a:t>
            </a:r>
            <a:r>
              <a:rPr lang="en-US" sz="1800">
                <a:solidFill>
                  <a:schemeClr val="dk1"/>
                </a:solidFill>
                <a:latin typeface="Calibri"/>
                <a:ea typeface="Calibri"/>
                <a:cs typeface="Calibri"/>
                <a:sym typeface="Calibri"/>
              </a:rPr>
              <a:t> to implement some application service using </a:t>
            </a:r>
            <a:r>
              <a:rPr i="1" lang="en-US" sz="1800">
                <a:solidFill>
                  <a:schemeClr val="dk1"/>
                </a:solidFill>
                <a:latin typeface="Calibri"/>
                <a:ea typeface="Calibri"/>
                <a:cs typeface="Calibri"/>
                <a:sym typeface="Calibri"/>
              </a:rPr>
              <a:t>services</a:t>
            </a:r>
            <a:r>
              <a:rPr lang="en-US" sz="1800">
                <a:solidFill>
                  <a:schemeClr val="dk1"/>
                </a:solidFill>
                <a:latin typeface="Calibri"/>
                <a:ea typeface="Calibri"/>
                <a:cs typeface="Calibri"/>
                <a:sym typeface="Calibri"/>
              </a:rPr>
              <a:t> of transport layer</a:t>
            </a:r>
            <a:endParaRPr sz="1800">
              <a:solidFill>
                <a:schemeClr val="dk1"/>
              </a:solidFill>
              <a:latin typeface="Calibri"/>
              <a:ea typeface="Calibri"/>
              <a:cs typeface="Calibri"/>
              <a:sym typeface="Calibri"/>
            </a:endParaRPr>
          </a:p>
        </p:txBody>
      </p:sp>
      <p:grpSp>
        <p:nvGrpSpPr>
          <p:cNvPr id="9541" name="Google Shape;9541;p96"/>
          <p:cNvGrpSpPr/>
          <p:nvPr/>
        </p:nvGrpSpPr>
        <p:grpSpPr>
          <a:xfrm>
            <a:off x="3254290" y="1489592"/>
            <a:ext cx="5651292" cy="389744"/>
            <a:chOff x="3270354" y="1798823"/>
            <a:chExt cx="5651292" cy="389744"/>
          </a:xfrm>
        </p:grpSpPr>
        <p:cxnSp>
          <p:nvCxnSpPr>
            <p:cNvPr id="9542" name="Google Shape;9542;p96"/>
            <p:cNvCxnSpPr/>
            <p:nvPr/>
          </p:nvCxnSpPr>
          <p:spPr>
            <a:xfrm>
              <a:off x="3270354" y="1993691"/>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9543" name="Google Shape;9543;p96"/>
            <p:cNvSpPr/>
            <p:nvPr/>
          </p:nvSpPr>
          <p:spPr>
            <a:xfrm>
              <a:off x="5878639" y="1798823"/>
              <a:ext cx="674558"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544" name="Google Shape;9544;p96"/>
            <p:cNvGrpSpPr/>
            <p:nvPr/>
          </p:nvGrpSpPr>
          <p:grpSpPr>
            <a:xfrm>
              <a:off x="5953468" y="1857555"/>
              <a:ext cx="679450" cy="301625"/>
              <a:chOff x="780" y="1553"/>
              <a:chExt cx="428" cy="190"/>
            </a:xfrm>
          </p:grpSpPr>
          <p:sp>
            <p:nvSpPr>
              <p:cNvPr id="9545" name="Google Shape;9545;p96"/>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46" name="Google Shape;9546;p96"/>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grpSp>
      <p:sp>
        <p:nvSpPr>
          <p:cNvPr id="9547" name="Google Shape;9547;p96"/>
          <p:cNvSpPr txBox="1"/>
          <p:nvPr/>
        </p:nvSpPr>
        <p:spPr>
          <a:xfrm>
            <a:off x="6982691" y="-781396"/>
            <a:ext cx="457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41"/>
                                        </p:tgtEl>
                                        <p:attrNameLst>
                                          <p:attrName>style.visibility</p:attrName>
                                        </p:attrNameLst>
                                      </p:cBhvr>
                                      <p:to>
                                        <p:strVal val="visible"/>
                                      </p:to>
                                    </p:set>
                                    <p:animEffect filter="fade" transition="in">
                                      <p:cBhvr>
                                        <p:cTn dur="500"/>
                                        <p:tgtEl>
                                          <p:spTgt spid="9541"/>
                                        </p:tgtEl>
                                      </p:cBhvr>
                                    </p:animEffect>
                                  </p:childTnLst>
                                </p:cTn>
                              </p:par>
                              <p:par>
                                <p:cTn fill="hold" nodeType="withEffect" presetClass="entr" presetID="10" presetSubtype="0">
                                  <p:stCondLst>
                                    <p:cond delay="0"/>
                                  </p:stCondLst>
                                  <p:childTnLst>
                                    <p:set>
                                      <p:cBhvr>
                                        <p:cTn dur="1" fill="hold">
                                          <p:stCondLst>
                                            <p:cond delay="0"/>
                                          </p:stCondLst>
                                        </p:cTn>
                                        <p:tgtEl>
                                          <p:spTgt spid="9540"/>
                                        </p:tgtEl>
                                        <p:attrNameLst>
                                          <p:attrName>style.visibility</p:attrName>
                                        </p:attrNameLst>
                                      </p:cBhvr>
                                      <p:to>
                                        <p:strVal val="visible"/>
                                      </p:to>
                                    </p:set>
                                    <p:animEffect filter="fade" transition="in">
                                      <p:cBhvr>
                                        <p:cTn dur="500"/>
                                        <p:tgtEl>
                                          <p:spTgt spid="95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29"/>
                                        </p:tgtEl>
                                        <p:attrNameLst>
                                          <p:attrName>style.visibility</p:attrName>
                                        </p:attrNameLst>
                                      </p:cBhvr>
                                      <p:to>
                                        <p:strVal val="visible"/>
                                      </p:to>
                                    </p:set>
                                    <p:animEffect filter="fade" transition="in">
                                      <p:cBhvr>
                                        <p:cTn dur="500"/>
                                        <p:tgtEl>
                                          <p:spTgt spid="9529"/>
                                        </p:tgtEl>
                                      </p:cBhvr>
                                    </p:animEffect>
                                  </p:childTnLst>
                                </p:cTn>
                              </p:par>
                              <p:par>
                                <p:cTn fill="hold" nodeType="withEffect" presetClass="exit" presetID="10" presetSubtype="0">
                                  <p:stCondLst>
                                    <p:cond delay="0"/>
                                  </p:stCondLst>
                                  <p:childTnLst>
                                    <p:animEffect filter="fade" transition="out">
                                      <p:cBhvr>
                                        <p:cTn dur="500"/>
                                        <p:tgtEl>
                                          <p:spTgt spid="9540"/>
                                        </p:tgtEl>
                                      </p:cBhvr>
                                    </p:animEffect>
                                    <p:set>
                                      <p:cBhvr>
                                        <p:cTn dur="1" fill="hold">
                                          <p:stCondLst>
                                            <p:cond delay="500"/>
                                          </p:stCondLst>
                                        </p:cTn>
                                        <p:tgtEl>
                                          <p:spTgt spid="954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0"/>
                                        </p:tgtEl>
                                        <p:attrNameLst>
                                          <p:attrName>style.visibility</p:attrName>
                                        </p:attrNameLst>
                                      </p:cBhvr>
                                      <p:to>
                                        <p:strVal val="visible"/>
                                      </p:to>
                                    </p:set>
                                    <p:animEffect filter="fade" transition="in">
                                      <p:cBhvr>
                                        <p:cTn dur="500"/>
                                        <p:tgtEl>
                                          <p:spTgt spid="94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2" name="Shape 9552"/>
        <p:cNvGrpSpPr/>
        <p:nvPr/>
      </p:nvGrpSpPr>
      <p:grpSpPr>
        <a:xfrm>
          <a:off x="0" y="0"/>
          <a:ext cx="0" cy="0"/>
          <a:chOff x="0" y="0"/>
          <a:chExt cx="0" cy="0"/>
        </a:xfrm>
      </p:grpSpPr>
      <p:sp>
        <p:nvSpPr>
          <p:cNvPr id="9553" name="Google Shape;9553;p97"/>
          <p:cNvSpPr/>
          <p:nvPr/>
        </p:nvSpPr>
        <p:spPr>
          <a:xfrm flipH="1" rot="10800000">
            <a:off x="10916607" y="1577038"/>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54" name="Google Shape;9554;p97"/>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Services, Layering and Encapsulation</a:t>
            </a:r>
            <a:endParaRPr sz="4400"/>
          </a:p>
        </p:txBody>
      </p:sp>
      <p:sp>
        <p:nvSpPr>
          <p:cNvPr id="9555" name="Google Shape;9555;p97"/>
          <p:cNvSpPr txBox="1"/>
          <p:nvPr/>
        </p:nvSpPr>
        <p:spPr>
          <a:xfrm>
            <a:off x="449705" y="5724388"/>
            <a:ext cx="1100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b="0" i="1" lang="en-US" sz="2400" u="none" cap="none" strike="noStrike">
                <a:solidFill>
                  <a:srgbClr val="000099"/>
                </a:solidFill>
                <a:latin typeface="Arial"/>
                <a:ea typeface="Arial"/>
                <a:cs typeface="Arial"/>
                <a:sym typeface="Arial"/>
              </a:rPr>
              <a:t>source</a:t>
            </a:r>
            <a:endParaRPr b="0" i="1" sz="2400" u="none" cap="none" strike="noStrike">
              <a:solidFill>
                <a:srgbClr val="000099"/>
              </a:solidFill>
              <a:latin typeface="Arial"/>
              <a:ea typeface="Arial"/>
              <a:cs typeface="Arial"/>
              <a:sym typeface="Arial"/>
            </a:endParaRPr>
          </a:p>
        </p:txBody>
      </p:sp>
      <p:sp>
        <p:nvSpPr>
          <p:cNvPr id="9556" name="Google Shape;9556;p97"/>
          <p:cNvSpPr/>
          <p:nvPr/>
        </p:nvSpPr>
        <p:spPr>
          <a:xfrm rot="10800000">
            <a:off x="975630" y="1559549"/>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557" name="Google Shape;9557;p97"/>
          <p:cNvGrpSpPr/>
          <p:nvPr/>
        </p:nvGrpSpPr>
        <p:grpSpPr>
          <a:xfrm flipH="1">
            <a:off x="635446" y="5073984"/>
            <a:ext cx="803275" cy="771525"/>
            <a:chOff x="-44" y="1473"/>
            <a:chExt cx="981" cy="1105"/>
          </a:xfrm>
        </p:grpSpPr>
        <p:pic>
          <p:nvPicPr>
            <p:cNvPr descr="desktop_computer_stylized_medium" id="9558" name="Google Shape;9558;p9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59" name="Google Shape;9559;p9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9560" name="Google Shape;9560;p97"/>
          <p:cNvCxnSpPr/>
          <p:nvPr/>
        </p:nvCxnSpPr>
        <p:spPr>
          <a:xfrm>
            <a:off x="3211642" y="2610788"/>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9561" name="Google Shape;9561;p97"/>
          <p:cNvSpPr/>
          <p:nvPr/>
        </p:nvSpPr>
        <p:spPr>
          <a:xfrm>
            <a:off x="5584583" y="2368401"/>
            <a:ext cx="971760"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562" name="Google Shape;9562;p97"/>
          <p:cNvGrpSpPr/>
          <p:nvPr/>
        </p:nvGrpSpPr>
        <p:grpSpPr>
          <a:xfrm>
            <a:off x="5690803" y="2434313"/>
            <a:ext cx="908050" cy="301625"/>
            <a:chOff x="1848" y="2046"/>
            <a:chExt cx="572" cy="190"/>
          </a:xfrm>
        </p:grpSpPr>
        <p:grpSp>
          <p:nvGrpSpPr>
            <p:cNvPr id="9563" name="Google Shape;9563;p97"/>
            <p:cNvGrpSpPr/>
            <p:nvPr/>
          </p:nvGrpSpPr>
          <p:grpSpPr>
            <a:xfrm>
              <a:off x="1848" y="2047"/>
              <a:ext cx="187" cy="184"/>
              <a:chOff x="1959" y="2058"/>
              <a:chExt cx="187" cy="184"/>
            </a:xfrm>
          </p:grpSpPr>
          <p:sp>
            <p:nvSpPr>
              <p:cNvPr id="9564" name="Google Shape;9564;p97"/>
              <p:cNvSpPr/>
              <p:nvPr/>
            </p:nvSpPr>
            <p:spPr>
              <a:xfrm>
                <a:off x="1964"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65" name="Google Shape;9565;p97"/>
              <p:cNvSpPr/>
              <p:nvPr/>
            </p:nvSpPr>
            <p:spPr>
              <a:xfrm>
                <a:off x="1959"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grpSp>
        <p:grpSp>
          <p:nvGrpSpPr>
            <p:cNvPr id="9566" name="Google Shape;9566;p97"/>
            <p:cNvGrpSpPr/>
            <p:nvPr/>
          </p:nvGrpSpPr>
          <p:grpSpPr>
            <a:xfrm>
              <a:off x="1992" y="2046"/>
              <a:ext cx="428" cy="190"/>
              <a:chOff x="780" y="1553"/>
              <a:chExt cx="428" cy="190"/>
            </a:xfrm>
          </p:grpSpPr>
          <p:sp>
            <p:nvSpPr>
              <p:cNvPr id="9567" name="Google Shape;9567;p97"/>
              <p:cNvSpPr/>
              <p:nvPr/>
            </p:nvSpPr>
            <p:spPr>
              <a:xfrm>
                <a:off x="817" y="1571"/>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68" name="Google Shape;9568;p97"/>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grpSp>
      <p:sp>
        <p:nvSpPr>
          <p:cNvPr id="9569" name="Google Shape;9569;p97"/>
          <p:cNvSpPr txBox="1"/>
          <p:nvPr/>
        </p:nvSpPr>
        <p:spPr>
          <a:xfrm>
            <a:off x="3371603" y="5096823"/>
            <a:ext cx="5831174" cy="1089529"/>
          </a:xfrm>
          <a:prstGeom prst="rect">
            <a:avLst/>
          </a:prstGeom>
          <a:noFill/>
          <a:ln>
            <a:noFill/>
          </a:ln>
        </p:spPr>
        <p:txBody>
          <a:bodyPr anchorCtr="0" anchor="t" bIns="45700" lIns="91425" spcFirstLastPara="1" rIns="91425" wrap="square" tIns="45700">
            <a:spAutoFit/>
          </a:bodyPr>
          <a:lstStyle/>
          <a:p>
            <a:pPr indent="-295275" lvl="0" marL="295275" marR="0" rtl="0" algn="l">
              <a:lnSpc>
                <a:spcPct val="90000"/>
              </a:lnSpc>
              <a:spcBef>
                <a:spcPts val="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link-layer protocol </a:t>
            </a:r>
            <a:r>
              <a:rPr lang="en-US" sz="2400">
                <a:solidFill>
                  <a:srgbClr val="0000A3"/>
                </a:solidFill>
                <a:latin typeface="Calibri"/>
                <a:ea typeface="Calibri"/>
                <a:cs typeface="Calibri"/>
                <a:sym typeface="Calibri"/>
              </a:rPr>
              <a:t>encapsulates</a:t>
            </a:r>
            <a:r>
              <a:rPr lang="en-US" sz="2400">
                <a:solidFill>
                  <a:schemeClr val="dk1"/>
                </a:solidFill>
                <a:latin typeface="Calibri"/>
                <a:ea typeface="Calibri"/>
                <a:cs typeface="Calibri"/>
                <a:sym typeface="Calibri"/>
              </a:rPr>
              <a:t> network datagram </a:t>
            </a:r>
            <a:r>
              <a:rPr lang="en-US" sz="2000">
                <a:solidFill>
                  <a:schemeClr val="dk1"/>
                </a:solidFill>
                <a:latin typeface="Calibri"/>
                <a:ea typeface="Calibri"/>
                <a:cs typeface="Calibri"/>
                <a:sym typeface="Calibri"/>
              </a:rPr>
              <a:t>[H</a:t>
            </a:r>
            <a:r>
              <a:rPr baseline="-25000" lang="en-US" sz="2000">
                <a:solidFill>
                  <a:schemeClr val="dk1"/>
                </a:solidFill>
                <a:latin typeface="Calibri"/>
                <a:ea typeface="Calibri"/>
                <a:cs typeface="Calibri"/>
                <a:sym typeface="Calibri"/>
              </a:rPr>
              <a:t>n</a:t>
            </a:r>
            <a:r>
              <a:rPr lang="en-US" sz="2000">
                <a:solidFill>
                  <a:schemeClr val="dk1"/>
                </a:solidFill>
                <a:latin typeface="Calibri"/>
                <a:ea typeface="Calibri"/>
                <a:cs typeface="Calibri"/>
                <a:sym typeface="Calibri"/>
              </a:rPr>
              <a:t>| [H</a:t>
            </a:r>
            <a:r>
              <a:rPr baseline="-25000" lang="en-US" sz="2000">
                <a:solidFill>
                  <a:schemeClr val="dk1"/>
                </a:solidFill>
                <a:latin typeface="Calibri"/>
                <a:ea typeface="Calibri"/>
                <a:cs typeface="Calibri"/>
                <a:sym typeface="Calibri"/>
              </a:rPr>
              <a:t>t</a:t>
            </a:r>
            <a:r>
              <a:rPr lang="en-US" sz="2000">
                <a:solidFill>
                  <a:schemeClr val="dk1"/>
                </a:solidFill>
                <a:latin typeface="Calibri"/>
                <a:ea typeface="Calibri"/>
                <a:cs typeface="Calibri"/>
                <a:sym typeface="Calibri"/>
              </a:rPr>
              <a:t> |M], </a:t>
            </a:r>
            <a:r>
              <a:rPr lang="en-US" sz="2400">
                <a:solidFill>
                  <a:schemeClr val="dk1"/>
                </a:solidFill>
                <a:latin typeface="Calibri"/>
                <a:ea typeface="Calibri"/>
                <a:cs typeface="Calibri"/>
                <a:sym typeface="Calibri"/>
              </a:rPr>
              <a:t>with link-layer header H</a:t>
            </a:r>
            <a:r>
              <a:rPr baseline="-25000" lang="en-US" sz="2400">
                <a:solidFill>
                  <a:schemeClr val="dk1"/>
                </a:solidFill>
                <a:latin typeface="Calibri"/>
                <a:ea typeface="Calibri"/>
                <a:cs typeface="Calibri"/>
                <a:sym typeface="Calibri"/>
              </a:rPr>
              <a:t>l </a:t>
            </a:r>
            <a:r>
              <a:rPr lang="en-US" sz="2400">
                <a:solidFill>
                  <a:schemeClr val="dk1"/>
                </a:solidFill>
                <a:latin typeface="Calibri"/>
                <a:ea typeface="Calibri"/>
                <a:cs typeface="Calibri"/>
                <a:sym typeface="Calibri"/>
              </a:rPr>
              <a:t> to create a link-layer </a:t>
            </a:r>
            <a:r>
              <a:rPr lang="en-US" sz="2400">
                <a:solidFill>
                  <a:srgbClr val="C00000"/>
                </a:solidFill>
                <a:latin typeface="Calibri"/>
                <a:ea typeface="Calibri"/>
                <a:cs typeface="Calibri"/>
                <a:sym typeface="Calibri"/>
              </a:rPr>
              <a:t>frame </a:t>
            </a:r>
            <a:endParaRPr sz="2400">
              <a:solidFill>
                <a:srgbClr val="C00000"/>
              </a:solidFill>
              <a:latin typeface="Calibri"/>
              <a:ea typeface="Calibri"/>
              <a:cs typeface="Calibri"/>
              <a:sym typeface="Calibri"/>
            </a:endParaRPr>
          </a:p>
        </p:txBody>
      </p:sp>
      <p:grpSp>
        <p:nvGrpSpPr>
          <p:cNvPr id="9570" name="Google Shape;9570;p97"/>
          <p:cNvGrpSpPr/>
          <p:nvPr/>
        </p:nvGrpSpPr>
        <p:grpSpPr>
          <a:xfrm>
            <a:off x="1334125" y="1421667"/>
            <a:ext cx="1765726" cy="4034752"/>
            <a:chOff x="1484027" y="1706480"/>
            <a:chExt cx="1765726" cy="4034752"/>
          </a:xfrm>
        </p:grpSpPr>
        <p:sp>
          <p:nvSpPr>
            <p:cNvPr id="9571" name="Google Shape;9571;p97"/>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72" name="Google Shape;9572;p97"/>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application</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transport</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network</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link</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physical</a:t>
              </a:r>
              <a:endParaRPr b="0" i="0" sz="1800" u="none" cap="none" strike="noStrike">
                <a:solidFill>
                  <a:srgbClr val="000000"/>
                </a:solidFill>
                <a:latin typeface="Calibri"/>
                <a:ea typeface="Calibri"/>
                <a:cs typeface="Calibri"/>
                <a:sym typeface="Calibri"/>
              </a:endParaRPr>
            </a:p>
          </p:txBody>
        </p:sp>
        <p:cxnSp>
          <p:nvCxnSpPr>
            <p:cNvPr id="9573" name="Google Shape;9573;p97"/>
            <p:cNvCxnSpPr/>
            <p:nvPr/>
          </p:nvCxnSpPr>
          <p:spPr>
            <a:xfrm>
              <a:off x="1534432" y="2675745"/>
              <a:ext cx="1643483" cy="0"/>
            </a:xfrm>
            <a:prstGeom prst="straightConnector1">
              <a:avLst/>
            </a:prstGeom>
            <a:noFill/>
            <a:ln cap="flat" cmpd="sng" w="9525">
              <a:solidFill>
                <a:schemeClr val="dk1"/>
              </a:solidFill>
              <a:prstDash val="solid"/>
              <a:miter lim="800000"/>
              <a:headEnd len="sm" w="sm" type="none"/>
              <a:tailEnd len="sm" w="sm" type="none"/>
            </a:ln>
          </p:spPr>
        </p:cxnSp>
        <p:cxnSp>
          <p:nvCxnSpPr>
            <p:cNvPr id="9574" name="Google Shape;9574;p97"/>
            <p:cNvCxnSpPr/>
            <p:nvPr/>
          </p:nvCxnSpPr>
          <p:spPr>
            <a:xfrm>
              <a:off x="1506952" y="3472722"/>
              <a:ext cx="1655973" cy="0"/>
            </a:xfrm>
            <a:prstGeom prst="straightConnector1">
              <a:avLst/>
            </a:prstGeom>
            <a:noFill/>
            <a:ln cap="flat" cmpd="sng" w="9525">
              <a:solidFill>
                <a:schemeClr val="dk1"/>
              </a:solidFill>
              <a:prstDash val="solid"/>
              <a:miter lim="800000"/>
              <a:headEnd len="sm" w="sm" type="none"/>
              <a:tailEnd len="sm" w="sm" type="none"/>
            </a:ln>
          </p:spPr>
        </p:cxnSp>
        <p:cxnSp>
          <p:nvCxnSpPr>
            <p:cNvPr id="9575" name="Google Shape;9575;p97"/>
            <p:cNvCxnSpPr/>
            <p:nvPr/>
          </p:nvCxnSpPr>
          <p:spPr>
            <a:xfrm>
              <a:off x="1509450" y="4209737"/>
              <a:ext cx="1668465" cy="0"/>
            </a:xfrm>
            <a:prstGeom prst="straightConnector1">
              <a:avLst/>
            </a:prstGeom>
            <a:noFill/>
            <a:ln cap="flat" cmpd="sng" w="9525">
              <a:solidFill>
                <a:schemeClr val="dk1"/>
              </a:solidFill>
              <a:prstDash val="solid"/>
              <a:miter lim="800000"/>
              <a:headEnd len="sm" w="sm" type="none"/>
              <a:tailEnd len="sm" w="sm" type="none"/>
            </a:ln>
          </p:spPr>
        </p:cxnSp>
        <p:cxnSp>
          <p:nvCxnSpPr>
            <p:cNvPr id="9576" name="Google Shape;9576;p97"/>
            <p:cNvCxnSpPr/>
            <p:nvPr/>
          </p:nvCxnSpPr>
          <p:spPr>
            <a:xfrm>
              <a:off x="1511947" y="4991726"/>
              <a:ext cx="1650978" cy="0"/>
            </a:xfrm>
            <a:prstGeom prst="straightConnector1">
              <a:avLst/>
            </a:prstGeom>
            <a:noFill/>
            <a:ln cap="flat" cmpd="sng" w="9525">
              <a:solidFill>
                <a:schemeClr val="dk1"/>
              </a:solidFill>
              <a:prstDash val="solid"/>
              <a:miter lim="800000"/>
              <a:headEnd len="sm" w="sm" type="none"/>
              <a:tailEnd len="sm" w="sm" type="none"/>
            </a:ln>
          </p:spPr>
        </p:cxnSp>
      </p:grpSp>
      <p:grpSp>
        <p:nvGrpSpPr>
          <p:cNvPr id="9577" name="Google Shape;9577;p97"/>
          <p:cNvGrpSpPr/>
          <p:nvPr/>
        </p:nvGrpSpPr>
        <p:grpSpPr>
          <a:xfrm>
            <a:off x="11107713" y="4961744"/>
            <a:ext cx="374754" cy="833726"/>
            <a:chOff x="4140" y="429"/>
            <a:chExt cx="1425" cy="2396"/>
          </a:xfrm>
        </p:grpSpPr>
        <p:sp>
          <p:nvSpPr>
            <p:cNvPr id="9578" name="Google Shape;9578;p9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79" name="Google Shape;9579;p97"/>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80" name="Google Shape;9580;p9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81" name="Google Shape;9581;p9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82" name="Google Shape;9582;p97"/>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583" name="Google Shape;9583;p97"/>
            <p:cNvGrpSpPr/>
            <p:nvPr/>
          </p:nvGrpSpPr>
          <p:grpSpPr>
            <a:xfrm>
              <a:off x="4748" y="666"/>
              <a:ext cx="578" cy="150"/>
              <a:chOff x="613" y="2566"/>
              <a:chExt cx="721" cy="144"/>
            </a:xfrm>
          </p:grpSpPr>
          <p:sp>
            <p:nvSpPr>
              <p:cNvPr id="9584" name="Google Shape;9584;p97"/>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85" name="Google Shape;9585;p97"/>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86" name="Google Shape;9586;p97"/>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587" name="Google Shape;9587;p97"/>
            <p:cNvGrpSpPr/>
            <p:nvPr/>
          </p:nvGrpSpPr>
          <p:grpSpPr>
            <a:xfrm>
              <a:off x="4748" y="990"/>
              <a:ext cx="578" cy="134"/>
              <a:chOff x="615" y="2564"/>
              <a:chExt cx="721" cy="139"/>
            </a:xfrm>
          </p:grpSpPr>
          <p:sp>
            <p:nvSpPr>
              <p:cNvPr id="9588" name="Google Shape;9588;p97"/>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89" name="Google Shape;9589;p97"/>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90" name="Google Shape;9590;p97"/>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91" name="Google Shape;9591;p97"/>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592" name="Google Shape;9592;p97"/>
            <p:cNvGrpSpPr/>
            <p:nvPr/>
          </p:nvGrpSpPr>
          <p:grpSpPr>
            <a:xfrm>
              <a:off x="4738" y="1647"/>
              <a:ext cx="578" cy="135"/>
              <a:chOff x="618" y="2586"/>
              <a:chExt cx="720" cy="124"/>
            </a:xfrm>
          </p:grpSpPr>
          <p:sp>
            <p:nvSpPr>
              <p:cNvPr id="9593" name="Google Shape;9593;p97"/>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94" name="Google Shape;9594;p97"/>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95" name="Google Shape;9595;p9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596" name="Google Shape;9596;p97"/>
            <p:cNvGrpSpPr/>
            <p:nvPr/>
          </p:nvGrpSpPr>
          <p:grpSpPr>
            <a:xfrm>
              <a:off x="4738" y="1330"/>
              <a:ext cx="588" cy="134"/>
              <a:chOff x="613" y="2571"/>
              <a:chExt cx="732" cy="134"/>
            </a:xfrm>
          </p:grpSpPr>
          <p:sp>
            <p:nvSpPr>
              <p:cNvPr id="9597" name="Google Shape;9597;p97"/>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98" name="Google Shape;9598;p97"/>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99" name="Google Shape;9599;p97"/>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00" name="Google Shape;9600;p9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01" name="Google Shape;9601;p9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02" name="Google Shape;9602;p97"/>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03" name="Google Shape;9603;p9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04" name="Google Shape;9604;p97"/>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05" name="Google Shape;9605;p97"/>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06" name="Google Shape;9606;p97"/>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07" name="Google Shape;9607;p97"/>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9608" name="Google Shape;9608;p97"/>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09" name="Google Shape;9609;p97"/>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610" name="Google Shape;9610;p97"/>
          <p:cNvSpPr txBox="1"/>
          <p:nvPr/>
        </p:nvSpPr>
        <p:spPr>
          <a:xfrm>
            <a:off x="10216734" y="5716780"/>
            <a:ext cx="167545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i="1" lang="en-US" sz="2400">
                <a:solidFill>
                  <a:srgbClr val="000099"/>
                </a:solidFill>
                <a:latin typeface="Arial"/>
                <a:ea typeface="Arial"/>
                <a:cs typeface="Arial"/>
                <a:sym typeface="Arial"/>
              </a:rPr>
              <a:t>destination</a:t>
            </a:r>
            <a:endParaRPr b="0" i="1" sz="2400" u="none" cap="none" strike="noStrike">
              <a:solidFill>
                <a:srgbClr val="000099"/>
              </a:solidFill>
              <a:latin typeface="Arial"/>
              <a:ea typeface="Arial"/>
              <a:cs typeface="Arial"/>
              <a:sym typeface="Arial"/>
            </a:endParaRPr>
          </a:p>
        </p:txBody>
      </p:sp>
      <p:grpSp>
        <p:nvGrpSpPr>
          <p:cNvPr id="9611" name="Google Shape;9611;p97"/>
          <p:cNvGrpSpPr/>
          <p:nvPr/>
        </p:nvGrpSpPr>
        <p:grpSpPr>
          <a:xfrm>
            <a:off x="3254290" y="1489592"/>
            <a:ext cx="5651292" cy="389744"/>
            <a:chOff x="3270354" y="1798823"/>
            <a:chExt cx="5651292" cy="389744"/>
          </a:xfrm>
        </p:grpSpPr>
        <p:cxnSp>
          <p:nvCxnSpPr>
            <p:cNvPr id="9612" name="Google Shape;9612;p97"/>
            <p:cNvCxnSpPr/>
            <p:nvPr/>
          </p:nvCxnSpPr>
          <p:spPr>
            <a:xfrm>
              <a:off x="3270354" y="1993691"/>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9613" name="Google Shape;9613;p97"/>
            <p:cNvSpPr/>
            <p:nvPr/>
          </p:nvSpPr>
          <p:spPr>
            <a:xfrm>
              <a:off x="5878639" y="1798823"/>
              <a:ext cx="674558"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614" name="Google Shape;9614;p97"/>
            <p:cNvGrpSpPr/>
            <p:nvPr/>
          </p:nvGrpSpPr>
          <p:grpSpPr>
            <a:xfrm>
              <a:off x="5953468" y="1857555"/>
              <a:ext cx="679450" cy="301625"/>
              <a:chOff x="780" y="1553"/>
              <a:chExt cx="428" cy="190"/>
            </a:xfrm>
          </p:grpSpPr>
          <p:sp>
            <p:nvSpPr>
              <p:cNvPr id="9615" name="Google Shape;9615;p97"/>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16" name="Google Shape;9616;p97"/>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grpSp>
      <p:grpSp>
        <p:nvGrpSpPr>
          <p:cNvPr id="9617" name="Google Shape;9617;p97"/>
          <p:cNvGrpSpPr/>
          <p:nvPr/>
        </p:nvGrpSpPr>
        <p:grpSpPr>
          <a:xfrm>
            <a:off x="9221450" y="1413548"/>
            <a:ext cx="1765726" cy="4034752"/>
            <a:chOff x="1484027" y="1706480"/>
            <a:chExt cx="1765726" cy="4034752"/>
          </a:xfrm>
        </p:grpSpPr>
        <p:sp>
          <p:nvSpPr>
            <p:cNvPr id="9618" name="Google Shape;9618;p97"/>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19" name="Google Shape;9619;p97"/>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application</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transport</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network</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link</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physical</a:t>
              </a:r>
              <a:endParaRPr b="0" i="0" sz="1800" u="none" cap="none" strike="noStrike">
                <a:solidFill>
                  <a:srgbClr val="000000"/>
                </a:solidFill>
                <a:latin typeface="Calibri"/>
                <a:ea typeface="Calibri"/>
                <a:cs typeface="Calibri"/>
                <a:sym typeface="Calibri"/>
              </a:endParaRPr>
            </a:p>
          </p:txBody>
        </p:sp>
        <p:cxnSp>
          <p:nvCxnSpPr>
            <p:cNvPr id="9620" name="Google Shape;9620;p97"/>
            <p:cNvCxnSpPr/>
            <p:nvPr/>
          </p:nvCxnSpPr>
          <p:spPr>
            <a:xfrm>
              <a:off x="1534432" y="2675745"/>
              <a:ext cx="1643483" cy="0"/>
            </a:xfrm>
            <a:prstGeom prst="straightConnector1">
              <a:avLst/>
            </a:prstGeom>
            <a:noFill/>
            <a:ln cap="flat" cmpd="sng" w="9525">
              <a:solidFill>
                <a:schemeClr val="dk1"/>
              </a:solidFill>
              <a:prstDash val="solid"/>
              <a:miter lim="800000"/>
              <a:headEnd len="sm" w="sm" type="none"/>
              <a:tailEnd len="sm" w="sm" type="none"/>
            </a:ln>
          </p:spPr>
        </p:cxnSp>
        <p:cxnSp>
          <p:nvCxnSpPr>
            <p:cNvPr id="9621" name="Google Shape;9621;p97"/>
            <p:cNvCxnSpPr/>
            <p:nvPr/>
          </p:nvCxnSpPr>
          <p:spPr>
            <a:xfrm>
              <a:off x="1506952" y="3472722"/>
              <a:ext cx="1655973" cy="0"/>
            </a:xfrm>
            <a:prstGeom prst="straightConnector1">
              <a:avLst/>
            </a:prstGeom>
            <a:noFill/>
            <a:ln cap="flat" cmpd="sng" w="9525">
              <a:solidFill>
                <a:schemeClr val="dk1"/>
              </a:solidFill>
              <a:prstDash val="solid"/>
              <a:miter lim="800000"/>
              <a:headEnd len="sm" w="sm" type="none"/>
              <a:tailEnd len="sm" w="sm" type="none"/>
            </a:ln>
          </p:spPr>
        </p:cxnSp>
        <p:cxnSp>
          <p:nvCxnSpPr>
            <p:cNvPr id="9622" name="Google Shape;9622;p97"/>
            <p:cNvCxnSpPr/>
            <p:nvPr/>
          </p:nvCxnSpPr>
          <p:spPr>
            <a:xfrm>
              <a:off x="1509450" y="4209737"/>
              <a:ext cx="1668465" cy="0"/>
            </a:xfrm>
            <a:prstGeom prst="straightConnector1">
              <a:avLst/>
            </a:prstGeom>
            <a:noFill/>
            <a:ln cap="flat" cmpd="sng" w="9525">
              <a:solidFill>
                <a:schemeClr val="dk1"/>
              </a:solidFill>
              <a:prstDash val="solid"/>
              <a:miter lim="800000"/>
              <a:headEnd len="sm" w="sm" type="none"/>
              <a:tailEnd len="sm" w="sm" type="none"/>
            </a:ln>
          </p:spPr>
        </p:cxnSp>
        <p:cxnSp>
          <p:nvCxnSpPr>
            <p:cNvPr id="9623" name="Google Shape;9623;p97"/>
            <p:cNvCxnSpPr/>
            <p:nvPr/>
          </p:nvCxnSpPr>
          <p:spPr>
            <a:xfrm>
              <a:off x="1511947" y="4991726"/>
              <a:ext cx="1650978" cy="0"/>
            </a:xfrm>
            <a:prstGeom prst="straightConnector1">
              <a:avLst/>
            </a:prstGeom>
            <a:noFill/>
            <a:ln cap="flat" cmpd="sng" w="9525">
              <a:solidFill>
                <a:schemeClr val="dk1"/>
              </a:solidFill>
              <a:prstDash val="solid"/>
              <a:miter lim="800000"/>
              <a:headEnd len="sm" w="sm" type="none"/>
              <a:tailEnd len="sm" w="sm" type="none"/>
            </a:ln>
          </p:spPr>
        </p:cxnSp>
      </p:grpSp>
      <p:cxnSp>
        <p:nvCxnSpPr>
          <p:cNvPr id="9624" name="Google Shape;9624;p97"/>
          <p:cNvCxnSpPr/>
          <p:nvPr/>
        </p:nvCxnSpPr>
        <p:spPr>
          <a:xfrm>
            <a:off x="3211642" y="3542677"/>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9625" name="Google Shape;9625;p97"/>
          <p:cNvSpPr/>
          <p:nvPr/>
        </p:nvSpPr>
        <p:spPr>
          <a:xfrm>
            <a:off x="5356172" y="3319499"/>
            <a:ext cx="1210365"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626" name="Google Shape;9626;p97"/>
          <p:cNvGrpSpPr/>
          <p:nvPr/>
        </p:nvGrpSpPr>
        <p:grpSpPr>
          <a:xfrm>
            <a:off x="5418625" y="3360607"/>
            <a:ext cx="1058375" cy="307296"/>
            <a:chOff x="5509436" y="3287899"/>
            <a:chExt cx="1058375" cy="307296"/>
          </a:xfrm>
        </p:grpSpPr>
        <p:grpSp>
          <p:nvGrpSpPr>
            <p:cNvPr id="9627" name="Google Shape;9627;p97"/>
            <p:cNvGrpSpPr/>
            <p:nvPr/>
          </p:nvGrpSpPr>
          <p:grpSpPr>
            <a:xfrm>
              <a:off x="5510535" y="3293570"/>
              <a:ext cx="1057276" cy="301625"/>
              <a:chOff x="469" y="1531"/>
              <a:chExt cx="666" cy="190"/>
            </a:xfrm>
          </p:grpSpPr>
          <p:sp>
            <p:nvSpPr>
              <p:cNvPr id="9628" name="Google Shape;9628;p97"/>
              <p:cNvSpPr/>
              <p:nvPr/>
            </p:nvSpPr>
            <p:spPr>
              <a:xfrm>
                <a:off x="469" y="1549"/>
                <a:ext cx="666"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29" name="Google Shape;9629;p97"/>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sp>
          <p:nvSpPr>
            <p:cNvPr id="9630" name="Google Shape;9630;p97"/>
            <p:cNvSpPr/>
            <p:nvPr/>
          </p:nvSpPr>
          <p:spPr>
            <a:xfrm>
              <a:off x="5771740" y="3305237"/>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631" name="Google Shape;9631;p97"/>
            <p:cNvSpPr/>
            <p:nvPr/>
          </p:nvSpPr>
          <p:spPr>
            <a:xfrm>
              <a:off x="5509436" y="3287899"/>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cxnSp>
          <p:nvCxnSpPr>
            <p:cNvPr id="9632" name="Google Shape;9632;p97"/>
            <p:cNvCxnSpPr/>
            <p:nvPr/>
          </p:nvCxnSpPr>
          <p:spPr>
            <a:xfrm>
              <a:off x="6076877" y="3322145"/>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9633" name="Google Shape;9633;p97"/>
            <p:cNvCxnSpPr/>
            <p:nvPr/>
          </p:nvCxnSpPr>
          <p:spPr>
            <a:xfrm>
              <a:off x="5796378" y="3320433"/>
              <a:ext cx="0" cy="257175"/>
            </a:xfrm>
            <a:prstGeom prst="straightConnector1">
              <a:avLst/>
            </a:prstGeom>
            <a:noFill/>
            <a:ln cap="flat" cmpd="sng" w="9525">
              <a:solidFill>
                <a:schemeClr val="dk1"/>
              </a:solidFill>
              <a:prstDash val="solid"/>
              <a:miter lim="800000"/>
              <a:headEnd len="sm" w="sm" type="none"/>
              <a:tailEnd len="sm" w="sm" type="none"/>
            </a:ln>
          </p:spPr>
        </p:cxnSp>
      </p:grpSp>
      <p:sp>
        <p:nvSpPr>
          <p:cNvPr id="9634" name="Google Shape;9634;p97"/>
          <p:cNvSpPr txBox="1"/>
          <p:nvPr/>
        </p:nvSpPr>
        <p:spPr>
          <a:xfrm>
            <a:off x="3374573" y="4483522"/>
            <a:ext cx="5620868" cy="561975"/>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rgbClr val="C00000"/>
                </a:solidFill>
                <a:latin typeface="Calibri"/>
                <a:ea typeface="Calibri"/>
                <a:cs typeface="Calibri"/>
                <a:sym typeface="Calibri"/>
              </a:rPr>
              <a:t>Link-layer </a:t>
            </a:r>
            <a:r>
              <a:rPr lang="en-US" sz="1800">
                <a:solidFill>
                  <a:schemeClr val="dk1"/>
                </a:solidFill>
                <a:latin typeface="Calibri"/>
                <a:ea typeface="Calibri"/>
                <a:cs typeface="Calibri"/>
                <a:sym typeface="Calibri"/>
              </a:rPr>
              <a:t>protocol transfers datagram [H</a:t>
            </a:r>
            <a:r>
              <a:rPr baseline="-25000" lang="en-US" sz="1800">
                <a:solidFill>
                  <a:schemeClr val="dk1"/>
                </a:solidFill>
                <a:latin typeface="Calibri"/>
                <a:ea typeface="Calibri"/>
                <a:cs typeface="Calibri"/>
                <a:sym typeface="Calibri"/>
              </a:rPr>
              <a:t>n</a:t>
            </a:r>
            <a:r>
              <a:rPr lang="en-US" sz="1800">
                <a:solidFill>
                  <a:schemeClr val="dk1"/>
                </a:solidFill>
                <a:latin typeface="Calibri"/>
                <a:ea typeface="Calibri"/>
                <a:cs typeface="Calibri"/>
                <a:sym typeface="Calibri"/>
              </a:rPr>
              <a:t>| [H</a:t>
            </a:r>
            <a:r>
              <a:rPr baseline="-25000" lang="en-US" sz="1800">
                <a:solidFill>
                  <a:schemeClr val="dk1"/>
                </a:solidFill>
                <a:latin typeface="Calibri"/>
                <a:ea typeface="Calibri"/>
                <a:cs typeface="Calibri"/>
                <a:sym typeface="Calibri"/>
              </a:rPr>
              <a:t>t</a:t>
            </a:r>
            <a:r>
              <a:rPr lang="en-US" sz="1800">
                <a:solidFill>
                  <a:schemeClr val="dk1"/>
                </a:solidFill>
                <a:latin typeface="Calibri"/>
                <a:ea typeface="Calibri"/>
                <a:cs typeface="Calibri"/>
                <a:sym typeface="Calibri"/>
              </a:rPr>
              <a:t> |M] from </a:t>
            </a:r>
            <a:r>
              <a:rPr i="1" lang="en-US" sz="1800">
                <a:solidFill>
                  <a:schemeClr val="dk1"/>
                </a:solidFill>
                <a:latin typeface="Calibri"/>
                <a:ea typeface="Calibri"/>
                <a:cs typeface="Calibri"/>
                <a:sym typeface="Calibri"/>
              </a:rPr>
              <a:t>host </a:t>
            </a:r>
            <a:r>
              <a:rPr lang="en-US" sz="1800">
                <a:solidFill>
                  <a:schemeClr val="dk1"/>
                </a:solidFill>
                <a:latin typeface="Calibri"/>
                <a:ea typeface="Calibri"/>
                <a:cs typeface="Calibri"/>
                <a:sym typeface="Calibri"/>
              </a:rPr>
              <a:t>to neighboring host, using physical-layer services</a:t>
            </a:r>
            <a:endParaRPr sz="1800">
              <a:solidFill>
                <a:schemeClr val="dk1"/>
              </a:solidFill>
              <a:latin typeface="Calibri"/>
              <a:ea typeface="Calibri"/>
              <a:cs typeface="Calibri"/>
              <a:sym typeface="Calibri"/>
            </a:endParaRPr>
          </a:p>
        </p:txBody>
      </p:sp>
      <p:grpSp>
        <p:nvGrpSpPr>
          <p:cNvPr id="9635" name="Google Shape;9635;p97"/>
          <p:cNvGrpSpPr/>
          <p:nvPr/>
        </p:nvGrpSpPr>
        <p:grpSpPr>
          <a:xfrm>
            <a:off x="3226725" y="4169060"/>
            <a:ext cx="5651292" cy="374226"/>
            <a:chOff x="3226725" y="4169060"/>
            <a:chExt cx="5651292" cy="374226"/>
          </a:xfrm>
        </p:grpSpPr>
        <p:cxnSp>
          <p:nvCxnSpPr>
            <p:cNvPr id="9636" name="Google Shape;9636;p97"/>
            <p:cNvCxnSpPr/>
            <p:nvPr/>
          </p:nvCxnSpPr>
          <p:spPr>
            <a:xfrm>
              <a:off x="3226725" y="4376720"/>
              <a:ext cx="5651292" cy="0"/>
            </a:xfrm>
            <a:prstGeom prst="straightConnector1">
              <a:avLst/>
            </a:prstGeom>
            <a:noFill/>
            <a:ln cap="flat" cmpd="sng" w="19050">
              <a:solidFill>
                <a:schemeClr val="dk1"/>
              </a:solidFill>
              <a:prstDash val="solid"/>
              <a:miter lim="800000"/>
              <a:headEnd len="med" w="med" type="triangle"/>
              <a:tailEnd len="med" w="med" type="triangle"/>
            </a:ln>
          </p:spPr>
        </p:cxnSp>
        <p:grpSp>
          <p:nvGrpSpPr>
            <p:cNvPr id="9637" name="Google Shape;9637;p97"/>
            <p:cNvGrpSpPr/>
            <p:nvPr/>
          </p:nvGrpSpPr>
          <p:grpSpPr>
            <a:xfrm>
              <a:off x="5062983" y="4169060"/>
              <a:ext cx="1518637" cy="374226"/>
              <a:chOff x="5062983" y="4252185"/>
              <a:chExt cx="1518637" cy="374226"/>
            </a:xfrm>
          </p:grpSpPr>
          <p:sp>
            <p:nvSpPr>
              <p:cNvPr id="9638" name="Google Shape;9638;p97"/>
              <p:cNvSpPr/>
              <p:nvPr/>
            </p:nvSpPr>
            <p:spPr>
              <a:xfrm>
                <a:off x="5062983" y="4252185"/>
                <a:ext cx="1518637" cy="37422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639" name="Google Shape;9639;p97"/>
              <p:cNvGrpSpPr/>
              <p:nvPr/>
            </p:nvGrpSpPr>
            <p:grpSpPr>
              <a:xfrm>
                <a:off x="5144294" y="4283446"/>
                <a:ext cx="1347789" cy="301625"/>
                <a:chOff x="286" y="1531"/>
                <a:chExt cx="849" cy="190"/>
              </a:xfrm>
            </p:grpSpPr>
            <p:sp>
              <p:nvSpPr>
                <p:cNvPr id="9640" name="Google Shape;9640;p97"/>
                <p:cNvSpPr/>
                <p:nvPr/>
              </p:nvSpPr>
              <p:spPr>
                <a:xfrm>
                  <a:off x="286" y="1549"/>
                  <a:ext cx="849"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41" name="Google Shape;9641;p97"/>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sp>
            <p:nvSpPr>
              <p:cNvPr id="9642" name="Google Shape;9642;p97"/>
              <p:cNvSpPr/>
              <p:nvPr/>
            </p:nvSpPr>
            <p:spPr>
              <a:xfrm>
                <a:off x="5696012" y="4295113"/>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643" name="Google Shape;9643;p97"/>
              <p:cNvSpPr/>
              <p:nvPr/>
            </p:nvSpPr>
            <p:spPr>
              <a:xfrm>
                <a:off x="5433708" y="4277775"/>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cxnSp>
            <p:nvCxnSpPr>
              <p:cNvPr id="9644" name="Google Shape;9644;p97"/>
              <p:cNvCxnSpPr/>
              <p:nvPr/>
            </p:nvCxnSpPr>
            <p:spPr>
              <a:xfrm>
                <a:off x="6001149" y="4312021"/>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9645" name="Google Shape;9645;p97"/>
              <p:cNvCxnSpPr/>
              <p:nvPr/>
            </p:nvCxnSpPr>
            <p:spPr>
              <a:xfrm>
                <a:off x="5720650" y="4310309"/>
                <a:ext cx="0" cy="257175"/>
              </a:xfrm>
              <a:prstGeom prst="straightConnector1">
                <a:avLst/>
              </a:prstGeom>
              <a:noFill/>
              <a:ln cap="flat" cmpd="sng" w="9525">
                <a:solidFill>
                  <a:schemeClr val="dk1"/>
                </a:solidFill>
                <a:prstDash val="solid"/>
                <a:miter lim="800000"/>
                <a:headEnd len="sm" w="sm" type="none"/>
                <a:tailEnd len="sm" w="sm" type="none"/>
              </a:ln>
            </p:spPr>
          </p:cxnSp>
          <p:sp>
            <p:nvSpPr>
              <p:cNvPr id="9646" name="Google Shape;9646;p97"/>
              <p:cNvSpPr/>
              <p:nvPr/>
            </p:nvSpPr>
            <p:spPr>
              <a:xfrm>
                <a:off x="5149178" y="4281528"/>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b="0" baseline="-25000" i="0" sz="1800" u="none" cap="none" strike="noStrike">
                  <a:solidFill>
                    <a:srgbClr val="000000"/>
                  </a:solidFill>
                  <a:latin typeface="Arial"/>
                  <a:ea typeface="Arial"/>
                  <a:cs typeface="Arial"/>
                  <a:sym typeface="Arial"/>
                </a:endParaRPr>
              </a:p>
            </p:txBody>
          </p:sp>
          <p:cxnSp>
            <p:nvCxnSpPr>
              <p:cNvPr id="9647" name="Google Shape;9647;p97"/>
              <p:cNvCxnSpPr/>
              <p:nvPr/>
            </p:nvCxnSpPr>
            <p:spPr>
              <a:xfrm>
                <a:off x="5418102" y="4309558"/>
                <a:ext cx="0" cy="257175"/>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9648" name="Google Shape;9648;p97"/>
          <p:cNvCxnSpPr/>
          <p:nvPr/>
        </p:nvCxnSpPr>
        <p:spPr>
          <a:xfrm>
            <a:off x="3594027" y="-1079199"/>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9649" name="Google Shape;9649;p97"/>
          <p:cNvSpPr/>
          <p:nvPr/>
        </p:nvSpPr>
        <p:spPr>
          <a:xfrm>
            <a:off x="5738557" y="-1302377"/>
            <a:ext cx="1210365"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650" name="Google Shape;9650;p97"/>
          <p:cNvGrpSpPr/>
          <p:nvPr/>
        </p:nvGrpSpPr>
        <p:grpSpPr>
          <a:xfrm>
            <a:off x="5801010" y="-1261269"/>
            <a:ext cx="1058375" cy="307296"/>
            <a:chOff x="5509436" y="3287899"/>
            <a:chExt cx="1058375" cy="307296"/>
          </a:xfrm>
        </p:grpSpPr>
        <p:grpSp>
          <p:nvGrpSpPr>
            <p:cNvPr id="9651" name="Google Shape;9651;p97"/>
            <p:cNvGrpSpPr/>
            <p:nvPr/>
          </p:nvGrpSpPr>
          <p:grpSpPr>
            <a:xfrm>
              <a:off x="5510535" y="3293570"/>
              <a:ext cx="1057276" cy="301625"/>
              <a:chOff x="469" y="1531"/>
              <a:chExt cx="666" cy="190"/>
            </a:xfrm>
          </p:grpSpPr>
          <p:sp>
            <p:nvSpPr>
              <p:cNvPr id="9652" name="Google Shape;9652;p97"/>
              <p:cNvSpPr/>
              <p:nvPr/>
            </p:nvSpPr>
            <p:spPr>
              <a:xfrm>
                <a:off x="469" y="1549"/>
                <a:ext cx="666"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53" name="Google Shape;9653;p97"/>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sp>
          <p:nvSpPr>
            <p:cNvPr id="9654" name="Google Shape;9654;p97"/>
            <p:cNvSpPr/>
            <p:nvPr/>
          </p:nvSpPr>
          <p:spPr>
            <a:xfrm>
              <a:off x="5771740" y="3305237"/>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655" name="Google Shape;9655;p97"/>
            <p:cNvSpPr/>
            <p:nvPr/>
          </p:nvSpPr>
          <p:spPr>
            <a:xfrm>
              <a:off x="5509436" y="3287899"/>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cxnSp>
          <p:nvCxnSpPr>
            <p:cNvPr id="9656" name="Google Shape;9656;p97"/>
            <p:cNvCxnSpPr/>
            <p:nvPr/>
          </p:nvCxnSpPr>
          <p:spPr>
            <a:xfrm>
              <a:off x="6076877" y="3322145"/>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9657" name="Google Shape;9657;p97"/>
            <p:cNvCxnSpPr/>
            <p:nvPr/>
          </p:nvCxnSpPr>
          <p:spPr>
            <a:xfrm>
              <a:off x="5796378" y="3320433"/>
              <a:ext cx="0" cy="257175"/>
            </a:xfrm>
            <a:prstGeom prst="straightConnector1">
              <a:avLst/>
            </a:prstGeom>
            <a:noFill/>
            <a:ln cap="flat" cmpd="sng" w="9525">
              <a:solidFill>
                <a:schemeClr val="dk1"/>
              </a:solidFill>
              <a:prstDash val="solid"/>
              <a:miter lim="800000"/>
              <a:headEnd len="sm" w="sm" type="none"/>
              <a:tailEnd len="sm" w="sm" type="none"/>
            </a:ln>
          </p:spPr>
        </p:cxnSp>
      </p:grpSp>
      <p:sp>
        <p:nvSpPr>
          <p:cNvPr id="9658" name="Google Shape;9658;p97"/>
          <p:cNvSpPr txBox="1"/>
          <p:nvPr/>
        </p:nvSpPr>
        <p:spPr>
          <a:xfrm>
            <a:off x="3359490" y="3649479"/>
            <a:ext cx="5734634"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rgbClr val="C00000"/>
                </a:solidFill>
                <a:latin typeface="Calibri"/>
                <a:ea typeface="Calibri"/>
                <a:cs typeface="Calibri"/>
                <a:sym typeface="Calibri"/>
              </a:rPr>
              <a:t>Network-layer </a:t>
            </a:r>
            <a:r>
              <a:rPr lang="en-US" sz="1800">
                <a:solidFill>
                  <a:schemeClr val="dk1"/>
                </a:solidFill>
                <a:latin typeface="Calibri"/>
                <a:ea typeface="Calibri"/>
                <a:cs typeface="Calibri"/>
                <a:sym typeface="Calibri"/>
              </a:rPr>
              <a:t>protocol transfers transport-layer segment [H</a:t>
            </a:r>
            <a:r>
              <a:rPr baseline="-25000" lang="en-US" sz="1800">
                <a:solidFill>
                  <a:schemeClr val="dk1"/>
                </a:solidFill>
                <a:latin typeface="Calibri"/>
                <a:ea typeface="Calibri"/>
                <a:cs typeface="Calibri"/>
                <a:sym typeface="Calibri"/>
              </a:rPr>
              <a:t>t</a:t>
            </a:r>
            <a:r>
              <a:rPr lang="en-US" sz="1800">
                <a:solidFill>
                  <a:schemeClr val="dk1"/>
                </a:solidFill>
                <a:latin typeface="Calibri"/>
                <a:ea typeface="Calibri"/>
                <a:cs typeface="Calibri"/>
                <a:sym typeface="Calibri"/>
              </a:rPr>
              <a:t> | M] from one </a:t>
            </a:r>
            <a:r>
              <a:rPr i="1" lang="en-US" sz="1800">
                <a:solidFill>
                  <a:schemeClr val="dk1"/>
                </a:solidFill>
                <a:latin typeface="Calibri"/>
                <a:ea typeface="Calibri"/>
                <a:cs typeface="Calibri"/>
                <a:sym typeface="Calibri"/>
              </a:rPr>
              <a:t>host</a:t>
            </a:r>
            <a:r>
              <a:rPr lang="en-US" sz="1800">
                <a:solidFill>
                  <a:schemeClr val="dk1"/>
                </a:solidFill>
                <a:latin typeface="Calibri"/>
                <a:ea typeface="Calibri"/>
                <a:cs typeface="Calibri"/>
                <a:sym typeface="Calibri"/>
              </a:rPr>
              <a:t> to another, using link layer services</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9658"/>
                                        </p:tgtEl>
                                      </p:cBhvr>
                                    </p:animEffect>
                                    <p:set>
                                      <p:cBhvr>
                                        <p:cTn dur="1" fill="hold">
                                          <p:stCondLst>
                                            <p:cond delay="500"/>
                                          </p:stCondLst>
                                        </p:cTn>
                                        <p:tgtEl>
                                          <p:spTgt spid="9658"/>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635"/>
                                        </p:tgtEl>
                                        <p:attrNameLst>
                                          <p:attrName>style.visibility</p:attrName>
                                        </p:attrNameLst>
                                      </p:cBhvr>
                                      <p:to>
                                        <p:strVal val="visible"/>
                                      </p:to>
                                    </p:set>
                                    <p:animEffect filter="fade" transition="in">
                                      <p:cBhvr>
                                        <p:cTn dur="500"/>
                                        <p:tgtEl>
                                          <p:spTgt spid="9635"/>
                                        </p:tgtEl>
                                      </p:cBhvr>
                                    </p:animEffect>
                                  </p:childTnLst>
                                </p:cTn>
                              </p:par>
                              <p:par>
                                <p:cTn fill="hold" nodeType="withEffect" presetClass="entr" presetID="10" presetSubtype="0">
                                  <p:stCondLst>
                                    <p:cond delay="0"/>
                                  </p:stCondLst>
                                  <p:childTnLst>
                                    <p:set>
                                      <p:cBhvr>
                                        <p:cTn dur="1" fill="hold">
                                          <p:stCondLst>
                                            <p:cond delay="0"/>
                                          </p:stCondLst>
                                        </p:cTn>
                                        <p:tgtEl>
                                          <p:spTgt spid="9634"/>
                                        </p:tgtEl>
                                        <p:attrNameLst>
                                          <p:attrName>style.visibility</p:attrName>
                                        </p:attrNameLst>
                                      </p:cBhvr>
                                      <p:to>
                                        <p:strVal val="visible"/>
                                      </p:to>
                                    </p:set>
                                    <p:animEffect filter="fade" transition="in">
                                      <p:cBhvr>
                                        <p:cTn dur="500"/>
                                        <p:tgtEl>
                                          <p:spTgt spid="96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9"/>
                                        </p:tgtEl>
                                        <p:attrNameLst>
                                          <p:attrName>style.visibility</p:attrName>
                                        </p:attrNameLst>
                                      </p:cBhvr>
                                      <p:to>
                                        <p:strVal val="visible"/>
                                      </p:to>
                                    </p:set>
                                    <p:animEffect filter="fade" transition="in">
                                      <p:cBhvr>
                                        <p:cTn dur="500"/>
                                        <p:tgtEl>
                                          <p:spTgt spid="95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3" name="Shape 9663"/>
        <p:cNvGrpSpPr/>
        <p:nvPr/>
      </p:nvGrpSpPr>
      <p:grpSpPr>
        <a:xfrm>
          <a:off x="0" y="0"/>
          <a:ext cx="0" cy="0"/>
          <a:chOff x="0" y="0"/>
          <a:chExt cx="0" cy="0"/>
        </a:xfrm>
      </p:grpSpPr>
      <p:sp>
        <p:nvSpPr>
          <p:cNvPr id="9664" name="Google Shape;9664;p9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Encapsulation</a:t>
            </a:r>
            <a:endParaRPr/>
          </a:p>
        </p:txBody>
      </p:sp>
      <p:pic>
        <p:nvPicPr>
          <p:cNvPr descr="Stacking Dolls designs, themes, templates and downloadable graphic elements  on Dribbble" id="9665" name="Google Shape;9665;p98"/>
          <p:cNvPicPr preferRelativeResize="0"/>
          <p:nvPr/>
        </p:nvPicPr>
        <p:blipFill rotWithShape="1">
          <a:blip r:embed="rId3">
            <a:alphaModFix/>
          </a:blip>
          <a:srcRect b="0" l="0" r="0" t="0"/>
          <a:stretch/>
        </p:blipFill>
        <p:spPr>
          <a:xfrm>
            <a:off x="844186" y="2071687"/>
            <a:ext cx="5214120" cy="3910591"/>
          </a:xfrm>
          <a:prstGeom prst="rect">
            <a:avLst/>
          </a:prstGeom>
          <a:noFill/>
          <a:ln>
            <a:noFill/>
          </a:ln>
        </p:spPr>
      </p:pic>
      <p:sp>
        <p:nvSpPr>
          <p:cNvPr id="9666" name="Google Shape;9666;p98"/>
          <p:cNvSpPr txBox="1"/>
          <p:nvPr/>
        </p:nvSpPr>
        <p:spPr>
          <a:xfrm>
            <a:off x="6245138" y="5073301"/>
            <a:ext cx="9970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message</a:t>
            </a:r>
            <a:endParaRPr b="1" sz="1800">
              <a:solidFill>
                <a:schemeClr val="dk1"/>
              </a:solidFill>
              <a:latin typeface="Calibri"/>
              <a:ea typeface="Calibri"/>
              <a:cs typeface="Calibri"/>
              <a:sym typeface="Calibri"/>
            </a:endParaRPr>
          </a:p>
        </p:txBody>
      </p:sp>
      <p:sp>
        <p:nvSpPr>
          <p:cNvPr id="9667" name="Google Shape;9667;p98"/>
          <p:cNvSpPr txBox="1"/>
          <p:nvPr/>
        </p:nvSpPr>
        <p:spPr>
          <a:xfrm>
            <a:off x="7392802" y="5073301"/>
            <a:ext cx="9952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segment</a:t>
            </a:r>
            <a:endParaRPr b="1" sz="1800">
              <a:solidFill>
                <a:schemeClr val="dk1"/>
              </a:solidFill>
              <a:latin typeface="Calibri"/>
              <a:ea typeface="Calibri"/>
              <a:cs typeface="Calibri"/>
              <a:sym typeface="Calibri"/>
            </a:endParaRPr>
          </a:p>
        </p:txBody>
      </p:sp>
      <p:sp>
        <p:nvSpPr>
          <p:cNvPr id="9668" name="Google Shape;9668;p98"/>
          <p:cNvSpPr txBox="1"/>
          <p:nvPr/>
        </p:nvSpPr>
        <p:spPr>
          <a:xfrm>
            <a:off x="8738816" y="5059744"/>
            <a:ext cx="10985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datagram</a:t>
            </a:r>
            <a:endParaRPr b="1" sz="1800">
              <a:solidFill>
                <a:schemeClr val="dk1"/>
              </a:solidFill>
              <a:latin typeface="Calibri"/>
              <a:ea typeface="Calibri"/>
              <a:cs typeface="Calibri"/>
              <a:sym typeface="Calibri"/>
            </a:endParaRPr>
          </a:p>
        </p:txBody>
      </p:sp>
      <p:sp>
        <p:nvSpPr>
          <p:cNvPr id="9669" name="Google Shape;9669;p98"/>
          <p:cNvSpPr txBox="1"/>
          <p:nvPr/>
        </p:nvSpPr>
        <p:spPr>
          <a:xfrm>
            <a:off x="10488109" y="5065260"/>
            <a:ext cx="7518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frame</a:t>
            </a:r>
            <a:endParaRPr b="1" sz="1800">
              <a:solidFill>
                <a:schemeClr val="dk1"/>
              </a:solidFill>
              <a:latin typeface="Calibri"/>
              <a:ea typeface="Calibri"/>
              <a:cs typeface="Calibri"/>
              <a:sym typeface="Calibri"/>
            </a:endParaRPr>
          </a:p>
        </p:txBody>
      </p:sp>
      <p:sp>
        <p:nvSpPr>
          <p:cNvPr id="9670" name="Google Shape;9670;p98"/>
          <p:cNvSpPr/>
          <p:nvPr/>
        </p:nvSpPr>
        <p:spPr>
          <a:xfrm>
            <a:off x="838200" y="1285429"/>
            <a:ext cx="562481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1" lang="en-US" sz="3200" u="none" cap="none" strike="noStrike">
                <a:solidFill>
                  <a:srgbClr val="C00000"/>
                </a:solidFill>
                <a:latin typeface="Calibri"/>
                <a:ea typeface="Calibri"/>
                <a:cs typeface="Calibri"/>
                <a:sym typeface="Calibri"/>
              </a:rPr>
              <a:t>Matryoshka dolls (stacking dolls)</a:t>
            </a:r>
            <a:endParaRPr b="0" i="0" sz="3200" u="sng" cap="none" strike="noStrike">
              <a:solidFill>
                <a:srgbClr val="C00000"/>
              </a:solidFill>
              <a:latin typeface="Calibri"/>
              <a:ea typeface="Calibri"/>
              <a:cs typeface="Calibri"/>
              <a:sym typeface="Calibri"/>
            </a:endParaRPr>
          </a:p>
        </p:txBody>
      </p:sp>
      <p:pic>
        <p:nvPicPr>
          <p:cNvPr descr="Icon&#10;&#10;Description automatically generated with low confidence" id="9671" name="Google Shape;9671;p98"/>
          <p:cNvPicPr preferRelativeResize="0"/>
          <p:nvPr/>
        </p:nvPicPr>
        <p:blipFill rotWithShape="1">
          <a:blip r:embed="rId4">
            <a:alphaModFix/>
          </a:blip>
          <a:srcRect b="0" l="0" r="0" t="0"/>
          <a:stretch/>
        </p:blipFill>
        <p:spPr>
          <a:xfrm>
            <a:off x="6199754" y="3663601"/>
            <a:ext cx="1016000" cy="1409700"/>
          </a:xfrm>
          <a:prstGeom prst="rect">
            <a:avLst/>
          </a:prstGeom>
          <a:noFill/>
          <a:ln>
            <a:noFill/>
          </a:ln>
        </p:spPr>
      </p:pic>
      <p:pic>
        <p:nvPicPr>
          <p:cNvPr descr="Logo&#10;&#10;Description automatically generated with medium confidence" id="9672" name="Google Shape;9672;p98"/>
          <p:cNvPicPr preferRelativeResize="0"/>
          <p:nvPr/>
        </p:nvPicPr>
        <p:blipFill rotWithShape="1">
          <a:blip r:embed="rId5">
            <a:alphaModFix/>
          </a:blip>
          <a:srcRect b="0" l="0" r="0" t="0"/>
          <a:stretch/>
        </p:blipFill>
        <p:spPr>
          <a:xfrm>
            <a:off x="7287590" y="3409601"/>
            <a:ext cx="1206500" cy="1663700"/>
          </a:xfrm>
          <a:prstGeom prst="rect">
            <a:avLst/>
          </a:prstGeom>
          <a:noFill/>
          <a:ln>
            <a:noFill/>
          </a:ln>
        </p:spPr>
      </p:pic>
      <p:pic>
        <p:nvPicPr>
          <p:cNvPr descr="Icon&#10;&#10;Description automatically generated" id="9673" name="Google Shape;9673;p98"/>
          <p:cNvPicPr preferRelativeResize="0"/>
          <p:nvPr/>
        </p:nvPicPr>
        <p:blipFill rotWithShape="1">
          <a:blip r:embed="rId6">
            <a:alphaModFix/>
          </a:blip>
          <a:srcRect b="0" l="0" r="0" t="0"/>
          <a:stretch/>
        </p:blipFill>
        <p:spPr>
          <a:xfrm>
            <a:off x="8497316" y="3041509"/>
            <a:ext cx="1481342" cy="2038158"/>
          </a:xfrm>
          <a:prstGeom prst="rect">
            <a:avLst/>
          </a:prstGeom>
          <a:noFill/>
          <a:ln>
            <a:noFill/>
          </a:ln>
        </p:spPr>
      </p:pic>
      <p:pic>
        <p:nvPicPr>
          <p:cNvPr descr="Icon&#10;&#10;Description automatically generated" id="9674" name="Google Shape;9674;p98"/>
          <p:cNvPicPr preferRelativeResize="0"/>
          <p:nvPr/>
        </p:nvPicPr>
        <p:blipFill rotWithShape="1">
          <a:blip r:embed="rId7">
            <a:alphaModFix/>
          </a:blip>
          <a:srcRect b="0" l="0" r="0" t="0"/>
          <a:stretch/>
        </p:blipFill>
        <p:spPr>
          <a:xfrm>
            <a:off x="9997231" y="2709865"/>
            <a:ext cx="1722729" cy="2369802"/>
          </a:xfrm>
          <a:prstGeom prst="rect">
            <a:avLst/>
          </a:prstGeom>
          <a:noFill/>
          <a:ln>
            <a:noFill/>
          </a:ln>
        </p:spPr>
      </p:pic>
      <p:sp>
        <p:nvSpPr>
          <p:cNvPr id="9675" name="Google Shape;9675;p98"/>
          <p:cNvSpPr txBox="1"/>
          <p:nvPr/>
        </p:nvSpPr>
        <p:spPr>
          <a:xfrm>
            <a:off x="46604" y="6519289"/>
            <a:ext cx="609600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Calibri"/>
                <a:ea typeface="Calibri"/>
                <a:cs typeface="Calibri"/>
                <a:sym typeface="Calibri"/>
              </a:rPr>
              <a:t>Credit: </a:t>
            </a:r>
            <a:r>
              <a:rPr lang="en-US" sz="1050" u="sng">
                <a:solidFill>
                  <a:schemeClr val="dk1"/>
                </a:solidFill>
                <a:latin typeface="Calibri"/>
                <a:ea typeface="Calibri"/>
                <a:cs typeface="Calibri"/>
                <a:sym typeface="Calibri"/>
                <a:hlinkClick r:id="rId8">
                  <a:extLst>
                    <a:ext uri="{A12FA001-AC4F-418D-AE19-62706E023703}">
                      <ahyp:hlinkClr val="tx"/>
                    </a:ext>
                  </a:extLst>
                </a:hlinkClick>
              </a:rPr>
              <a:t>https://dribbble.com/shots/7182188-Babushka-Boi</a:t>
            </a:r>
            <a:endParaRPr sz="1050">
              <a:solidFill>
                <a:schemeClr val="dk1"/>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0" name="Shape 9680"/>
        <p:cNvGrpSpPr/>
        <p:nvPr/>
      </p:nvGrpSpPr>
      <p:grpSpPr>
        <a:xfrm>
          <a:off x="0" y="0"/>
          <a:ext cx="0" cy="0"/>
          <a:chOff x="0" y="0"/>
          <a:chExt cx="0" cy="0"/>
        </a:xfrm>
      </p:grpSpPr>
      <p:pic>
        <p:nvPicPr>
          <p:cNvPr descr="Icon&#10;&#10;Description automatically generated with low confidence" id="9681" name="Google Shape;9681;p99"/>
          <p:cNvPicPr preferRelativeResize="0"/>
          <p:nvPr/>
        </p:nvPicPr>
        <p:blipFill rotWithShape="1">
          <a:blip r:embed="rId3">
            <a:alphaModFix/>
          </a:blip>
          <a:srcRect b="0" l="0" r="0" t="0"/>
          <a:stretch/>
        </p:blipFill>
        <p:spPr>
          <a:xfrm>
            <a:off x="3728349" y="1695405"/>
            <a:ext cx="351909" cy="488275"/>
          </a:xfrm>
          <a:prstGeom prst="rect">
            <a:avLst/>
          </a:prstGeom>
          <a:noFill/>
          <a:ln>
            <a:noFill/>
          </a:ln>
        </p:spPr>
      </p:pic>
      <p:sp>
        <p:nvSpPr>
          <p:cNvPr id="9682" name="Google Shape;9682;p99"/>
          <p:cNvSpPr/>
          <p:nvPr/>
        </p:nvSpPr>
        <p:spPr>
          <a:xfrm>
            <a:off x="3548141" y="1573968"/>
            <a:ext cx="4992" cy="3104606"/>
          </a:xfrm>
          <a:custGeom>
            <a:rect b="b" l="l" r="r" t="t"/>
            <a:pathLst>
              <a:path extrusionOk="0" h="8411" w="52">
                <a:moveTo>
                  <a:pt x="0" y="0"/>
                </a:moveTo>
                <a:cubicBezTo>
                  <a:pt x="17" y="2804"/>
                  <a:pt x="35" y="5607"/>
                  <a:pt x="52" y="8411"/>
                </a:cubicBezTo>
              </a:path>
            </a:pathLst>
          </a:custGeom>
          <a:noFill/>
          <a:ln cap="flat" cmpd="sng" w="444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p:txBody>
      </p:sp>
      <p:sp>
        <p:nvSpPr>
          <p:cNvPr id="9683" name="Google Shape;9683;p99"/>
          <p:cNvSpPr/>
          <p:nvPr/>
        </p:nvSpPr>
        <p:spPr>
          <a:xfrm flipH="1" rot="10800000">
            <a:off x="10916607" y="1577038"/>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84" name="Google Shape;9684;p99"/>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Services, Layering and Encapsulation</a:t>
            </a:r>
            <a:endParaRPr sz="4400"/>
          </a:p>
        </p:txBody>
      </p:sp>
      <p:sp>
        <p:nvSpPr>
          <p:cNvPr id="9685" name="Google Shape;9685;p99"/>
          <p:cNvSpPr txBox="1"/>
          <p:nvPr/>
        </p:nvSpPr>
        <p:spPr>
          <a:xfrm>
            <a:off x="449705" y="5724388"/>
            <a:ext cx="1100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b="0" i="1" lang="en-US" sz="2400" u="none" cap="none" strike="noStrike">
                <a:solidFill>
                  <a:srgbClr val="000099"/>
                </a:solidFill>
                <a:latin typeface="Arial"/>
                <a:ea typeface="Arial"/>
                <a:cs typeface="Arial"/>
                <a:sym typeface="Arial"/>
              </a:rPr>
              <a:t>source</a:t>
            </a:r>
            <a:endParaRPr b="0" i="1" sz="2400" u="none" cap="none" strike="noStrike">
              <a:solidFill>
                <a:srgbClr val="000099"/>
              </a:solidFill>
              <a:latin typeface="Arial"/>
              <a:ea typeface="Arial"/>
              <a:cs typeface="Arial"/>
              <a:sym typeface="Arial"/>
            </a:endParaRPr>
          </a:p>
        </p:txBody>
      </p:sp>
      <p:sp>
        <p:nvSpPr>
          <p:cNvPr id="9686" name="Google Shape;9686;p99"/>
          <p:cNvSpPr/>
          <p:nvPr/>
        </p:nvSpPr>
        <p:spPr>
          <a:xfrm rot="10800000">
            <a:off x="975630" y="1559549"/>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687" name="Google Shape;9687;p99"/>
          <p:cNvGrpSpPr/>
          <p:nvPr/>
        </p:nvGrpSpPr>
        <p:grpSpPr>
          <a:xfrm flipH="1">
            <a:off x="635446" y="5073984"/>
            <a:ext cx="803275" cy="771525"/>
            <a:chOff x="-44" y="1473"/>
            <a:chExt cx="981" cy="1105"/>
          </a:xfrm>
        </p:grpSpPr>
        <p:pic>
          <p:nvPicPr>
            <p:cNvPr descr="desktop_computer_stylized_medium" id="9688" name="Google Shape;9688;p99"/>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9689" name="Google Shape;9689;p9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9690" name="Google Shape;9690;p99"/>
          <p:cNvGrpSpPr/>
          <p:nvPr/>
        </p:nvGrpSpPr>
        <p:grpSpPr>
          <a:xfrm>
            <a:off x="1334125" y="1421667"/>
            <a:ext cx="1765726" cy="4034752"/>
            <a:chOff x="1484027" y="1706480"/>
            <a:chExt cx="1765726" cy="4034752"/>
          </a:xfrm>
        </p:grpSpPr>
        <p:sp>
          <p:nvSpPr>
            <p:cNvPr id="9691" name="Google Shape;9691;p99"/>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92" name="Google Shape;9692;p99"/>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application</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transport</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network</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link</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physical</a:t>
              </a:r>
              <a:endParaRPr b="0" i="0" sz="1800" u="none" cap="none" strike="noStrike">
                <a:solidFill>
                  <a:srgbClr val="000000"/>
                </a:solidFill>
                <a:latin typeface="Calibri"/>
                <a:ea typeface="Calibri"/>
                <a:cs typeface="Calibri"/>
                <a:sym typeface="Calibri"/>
              </a:endParaRPr>
            </a:p>
          </p:txBody>
        </p:sp>
        <p:cxnSp>
          <p:nvCxnSpPr>
            <p:cNvPr id="9693" name="Google Shape;9693;p99"/>
            <p:cNvCxnSpPr/>
            <p:nvPr/>
          </p:nvCxnSpPr>
          <p:spPr>
            <a:xfrm>
              <a:off x="1534432" y="2675745"/>
              <a:ext cx="1643483" cy="0"/>
            </a:xfrm>
            <a:prstGeom prst="straightConnector1">
              <a:avLst/>
            </a:prstGeom>
            <a:noFill/>
            <a:ln cap="flat" cmpd="sng" w="9525">
              <a:solidFill>
                <a:schemeClr val="dk1"/>
              </a:solidFill>
              <a:prstDash val="solid"/>
              <a:miter lim="800000"/>
              <a:headEnd len="sm" w="sm" type="none"/>
              <a:tailEnd len="sm" w="sm" type="none"/>
            </a:ln>
          </p:spPr>
        </p:cxnSp>
        <p:cxnSp>
          <p:nvCxnSpPr>
            <p:cNvPr id="9694" name="Google Shape;9694;p99"/>
            <p:cNvCxnSpPr/>
            <p:nvPr/>
          </p:nvCxnSpPr>
          <p:spPr>
            <a:xfrm>
              <a:off x="1506952" y="3472722"/>
              <a:ext cx="1655973" cy="0"/>
            </a:xfrm>
            <a:prstGeom prst="straightConnector1">
              <a:avLst/>
            </a:prstGeom>
            <a:noFill/>
            <a:ln cap="flat" cmpd="sng" w="9525">
              <a:solidFill>
                <a:schemeClr val="dk1"/>
              </a:solidFill>
              <a:prstDash val="solid"/>
              <a:miter lim="800000"/>
              <a:headEnd len="sm" w="sm" type="none"/>
              <a:tailEnd len="sm" w="sm" type="none"/>
            </a:ln>
          </p:spPr>
        </p:cxnSp>
        <p:cxnSp>
          <p:nvCxnSpPr>
            <p:cNvPr id="9695" name="Google Shape;9695;p99"/>
            <p:cNvCxnSpPr/>
            <p:nvPr/>
          </p:nvCxnSpPr>
          <p:spPr>
            <a:xfrm>
              <a:off x="1509450" y="4209737"/>
              <a:ext cx="1668465" cy="0"/>
            </a:xfrm>
            <a:prstGeom prst="straightConnector1">
              <a:avLst/>
            </a:prstGeom>
            <a:noFill/>
            <a:ln cap="flat" cmpd="sng" w="9525">
              <a:solidFill>
                <a:schemeClr val="dk1"/>
              </a:solidFill>
              <a:prstDash val="solid"/>
              <a:miter lim="800000"/>
              <a:headEnd len="sm" w="sm" type="none"/>
              <a:tailEnd len="sm" w="sm" type="none"/>
            </a:ln>
          </p:spPr>
        </p:cxnSp>
        <p:cxnSp>
          <p:nvCxnSpPr>
            <p:cNvPr id="9696" name="Google Shape;9696;p99"/>
            <p:cNvCxnSpPr/>
            <p:nvPr/>
          </p:nvCxnSpPr>
          <p:spPr>
            <a:xfrm>
              <a:off x="1511947" y="4991726"/>
              <a:ext cx="1650978" cy="0"/>
            </a:xfrm>
            <a:prstGeom prst="straightConnector1">
              <a:avLst/>
            </a:prstGeom>
            <a:noFill/>
            <a:ln cap="flat" cmpd="sng" w="9525">
              <a:solidFill>
                <a:schemeClr val="dk1"/>
              </a:solidFill>
              <a:prstDash val="solid"/>
              <a:miter lim="800000"/>
              <a:headEnd len="sm" w="sm" type="none"/>
              <a:tailEnd len="sm" w="sm" type="none"/>
            </a:ln>
          </p:spPr>
        </p:cxnSp>
      </p:grpSp>
      <p:grpSp>
        <p:nvGrpSpPr>
          <p:cNvPr id="9697" name="Google Shape;9697;p99"/>
          <p:cNvGrpSpPr/>
          <p:nvPr/>
        </p:nvGrpSpPr>
        <p:grpSpPr>
          <a:xfrm>
            <a:off x="11107713" y="4961744"/>
            <a:ext cx="374754" cy="833726"/>
            <a:chOff x="4140" y="429"/>
            <a:chExt cx="1425" cy="2396"/>
          </a:xfrm>
        </p:grpSpPr>
        <p:sp>
          <p:nvSpPr>
            <p:cNvPr id="9698" name="Google Shape;9698;p9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99" name="Google Shape;9699;p9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00" name="Google Shape;9700;p9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01" name="Google Shape;9701;p9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02" name="Google Shape;9702;p9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703" name="Google Shape;9703;p99"/>
            <p:cNvGrpSpPr/>
            <p:nvPr/>
          </p:nvGrpSpPr>
          <p:grpSpPr>
            <a:xfrm>
              <a:off x="4748" y="666"/>
              <a:ext cx="578" cy="150"/>
              <a:chOff x="613" y="2566"/>
              <a:chExt cx="721" cy="144"/>
            </a:xfrm>
          </p:grpSpPr>
          <p:sp>
            <p:nvSpPr>
              <p:cNvPr id="9704" name="Google Shape;9704;p9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05" name="Google Shape;9705;p9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706" name="Google Shape;9706;p9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707" name="Google Shape;9707;p99"/>
            <p:cNvGrpSpPr/>
            <p:nvPr/>
          </p:nvGrpSpPr>
          <p:grpSpPr>
            <a:xfrm>
              <a:off x="4748" y="990"/>
              <a:ext cx="578" cy="134"/>
              <a:chOff x="615" y="2564"/>
              <a:chExt cx="721" cy="139"/>
            </a:xfrm>
          </p:grpSpPr>
          <p:sp>
            <p:nvSpPr>
              <p:cNvPr id="9708" name="Google Shape;9708;p9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09" name="Google Shape;9709;p9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710" name="Google Shape;9710;p9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11" name="Google Shape;9711;p9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712" name="Google Shape;9712;p99"/>
            <p:cNvGrpSpPr/>
            <p:nvPr/>
          </p:nvGrpSpPr>
          <p:grpSpPr>
            <a:xfrm>
              <a:off x="4738" y="1647"/>
              <a:ext cx="578" cy="135"/>
              <a:chOff x="618" y="2586"/>
              <a:chExt cx="720" cy="124"/>
            </a:xfrm>
          </p:grpSpPr>
          <p:sp>
            <p:nvSpPr>
              <p:cNvPr id="9713" name="Google Shape;9713;p9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14" name="Google Shape;9714;p9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715" name="Google Shape;9715;p9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716" name="Google Shape;9716;p99"/>
            <p:cNvGrpSpPr/>
            <p:nvPr/>
          </p:nvGrpSpPr>
          <p:grpSpPr>
            <a:xfrm>
              <a:off x="4738" y="1330"/>
              <a:ext cx="588" cy="134"/>
              <a:chOff x="613" y="2571"/>
              <a:chExt cx="732" cy="134"/>
            </a:xfrm>
          </p:grpSpPr>
          <p:sp>
            <p:nvSpPr>
              <p:cNvPr id="9717" name="Google Shape;9717;p9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18" name="Google Shape;9718;p9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719" name="Google Shape;9719;p9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20" name="Google Shape;9720;p9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21" name="Google Shape;9721;p9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22" name="Google Shape;9722;p9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23" name="Google Shape;9723;p9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24" name="Google Shape;9724;p9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25" name="Google Shape;9725;p9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26" name="Google Shape;9726;p9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27" name="Google Shape;9727;p9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9728" name="Google Shape;9728;p9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29" name="Google Shape;9729;p9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730" name="Google Shape;9730;p99"/>
          <p:cNvSpPr txBox="1"/>
          <p:nvPr/>
        </p:nvSpPr>
        <p:spPr>
          <a:xfrm>
            <a:off x="10216734" y="5716780"/>
            <a:ext cx="167545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i="1" lang="en-US" sz="2400">
                <a:solidFill>
                  <a:srgbClr val="000099"/>
                </a:solidFill>
                <a:latin typeface="Arial"/>
                <a:ea typeface="Arial"/>
                <a:cs typeface="Arial"/>
                <a:sym typeface="Arial"/>
              </a:rPr>
              <a:t>destination</a:t>
            </a:r>
            <a:endParaRPr b="0" i="1" sz="2400" u="none" cap="none" strike="noStrike">
              <a:solidFill>
                <a:srgbClr val="000099"/>
              </a:solidFill>
              <a:latin typeface="Arial"/>
              <a:ea typeface="Arial"/>
              <a:cs typeface="Arial"/>
              <a:sym typeface="Arial"/>
            </a:endParaRPr>
          </a:p>
        </p:txBody>
      </p:sp>
      <p:grpSp>
        <p:nvGrpSpPr>
          <p:cNvPr id="9731" name="Google Shape;9731;p99"/>
          <p:cNvGrpSpPr/>
          <p:nvPr/>
        </p:nvGrpSpPr>
        <p:grpSpPr>
          <a:xfrm>
            <a:off x="9221450" y="1413548"/>
            <a:ext cx="1765726" cy="4034752"/>
            <a:chOff x="1484027" y="1706480"/>
            <a:chExt cx="1765726" cy="4034752"/>
          </a:xfrm>
        </p:grpSpPr>
        <p:sp>
          <p:nvSpPr>
            <p:cNvPr id="9732" name="Google Shape;9732;p99"/>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33" name="Google Shape;9733;p99"/>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application</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transport</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network</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link</a:t>
              </a:r>
              <a:endParaRPr b="0" i="0" sz="2400" u="none" cap="none" strike="noStrike">
                <a:solidFill>
                  <a:srgbClr val="000000"/>
                </a:solidFill>
                <a:latin typeface="Calibri"/>
                <a:ea typeface="Calibri"/>
                <a:cs typeface="Calibri"/>
                <a:sym typeface="Calibri"/>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alibri"/>
                  <a:ea typeface="Calibri"/>
                  <a:cs typeface="Calibri"/>
                  <a:sym typeface="Calibri"/>
                </a:rPr>
                <a:t>physical</a:t>
              </a:r>
              <a:endParaRPr b="0" i="0" sz="1800" u="none" cap="none" strike="noStrike">
                <a:solidFill>
                  <a:srgbClr val="000000"/>
                </a:solidFill>
                <a:latin typeface="Calibri"/>
                <a:ea typeface="Calibri"/>
                <a:cs typeface="Calibri"/>
                <a:sym typeface="Calibri"/>
              </a:endParaRPr>
            </a:p>
          </p:txBody>
        </p:sp>
        <p:cxnSp>
          <p:nvCxnSpPr>
            <p:cNvPr id="9734" name="Google Shape;9734;p99"/>
            <p:cNvCxnSpPr/>
            <p:nvPr/>
          </p:nvCxnSpPr>
          <p:spPr>
            <a:xfrm>
              <a:off x="1534432" y="2675745"/>
              <a:ext cx="1643483" cy="0"/>
            </a:xfrm>
            <a:prstGeom prst="straightConnector1">
              <a:avLst/>
            </a:prstGeom>
            <a:noFill/>
            <a:ln cap="flat" cmpd="sng" w="9525">
              <a:solidFill>
                <a:schemeClr val="dk1"/>
              </a:solidFill>
              <a:prstDash val="solid"/>
              <a:miter lim="800000"/>
              <a:headEnd len="sm" w="sm" type="none"/>
              <a:tailEnd len="sm" w="sm" type="none"/>
            </a:ln>
          </p:spPr>
        </p:cxnSp>
        <p:cxnSp>
          <p:nvCxnSpPr>
            <p:cNvPr id="9735" name="Google Shape;9735;p99"/>
            <p:cNvCxnSpPr/>
            <p:nvPr/>
          </p:nvCxnSpPr>
          <p:spPr>
            <a:xfrm>
              <a:off x="1506952" y="3472722"/>
              <a:ext cx="1655973" cy="0"/>
            </a:xfrm>
            <a:prstGeom prst="straightConnector1">
              <a:avLst/>
            </a:prstGeom>
            <a:noFill/>
            <a:ln cap="flat" cmpd="sng" w="9525">
              <a:solidFill>
                <a:schemeClr val="dk1"/>
              </a:solidFill>
              <a:prstDash val="solid"/>
              <a:miter lim="800000"/>
              <a:headEnd len="sm" w="sm" type="none"/>
              <a:tailEnd len="sm" w="sm" type="none"/>
            </a:ln>
          </p:spPr>
        </p:cxnSp>
        <p:cxnSp>
          <p:nvCxnSpPr>
            <p:cNvPr id="9736" name="Google Shape;9736;p99"/>
            <p:cNvCxnSpPr/>
            <p:nvPr/>
          </p:nvCxnSpPr>
          <p:spPr>
            <a:xfrm>
              <a:off x="1509450" y="4209737"/>
              <a:ext cx="1668465" cy="0"/>
            </a:xfrm>
            <a:prstGeom prst="straightConnector1">
              <a:avLst/>
            </a:prstGeom>
            <a:noFill/>
            <a:ln cap="flat" cmpd="sng" w="9525">
              <a:solidFill>
                <a:schemeClr val="dk1"/>
              </a:solidFill>
              <a:prstDash val="solid"/>
              <a:miter lim="800000"/>
              <a:headEnd len="sm" w="sm" type="none"/>
              <a:tailEnd len="sm" w="sm" type="none"/>
            </a:ln>
          </p:spPr>
        </p:cxnSp>
        <p:cxnSp>
          <p:nvCxnSpPr>
            <p:cNvPr id="9737" name="Google Shape;9737;p99"/>
            <p:cNvCxnSpPr/>
            <p:nvPr/>
          </p:nvCxnSpPr>
          <p:spPr>
            <a:xfrm>
              <a:off x="1511947" y="4991726"/>
              <a:ext cx="1650978" cy="0"/>
            </a:xfrm>
            <a:prstGeom prst="straightConnector1">
              <a:avLst/>
            </a:prstGeom>
            <a:noFill/>
            <a:ln cap="flat" cmpd="sng" w="9525">
              <a:solidFill>
                <a:schemeClr val="dk1"/>
              </a:solidFill>
              <a:prstDash val="solid"/>
              <a:miter lim="800000"/>
              <a:headEnd len="sm" w="sm" type="none"/>
              <a:tailEnd len="sm" w="sm" type="none"/>
            </a:ln>
          </p:spPr>
        </p:cxnSp>
      </p:grpSp>
      <p:sp>
        <p:nvSpPr>
          <p:cNvPr id="9738" name="Google Shape;9738;p99"/>
          <p:cNvSpPr/>
          <p:nvPr/>
        </p:nvSpPr>
        <p:spPr>
          <a:xfrm>
            <a:off x="5584583" y="1981531"/>
            <a:ext cx="971760"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739" name="Google Shape;9739;p99"/>
          <p:cNvGrpSpPr/>
          <p:nvPr/>
        </p:nvGrpSpPr>
        <p:grpSpPr>
          <a:xfrm>
            <a:off x="7629993" y="1484027"/>
            <a:ext cx="1535906" cy="3792511"/>
            <a:chOff x="7629993" y="1484027"/>
            <a:chExt cx="1535906" cy="3792511"/>
          </a:xfrm>
        </p:grpSpPr>
        <p:sp>
          <p:nvSpPr>
            <p:cNvPr id="9740" name="Google Shape;9740;p99"/>
            <p:cNvSpPr/>
            <p:nvPr/>
          </p:nvSpPr>
          <p:spPr>
            <a:xfrm flipH="1">
              <a:off x="7629993" y="1484027"/>
              <a:ext cx="1201062" cy="3792511"/>
            </a:xfrm>
            <a:custGeom>
              <a:rect b="b" l="l" r="r" t="t"/>
              <a:pathLst>
                <a:path extrusionOk="0" h="3263030" w="1822537">
                  <a:moveTo>
                    <a:pt x="1822537" y="3263030"/>
                  </a:moveTo>
                  <a:lnTo>
                    <a:pt x="6263" y="2743200"/>
                  </a:lnTo>
                  <a:cubicBezTo>
                    <a:pt x="4175" y="1828800"/>
                    <a:pt x="2088" y="914400"/>
                    <a:pt x="0" y="0"/>
                  </a:cubicBezTo>
                </a:path>
              </a:pathLst>
            </a:custGeom>
            <a:noFill/>
            <a:ln cap="flat" cmpd="sng" w="444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9741" name="Google Shape;9741;p99"/>
            <p:cNvGrpSpPr/>
            <p:nvPr/>
          </p:nvGrpSpPr>
          <p:grpSpPr>
            <a:xfrm>
              <a:off x="7693325" y="4097936"/>
              <a:ext cx="1470663" cy="389744"/>
              <a:chOff x="6216702" y="5375649"/>
              <a:chExt cx="1470663" cy="389744"/>
            </a:xfrm>
          </p:grpSpPr>
          <p:sp>
            <p:nvSpPr>
              <p:cNvPr id="9742" name="Google Shape;9742;p99"/>
              <p:cNvSpPr/>
              <p:nvPr/>
            </p:nvSpPr>
            <p:spPr>
              <a:xfrm>
                <a:off x="6477000" y="5375649"/>
                <a:ext cx="1210365"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743" name="Google Shape;9743;p99"/>
              <p:cNvGrpSpPr/>
              <p:nvPr/>
            </p:nvGrpSpPr>
            <p:grpSpPr>
              <a:xfrm>
                <a:off x="6216702" y="5392448"/>
                <a:ext cx="1381126" cy="301625"/>
                <a:chOff x="265" y="1531"/>
                <a:chExt cx="870" cy="190"/>
              </a:xfrm>
            </p:grpSpPr>
            <p:sp>
              <p:nvSpPr>
                <p:cNvPr id="9744" name="Google Shape;9744;p99"/>
                <p:cNvSpPr/>
                <p:nvPr/>
              </p:nvSpPr>
              <p:spPr>
                <a:xfrm>
                  <a:off x="265" y="1549"/>
                  <a:ext cx="87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45" name="Google Shape;9745;p99"/>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sp>
            <p:nvSpPr>
              <p:cNvPr id="9746" name="Google Shape;9746;p99"/>
              <p:cNvSpPr/>
              <p:nvPr/>
            </p:nvSpPr>
            <p:spPr>
              <a:xfrm>
                <a:off x="6801757" y="5404115"/>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747" name="Google Shape;9747;p99"/>
              <p:cNvSpPr/>
              <p:nvPr/>
            </p:nvSpPr>
            <p:spPr>
              <a:xfrm>
                <a:off x="6539453" y="5386777"/>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cxnSp>
            <p:nvCxnSpPr>
              <p:cNvPr id="9748" name="Google Shape;9748;p99"/>
              <p:cNvCxnSpPr/>
              <p:nvPr/>
            </p:nvCxnSpPr>
            <p:spPr>
              <a:xfrm>
                <a:off x="7106894" y="5421023"/>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9749" name="Google Shape;9749;p99"/>
              <p:cNvCxnSpPr/>
              <p:nvPr/>
            </p:nvCxnSpPr>
            <p:spPr>
              <a:xfrm>
                <a:off x="6826395" y="5419311"/>
                <a:ext cx="0" cy="257175"/>
              </a:xfrm>
              <a:prstGeom prst="straightConnector1">
                <a:avLst/>
              </a:prstGeom>
              <a:noFill/>
              <a:ln cap="flat" cmpd="sng" w="9525">
                <a:solidFill>
                  <a:schemeClr val="dk1"/>
                </a:solidFill>
                <a:prstDash val="solid"/>
                <a:miter lim="800000"/>
                <a:headEnd len="sm" w="sm" type="none"/>
                <a:tailEnd len="sm" w="sm" type="none"/>
              </a:ln>
            </p:spPr>
          </p:cxnSp>
          <p:sp>
            <p:nvSpPr>
              <p:cNvPr id="9750" name="Google Shape;9750;p99"/>
              <p:cNvSpPr/>
              <p:nvPr/>
            </p:nvSpPr>
            <p:spPr>
              <a:xfrm>
                <a:off x="6236418" y="5394426"/>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b="0" baseline="-25000" i="0" sz="1800" u="none" cap="none" strike="noStrike">
                  <a:solidFill>
                    <a:srgbClr val="000000"/>
                  </a:solidFill>
                  <a:latin typeface="Arial"/>
                  <a:ea typeface="Arial"/>
                  <a:cs typeface="Arial"/>
                  <a:sym typeface="Arial"/>
                </a:endParaRPr>
              </a:p>
            </p:txBody>
          </p:sp>
          <p:cxnSp>
            <p:nvCxnSpPr>
              <p:cNvPr id="9751" name="Google Shape;9751;p99"/>
              <p:cNvCxnSpPr/>
              <p:nvPr/>
            </p:nvCxnSpPr>
            <p:spPr>
              <a:xfrm>
                <a:off x="6505708" y="5419900"/>
                <a:ext cx="0" cy="257175"/>
              </a:xfrm>
              <a:prstGeom prst="straightConnector1">
                <a:avLst/>
              </a:prstGeom>
              <a:noFill/>
              <a:ln cap="flat" cmpd="sng" w="9525">
                <a:solidFill>
                  <a:schemeClr val="dk1"/>
                </a:solidFill>
                <a:prstDash val="solid"/>
                <a:miter lim="800000"/>
                <a:headEnd len="sm" w="sm" type="none"/>
                <a:tailEnd len="sm" w="sm" type="none"/>
              </a:ln>
            </p:spPr>
          </p:cxnSp>
        </p:grpSp>
        <p:grpSp>
          <p:nvGrpSpPr>
            <p:cNvPr id="9752" name="Google Shape;9752;p99"/>
            <p:cNvGrpSpPr/>
            <p:nvPr/>
          </p:nvGrpSpPr>
          <p:grpSpPr>
            <a:xfrm>
              <a:off x="8014421" y="3363106"/>
              <a:ext cx="1058375" cy="307296"/>
              <a:chOff x="5509436" y="3287899"/>
              <a:chExt cx="1058375" cy="307296"/>
            </a:xfrm>
          </p:grpSpPr>
          <p:grpSp>
            <p:nvGrpSpPr>
              <p:cNvPr id="9753" name="Google Shape;9753;p99"/>
              <p:cNvGrpSpPr/>
              <p:nvPr/>
            </p:nvGrpSpPr>
            <p:grpSpPr>
              <a:xfrm>
                <a:off x="5510535" y="3293570"/>
                <a:ext cx="1057276" cy="301625"/>
                <a:chOff x="469" y="1531"/>
                <a:chExt cx="666" cy="190"/>
              </a:xfrm>
            </p:grpSpPr>
            <p:sp>
              <p:nvSpPr>
                <p:cNvPr id="9754" name="Google Shape;9754;p99"/>
                <p:cNvSpPr/>
                <p:nvPr/>
              </p:nvSpPr>
              <p:spPr>
                <a:xfrm>
                  <a:off x="469" y="1549"/>
                  <a:ext cx="666"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55" name="Google Shape;9755;p99"/>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sp>
            <p:nvSpPr>
              <p:cNvPr id="9756" name="Google Shape;9756;p99"/>
              <p:cNvSpPr/>
              <p:nvPr/>
            </p:nvSpPr>
            <p:spPr>
              <a:xfrm>
                <a:off x="5771740" y="3305237"/>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757" name="Google Shape;9757;p99"/>
              <p:cNvSpPr/>
              <p:nvPr/>
            </p:nvSpPr>
            <p:spPr>
              <a:xfrm>
                <a:off x="5509436" y="3287899"/>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cxnSp>
            <p:nvCxnSpPr>
              <p:cNvPr id="9758" name="Google Shape;9758;p99"/>
              <p:cNvCxnSpPr/>
              <p:nvPr/>
            </p:nvCxnSpPr>
            <p:spPr>
              <a:xfrm>
                <a:off x="6076877" y="3322145"/>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9759" name="Google Shape;9759;p99"/>
              <p:cNvCxnSpPr/>
              <p:nvPr/>
            </p:nvCxnSpPr>
            <p:spPr>
              <a:xfrm>
                <a:off x="5796378" y="3320433"/>
                <a:ext cx="0" cy="257175"/>
              </a:xfrm>
              <a:prstGeom prst="straightConnector1">
                <a:avLst/>
              </a:prstGeom>
              <a:noFill/>
              <a:ln cap="flat" cmpd="sng" w="9525">
                <a:solidFill>
                  <a:schemeClr val="dk1"/>
                </a:solidFill>
                <a:prstDash val="solid"/>
                <a:miter lim="800000"/>
                <a:headEnd len="sm" w="sm" type="none"/>
                <a:tailEnd len="sm" w="sm" type="none"/>
              </a:ln>
            </p:spPr>
          </p:cxnSp>
        </p:grpSp>
        <p:grpSp>
          <p:nvGrpSpPr>
            <p:cNvPr id="9760" name="Google Shape;9760;p99"/>
            <p:cNvGrpSpPr/>
            <p:nvPr/>
          </p:nvGrpSpPr>
          <p:grpSpPr>
            <a:xfrm>
              <a:off x="8257849" y="2658970"/>
              <a:ext cx="908050" cy="301625"/>
              <a:chOff x="6877524" y="6049441"/>
              <a:chExt cx="908050" cy="301625"/>
            </a:xfrm>
          </p:grpSpPr>
          <p:grpSp>
            <p:nvGrpSpPr>
              <p:cNvPr id="9761" name="Google Shape;9761;p99"/>
              <p:cNvGrpSpPr/>
              <p:nvPr/>
            </p:nvGrpSpPr>
            <p:grpSpPr>
              <a:xfrm>
                <a:off x="6877524" y="6051029"/>
                <a:ext cx="296863" cy="292100"/>
                <a:chOff x="1959" y="2058"/>
                <a:chExt cx="187" cy="184"/>
              </a:xfrm>
            </p:grpSpPr>
            <p:sp>
              <p:nvSpPr>
                <p:cNvPr id="9762" name="Google Shape;9762;p99"/>
                <p:cNvSpPr/>
                <p:nvPr/>
              </p:nvSpPr>
              <p:spPr>
                <a:xfrm>
                  <a:off x="1964"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63" name="Google Shape;9763;p99"/>
                <p:cNvSpPr/>
                <p:nvPr/>
              </p:nvSpPr>
              <p:spPr>
                <a:xfrm>
                  <a:off x="1959"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grpSp>
          <p:grpSp>
            <p:nvGrpSpPr>
              <p:cNvPr id="9764" name="Google Shape;9764;p99"/>
              <p:cNvGrpSpPr/>
              <p:nvPr/>
            </p:nvGrpSpPr>
            <p:grpSpPr>
              <a:xfrm>
                <a:off x="7106124" y="6049441"/>
                <a:ext cx="679450" cy="301625"/>
                <a:chOff x="780" y="1553"/>
                <a:chExt cx="428" cy="190"/>
              </a:xfrm>
            </p:grpSpPr>
            <p:sp>
              <p:nvSpPr>
                <p:cNvPr id="9765" name="Google Shape;9765;p99"/>
                <p:cNvSpPr/>
                <p:nvPr/>
              </p:nvSpPr>
              <p:spPr>
                <a:xfrm>
                  <a:off x="817" y="1571"/>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66" name="Google Shape;9766;p99"/>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grpSp>
        <p:grpSp>
          <p:nvGrpSpPr>
            <p:cNvPr id="9767" name="Google Shape;9767;p99"/>
            <p:cNvGrpSpPr/>
            <p:nvPr/>
          </p:nvGrpSpPr>
          <p:grpSpPr>
            <a:xfrm>
              <a:off x="8465451" y="1880020"/>
              <a:ext cx="679450" cy="301625"/>
              <a:chOff x="780" y="1553"/>
              <a:chExt cx="428" cy="190"/>
            </a:xfrm>
          </p:grpSpPr>
          <p:sp>
            <p:nvSpPr>
              <p:cNvPr id="9768" name="Google Shape;9768;p99"/>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69" name="Google Shape;9769;p99"/>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grpSp>
      <p:sp>
        <p:nvSpPr>
          <p:cNvPr id="9770" name="Google Shape;9770;p99"/>
          <p:cNvSpPr/>
          <p:nvPr/>
        </p:nvSpPr>
        <p:spPr>
          <a:xfrm>
            <a:off x="3570599" y="4675377"/>
            <a:ext cx="4136844" cy="601045"/>
          </a:xfrm>
          <a:custGeom>
            <a:rect b="b" l="l" r="r" t="t"/>
            <a:pathLst>
              <a:path extrusionOk="0" h="1622" w="9988">
                <a:moveTo>
                  <a:pt x="0" y="0"/>
                </a:moveTo>
                <a:lnTo>
                  <a:pt x="2306" y="1583"/>
                </a:lnTo>
                <a:lnTo>
                  <a:pt x="9988" y="1622"/>
                </a:lnTo>
              </a:path>
            </a:pathLst>
          </a:custGeom>
          <a:noFill/>
          <a:ln cap="flat" cmpd="sng" w="44450">
            <a:solidFill>
              <a:srgbClr val="C0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p:txBody>
      </p:sp>
      <p:grpSp>
        <p:nvGrpSpPr>
          <p:cNvPr id="9771" name="Google Shape;9771;p99"/>
          <p:cNvGrpSpPr/>
          <p:nvPr/>
        </p:nvGrpSpPr>
        <p:grpSpPr>
          <a:xfrm>
            <a:off x="4158384" y="1778534"/>
            <a:ext cx="2245439" cy="369332"/>
            <a:chOff x="4158384" y="2165404"/>
            <a:chExt cx="2245439" cy="369332"/>
          </a:xfrm>
        </p:grpSpPr>
        <p:grpSp>
          <p:nvGrpSpPr>
            <p:cNvPr id="9772" name="Google Shape;9772;p99"/>
            <p:cNvGrpSpPr/>
            <p:nvPr/>
          </p:nvGrpSpPr>
          <p:grpSpPr>
            <a:xfrm>
              <a:off x="5724373" y="2189377"/>
              <a:ext cx="679450" cy="301625"/>
              <a:chOff x="780" y="1553"/>
              <a:chExt cx="428" cy="190"/>
            </a:xfrm>
          </p:grpSpPr>
          <p:sp>
            <p:nvSpPr>
              <p:cNvPr id="9773" name="Google Shape;9773;p99"/>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74" name="Google Shape;9774;p99"/>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sp>
          <p:nvSpPr>
            <p:cNvPr id="9775" name="Google Shape;9775;p99"/>
            <p:cNvSpPr txBox="1"/>
            <p:nvPr/>
          </p:nvSpPr>
          <p:spPr>
            <a:xfrm>
              <a:off x="4158384" y="2165404"/>
              <a:ext cx="9970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message</a:t>
              </a:r>
              <a:endParaRPr sz="1800">
                <a:solidFill>
                  <a:schemeClr val="dk1"/>
                </a:solidFill>
                <a:latin typeface="Calibri"/>
                <a:ea typeface="Calibri"/>
                <a:cs typeface="Calibri"/>
                <a:sym typeface="Calibri"/>
              </a:endParaRPr>
            </a:p>
          </p:txBody>
        </p:sp>
      </p:grpSp>
      <p:grpSp>
        <p:nvGrpSpPr>
          <p:cNvPr id="9776" name="Google Shape;9776;p99"/>
          <p:cNvGrpSpPr/>
          <p:nvPr/>
        </p:nvGrpSpPr>
        <p:grpSpPr>
          <a:xfrm>
            <a:off x="4155671" y="2565788"/>
            <a:ext cx="2253425" cy="369332"/>
            <a:chOff x="4155671" y="2952658"/>
            <a:chExt cx="2253425" cy="369332"/>
          </a:xfrm>
        </p:grpSpPr>
        <p:grpSp>
          <p:nvGrpSpPr>
            <p:cNvPr id="9777" name="Google Shape;9777;p99"/>
            <p:cNvGrpSpPr/>
            <p:nvPr/>
          </p:nvGrpSpPr>
          <p:grpSpPr>
            <a:xfrm>
              <a:off x="5501046" y="3003781"/>
              <a:ext cx="908050" cy="301625"/>
              <a:chOff x="1848" y="2046"/>
              <a:chExt cx="572" cy="190"/>
            </a:xfrm>
          </p:grpSpPr>
          <p:grpSp>
            <p:nvGrpSpPr>
              <p:cNvPr id="9778" name="Google Shape;9778;p99"/>
              <p:cNvGrpSpPr/>
              <p:nvPr/>
            </p:nvGrpSpPr>
            <p:grpSpPr>
              <a:xfrm>
                <a:off x="1848" y="2047"/>
                <a:ext cx="187" cy="184"/>
                <a:chOff x="1959" y="2058"/>
                <a:chExt cx="187" cy="184"/>
              </a:xfrm>
            </p:grpSpPr>
            <p:sp>
              <p:nvSpPr>
                <p:cNvPr id="9779" name="Google Shape;9779;p99"/>
                <p:cNvSpPr/>
                <p:nvPr/>
              </p:nvSpPr>
              <p:spPr>
                <a:xfrm>
                  <a:off x="1964" y="2075"/>
                  <a:ext cx="177" cy="16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80" name="Google Shape;9780;p99"/>
                <p:cNvSpPr/>
                <p:nvPr/>
              </p:nvSpPr>
              <p:spPr>
                <a:xfrm>
                  <a:off x="1959"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grpSp>
          <p:grpSp>
            <p:nvGrpSpPr>
              <p:cNvPr id="9781" name="Google Shape;9781;p99"/>
              <p:cNvGrpSpPr/>
              <p:nvPr/>
            </p:nvGrpSpPr>
            <p:grpSpPr>
              <a:xfrm>
                <a:off x="1992" y="2046"/>
                <a:ext cx="428" cy="190"/>
                <a:chOff x="780" y="1553"/>
                <a:chExt cx="428" cy="190"/>
              </a:xfrm>
            </p:grpSpPr>
            <p:sp>
              <p:nvSpPr>
                <p:cNvPr id="9782" name="Google Shape;9782;p99"/>
                <p:cNvSpPr/>
                <p:nvPr/>
              </p:nvSpPr>
              <p:spPr>
                <a:xfrm>
                  <a:off x="817" y="1571"/>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83" name="Google Shape;9783;p99"/>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grpSp>
        <p:sp>
          <p:nvSpPr>
            <p:cNvPr id="9784" name="Google Shape;9784;p99"/>
            <p:cNvSpPr txBox="1"/>
            <p:nvPr/>
          </p:nvSpPr>
          <p:spPr>
            <a:xfrm>
              <a:off x="4155671" y="2952658"/>
              <a:ext cx="9952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segment</a:t>
              </a:r>
              <a:endParaRPr sz="1800">
                <a:solidFill>
                  <a:schemeClr val="dk1"/>
                </a:solidFill>
                <a:latin typeface="Calibri"/>
                <a:ea typeface="Calibri"/>
                <a:cs typeface="Calibri"/>
                <a:sym typeface="Calibri"/>
              </a:endParaRPr>
            </a:p>
          </p:txBody>
        </p:sp>
      </p:grpSp>
      <p:grpSp>
        <p:nvGrpSpPr>
          <p:cNvPr id="9785" name="Google Shape;9785;p99"/>
          <p:cNvGrpSpPr/>
          <p:nvPr/>
        </p:nvGrpSpPr>
        <p:grpSpPr>
          <a:xfrm>
            <a:off x="4134419" y="3291630"/>
            <a:ext cx="2152842" cy="369332"/>
            <a:chOff x="4134419" y="3678500"/>
            <a:chExt cx="2152842" cy="369332"/>
          </a:xfrm>
        </p:grpSpPr>
        <p:grpSp>
          <p:nvGrpSpPr>
            <p:cNvPr id="9786" name="Google Shape;9786;p99"/>
            <p:cNvGrpSpPr/>
            <p:nvPr/>
          </p:nvGrpSpPr>
          <p:grpSpPr>
            <a:xfrm>
              <a:off x="5228886" y="3706233"/>
              <a:ext cx="1058375" cy="307296"/>
              <a:chOff x="5509436" y="3287899"/>
              <a:chExt cx="1058375" cy="307296"/>
            </a:xfrm>
          </p:grpSpPr>
          <p:grpSp>
            <p:nvGrpSpPr>
              <p:cNvPr id="9787" name="Google Shape;9787;p99"/>
              <p:cNvGrpSpPr/>
              <p:nvPr/>
            </p:nvGrpSpPr>
            <p:grpSpPr>
              <a:xfrm>
                <a:off x="5510535" y="3293570"/>
                <a:ext cx="1057276" cy="301625"/>
                <a:chOff x="469" y="1531"/>
                <a:chExt cx="666" cy="190"/>
              </a:xfrm>
            </p:grpSpPr>
            <p:sp>
              <p:nvSpPr>
                <p:cNvPr id="9788" name="Google Shape;9788;p99"/>
                <p:cNvSpPr/>
                <p:nvPr/>
              </p:nvSpPr>
              <p:spPr>
                <a:xfrm>
                  <a:off x="469" y="1549"/>
                  <a:ext cx="666"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89" name="Google Shape;9789;p99"/>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sp>
            <p:nvSpPr>
              <p:cNvPr id="9790" name="Google Shape;9790;p99"/>
              <p:cNvSpPr/>
              <p:nvPr/>
            </p:nvSpPr>
            <p:spPr>
              <a:xfrm>
                <a:off x="5771740" y="3305237"/>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791" name="Google Shape;9791;p99"/>
              <p:cNvSpPr/>
              <p:nvPr/>
            </p:nvSpPr>
            <p:spPr>
              <a:xfrm>
                <a:off x="5509436" y="3287899"/>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cxnSp>
            <p:nvCxnSpPr>
              <p:cNvPr id="9792" name="Google Shape;9792;p99"/>
              <p:cNvCxnSpPr/>
              <p:nvPr/>
            </p:nvCxnSpPr>
            <p:spPr>
              <a:xfrm>
                <a:off x="6076877" y="3322145"/>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9793" name="Google Shape;9793;p99"/>
              <p:cNvCxnSpPr/>
              <p:nvPr/>
            </p:nvCxnSpPr>
            <p:spPr>
              <a:xfrm>
                <a:off x="5796378" y="3320433"/>
                <a:ext cx="0" cy="257175"/>
              </a:xfrm>
              <a:prstGeom prst="straightConnector1">
                <a:avLst/>
              </a:prstGeom>
              <a:noFill/>
              <a:ln cap="flat" cmpd="sng" w="9525">
                <a:solidFill>
                  <a:schemeClr val="dk1"/>
                </a:solidFill>
                <a:prstDash val="solid"/>
                <a:miter lim="800000"/>
                <a:headEnd len="sm" w="sm" type="none"/>
                <a:tailEnd len="sm" w="sm" type="none"/>
              </a:ln>
            </p:spPr>
          </p:cxnSp>
        </p:grpSp>
        <p:sp>
          <p:nvSpPr>
            <p:cNvPr id="9794" name="Google Shape;9794;p99"/>
            <p:cNvSpPr txBox="1"/>
            <p:nvPr/>
          </p:nvSpPr>
          <p:spPr>
            <a:xfrm>
              <a:off x="4134419" y="3678500"/>
              <a:ext cx="10790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datagram</a:t>
              </a:r>
              <a:endParaRPr sz="1800">
                <a:solidFill>
                  <a:schemeClr val="dk1"/>
                </a:solidFill>
                <a:latin typeface="Calibri"/>
                <a:ea typeface="Calibri"/>
                <a:cs typeface="Calibri"/>
                <a:sym typeface="Calibri"/>
              </a:endParaRPr>
            </a:p>
          </p:txBody>
        </p:sp>
      </p:grpSp>
      <p:grpSp>
        <p:nvGrpSpPr>
          <p:cNvPr id="9795" name="Google Shape;9795;p99"/>
          <p:cNvGrpSpPr/>
          <p:nvPr/>
        </p:nvGrpSpPr>
        <p:grpSpPr>
          <a:xfrm>
            <a:off x="4152584" y="4104550"/>
            <a:ext cx="2134677" cy="369332"/>
            <a:chOff x="4152584" y="4491420"/>
            <a:chExt cx="2134677" cy="369332"/>
          </a:xfrm>
        </p:grpSpPr>
        <p:sp>
          <p:nvSpPr>
            <p:cNvPr id="9796" name="Google Shape;9796;p99"/>
            <p:cNvSpPr txBox="1"/>
            <p:nvPr/>
          </p:nvSpPr>
          <p:spPr>
            <a:xfrm>
              <a:off x="4152584" y="4491420"/>
              <a:ext cx="7409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frame</a:t>
              </a:r>
              <a:endParaRPr sz="1800">
                <a:solidFill>
                  <a:schemeClr val="dk1"/>
                </a:solidFill>
                <a:latin typeface="Calibri"/>
                <a:ea typeface="Calibri"/>
                <a:cs typeface="Calibri"/>
                <a:sym typeface="Calibri"/>
              </a:endParaRPr>
            </a:p>
          </p:txBody>
        </p:sp>
        <p:grpSp>
          <p:nvGrpSpPr>
            <p:cNvPr id="9797" name="Google Shape;9797;p99"/>
            <p:cNvGrpSpPr/>
            <p:nvPr/>
          </p:nvGrpSpPr>
          <p:grpSpPr>
            <a:xfrm>
              <a:off x="4939472" y="4504142"/>
              <a:ext cx="1347789" cy="307296"/>
              <a:chOff x="5144294" y="4194650"/>
              <a:chExt cx="1347789" cy="307296"/>
            </a:xfrm>
          </p:grpSpPr>
          <p:grpSp>
            <p:nvGrpSpPr>
              <p:cNvPr id="9798" name="Google Shape;9798;p99"/>
              <p:cNvGrpSpPr/>
              <p:nvPr/>
            </p:nvGrpSpPr>
            <p:grpSpPr>
              <a:xfrm>
                <a:off x="5144294" y="4200321"/>
                <a:ext cx="1347789" cy="301625"/>
                <a:chOff x="286" y="1531"/>
                <a:chExt cx="849" cy="190"/>
              </a:xfrm>
            </p:grpSpPr>
            <p:sp>
              <p:nvSpPr>
                <p:cNvPr id="9799" name="Google Shape;9799;p99"/>
                <p:cNvSpPr/>
                <p:nvPr/>
              </p:nvSpPr>
              <p:spPr>
                <a:xfrm>
                  <a:off x="286" y="1549"/>
                  <a:ext cx="849"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800" name="Google Shape;9800;p99"/>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sp>
            <p:nvSpPr>
              <p:cNvPr id="9801" name="Google Shape;9801;p99"/>
              <p:cNvSpPr/>
              <p:nvPr/>
            </p:nvSpPr>
            <p:spPr>
              <a:xfrm>
                <a:off x="5696012" y="4211988"/>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802" name="Google Shape;9802;p99"/>
              <p:cNvSpPr/>
              <p:nvPr/>
            </p:nvSpPr>
            <p:spPr>
              <a:xfrm>
                <a:off x="5433708" y="4194650"/>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cxnSp>
            <p:nvCxnSpPr>
              <p:cNvPr id="9803" name="Google Shape;9803;p99"/>
              <p:cNvCxnSpPr/>
              <p:nvPr/>
            </p:nvCxnSpPr>
            <p:spPr>
              <a:xfrm>
                <a:off x="6001149" y="4228896"/>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9804" name="Google Shape;9804;p99"/>
              <p:cNvCxnSpPr/>
              <p:nvPr/>
            </p:nvCxnSpPr>
            <p:spPr>
              <a:xfrm>
                <a:off x="5720650" y="4227184"/>
                <a:ext cx="0" cy="257175"/>
              </a:xfrm>
              <a:prstGeom prst="straightConnector1">
                <a:avLst/>
              </a:prstGeom>
              <a:noFill/>
              <a:ln cap="flat" cmpd="sng" w="9525">
                <a:solidFill>
                  <a:schemeClr val="dk1"/>
                </a:solidFill>
                <a:prstDash val="solid"/>
                <a:miter lim="800000"/>
                <a:headEnd len="sm" w="sm" type="none"/>
                <a:tailEnd len="sm" w="sm" type="none"/>
              </a:ln>
            </p:spPr>
          </p:cxnSp>
          <p:sp>
            <p:nvSpPr>
              <p:cNvPr id="9805" name="Google Shape;9805;p99"/>
              <p:cNvSpPr/>
              <p:nvPr/>
            </p:nvSpPr>
            <p:spPr>
              <a:xfrm>
                <a:off x="5149178" y="4198403"/>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b="0" baseline="-25000" i="0" sz="1800" u="none" cap="none" strike="noStrike">
                  <a:solidFill>
                    <a:srgbClr val="000000"/>
                  </a:solidFill>
                  <a:latin typeface="Arial"/>
                  <a:ea typeface="Arial"/>
                  <a:cs typeface="Arial"/>
                  <a:sym typeface="Arial"/>
                </a:endParaRPr>
              </a:p>
            </p:txBody>
          </p:sp>
          <p:cxnSp>
            <p:nvCxnSpPr>
              <p:cNvPr id="9806" name="Google Shape;9806;p99"/>
              <p:cNvCxnSpPr/>
              <p:nvPr/>
            </p:nvCxnSpPr>
            <p:spPr>
              <a:xfrm>
                <a:off x="5418102" y="4226433"/>
                <a:ext cx="0" cy="257175"/>
              </a:xfrm>
              <a:prstGeom prst="straightConnector1">
                <a:avLst/>
              </a:prstGeom>
              <a:noFill/>
              <a:ln cap="flat" cmpd="sng" w="9525">
                <a:solidFill>
                  <a:schemeClr val="dk1"/>
                </a:solidFill>
                <a:prstDash val="solid"/>
                <a:miter lim="800000"/>
                <a:headEnd len="sm" w="sm" type="none"/>
                <a:tailEnd len="sm" w="sm" type="none"/>
              </a:ln>
            </p:spPr>
          </p:cxnSp>
        </p:grpSp>
      </p:grpSp>
      <p:pic>
        <p:nvPicPr>
          <p:cNvPr descr="Logo&#10;&#10;Description automatically generated with medium confidence" id="9807" name="Google Shape;9807;p99"/>
          <p:cNvPicPr preferRelativeResize="0"/>
          <p:nvPr/>
        </p:nvPicPr>
        <p:blipFill rotWithShape="1">
          <a:blip r:embed="rId5">
            <a:alphaModFix/>
          </a:blip>
          <a:srcRect b="0" l="0" r="0" t="0"/>
          <a:stretch/>
        </p:blipFill>
        <p:spPr>
          <a:xfrm>
            <a:off x="3703652" y="2422862"/>
            <a:ext cx="401301" cy="553374"/>
          </a:xfrm>
          <a:prstGeom prst="rect">
            <a:avLst/>
          </a:prstGeom>
          <a:noFill/>
          <a:ln>
            <a:noFill/>
          </a:ln>
        </p:spPr>
      </p:pic>
      <p:pic>
        <p:nvPicPr>
          <p:cNvPr descr="Icon&#10;&#10;Description automatically generated" id="9808" name="Google Shape;9808;p99"/>
          <p:cNvPicPr preferRelativeResize="0"/>
          <p:nvPr/>
        </p:nvPicPr>
        <p:blipFill rotWithShape="1">
          <a:blip r:embed="rId6">
            <a:alphaModFix/>
          </a:blip>
          <a:srcRect b="0" l="0" r="0" t="0"/>
          <a:stretch/>
        </p:blipFill>
        <p:spPr>
          <a:xfrm>
            <a:off x="3681955" y="3154580"/>
            <a:ext cx="451829" cy="621665"/>
          </a:xfrm>
          <a:prstGeom prst="rect">
            <a:avLst/>
          </a:prstGeom>
          <a:noFill/>
          <a:ln>
            <a:noFill/>
          </a:ln>
        </p:spPr>
      </p:pic>
      <p:pic>
        <p:nvPicPr>
          <p:cNvPr descr="Icon&#10;&#10;Description automatically generated" id="9809" name="Google Shape;9809;p99"/>
          <p:cNvPicPr preferRelativeResize="0"/>
          <p:nvPr/>
        </p:nvPicPr>
        <p:blipFill rotWithShape="1">
          <a:blip r:embed="rId7">
            <a:alphaModFix/>
          </a:blip>
          <a:srcRect b="0" l="0" r="0" t="0"/>
          <a:stretch/>
        </p:blipFill>
        <p:spPr>
          <a:xfrm>
            <a:off x="3655899" y="3926006"/>
            <a:ext cx="505593" cy="695498"/>
          </a:xfrm>
          <a:prstGeom prst="rect">
            <a:avLst/>
          </a:prstGeom>
          <a:noFill/>
          <a:ln>
            <a:noFill/>
          </a:ln>
        </p:spPr>
      </p:pic>
      <p:pic>
        <p:nvPicPr>
          <p:cNvPr descr="Icon&#10;&#10;Description automatically generated" id="9810" name="Google Shape;9810;p99"/>
          <p:cNvPicPr preferRelativeResize="0"/>
          <p:nvPr/>
        </p:nvPicPr>
        <p:blipFill rotWithShape="1">
          <a:blip r:embed="rId6">
            <a:alphaModFix/>
          </a:blip>
          <a:srcRect b="0" l="0" r="0" t="0"/>
          <a:stretch/>
        </p:blipFill>
        <p:spPr>
          <a:xfrm>
            <a:off x="9043303" y="3225239"/>
            <a:ext cx="451829" cy="621665"/>
          </a:xfrm>
          <a:prstGeom prst="rect">
            <a:avLst/>
          </a:prstGeom>
          <a:noFill/>
          <a:ln>
            <a:noFill/>
          </a:ln>
        </p:spPr>
      </p:pic>
      <p:pic>
        <p:nvPicPr>
          <p:cNvPr descr="Logo&#10;&#10;Description automatically generated with medium confidence" id="9811" name="Google Shape;9811;p99"/>
          <p:cNvPicPr preferRelativeResize="0"/>
          <p:nvPr/>
        </p:nvPicPr>
        <p:blipFill rotWithShape="1">
          <a:blip r:embed="rId5">
            <a:alphaModFix/>
          </a:blip>
          <a:srcRect b="0" l="0" r="0" t="0"/>
          <a:stretch/>
        </p:blipFill>
        <p:spPr>
          <a:xfrm>
            <a:off x="9066221" y="2509417"/>
            <a:ext cx="401301" cy="553374"/>
          </a:xfrm>
          <a:prstGeom prst="rect">
            <a:avLst/>
          </a:prstGeom>
          <a:noFill/>
          <a:ln>
            <a:noFill/>
          </a:ln>
        </p:spPr>
      </p:pic>
      <p:pic>
        <p:nvPicPr>
          <p:cNvPr descr="Icon&#10;&#10;Description automatically generated with low confidence" id="9812" name="Google Shape;9812;p99"/>
          <p:cNvPicPr preferRelativeResize="0"/>
          <p:nvPr/>
        </p:nvPicPr>
        <p:blipFill rotWithShape="1">
          <a:blip r:embed="rId3">
            <a:alphaModFix/>
          </a:blip>
          <a:srcRect b="0" l="0" r="0" t="0"/>
          <a:stretch/>
        </p:blipFill>
        <p:spPr>
          <a:xfrm>
            <a:off x="9081613" y="1739407"/>
            <a:ext cx="351909" cy="4882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2"/>
                                        </p:tgtEl>
                                        <p:attrNameLst>
                                          <p:attrName>style.visibility</p:attrName>
                                        </p:attrNameLst>
                                      </p:cBhvr>
                                      <p:to>
                                        <p:strVal val="visible"/>
                                      </p:to>
                                    </p:set>
                                    <p:animEffect filter="fade" transition="in">
                                      <p:cBhvr>
                                        <p:cTn dur="500"/>
                                        <p:tgtEl>
                                          <p:spTgt spid="96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81"/>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9771"/>
                                        </p:tgtEl>
                                        <p:attrNameLst>
                                          <p:attrName>style.visibility</p:attrName>
                                        </p:attrNameLst>
                                      </p:cBhvr>
                                      <p:to>
                                        <p:strVal val="visible"/>
                                      </p:to>
                                    </p:set>
                                    <p:animEffect filter="fade" transition="in">
                                      <p:cBhvr>
                                        <p:cTn dur="500"/>
                                        <p:tgtEl>
                                          <p:spTgt spid="97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771"/>
                                        </p:tgtEl>
                                      </p:cBhvr>
                                    </p:animEffect>
                                    <p:set>
                                      <p:cBhvr>
                                        <p:cTn dur="1" fill="hold">
                                          <p:stCondLst>
                                            <p:cond delay="500"/>
                                          </p:stCondLst>
                                        </p:cTn>
                                        <p:tgtEl>
                                          <p:spTgt spid="977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807"/>
                                        </p:tgtEl>
                                        <p:attrNameLst>
                                          <p:attrName>style.visibility</p:attrName>
                                        </p:attrNameLst>
                                      </p:cBhvr>
                                      <p:to>
                                        <p:strVal val="visible"/>
                                      </p:to>
                                    </p:set>
                                    <p:animEffect filter="fade" transition="in">
                                      <p:cBhvr>
                                        <p:cTn dur="500"/>
                                        <p:tgtEl>
                                          <p:spTgt spid="9807"/>
                                        </p:tgtEl>
                                      </p:cBhvr>
                                    </p:animEffect>
                                  </p:childTnLst>
                                </p:cTn>
                              </p:par>
                            </p:childTnLst>
                          </p:cTn>
                        </p:par>
                        <p:par>
                          <p:cTn fill="hold">
                            <p:stCondLst>
                              <p:cond delay="1000"/>
                            </p:stCondLst>
                            <p:childTnLst>
                              <p:par>
                                <p:cTn fill="hold" nodeType="afterEffect" presetClass="exit" presetID="1" presetSubtype="0">
                                  <p:stCondLst>
                                    <p:cond delay="0"/>
                                  </p:stCondLst>
                                  <p:childTnLst>
                                    <p:set>
                                      <p:cBhvr>
                                        <p:cTn dur="1" fill="hold">
                                          <p:stCondLst>
                                            <p:cond delay="1"/>
                                          </p:stCondLst>
                                        </p:cTn>
                                        <p:tgtEl>
                                          <p:spTgt spid="968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776"/>
                                        </p:tgtEl>
                                        <p:attrNameLst>
                                          <p:attrName>style.visibility</p:attrName>
                                        </p:attrNameLst>
                                      </p:cBhvr>
                                      <p:to>
                                        <p:strVal val="visible"/>
                                      </p:to>
                                    </p:set>
                                    <p:animEffect filter="fade" transition="in">
                                      <p:cBhvr>
                                        <p:cTn dur="500"/>
                                        <p:tgtEl>
                                          <p:spTgt spid="97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776"/>
                                        </p:tgtEl>
                                      </p:cBhvr>
                                    </p:animEffect>
                                    <p:set>
                                      <p:cBhvr>
                                        <p:cTn dur="1" fill="hold">
                                          <p:stCondLst>
                                            <p:cond delay="500"/>
                                          </p:stCondLst>
                                        </p:cTn>
                                        <p:tgtEl>
                                          <p:spTgt spid="9776"/>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808"/>
                                        </p:tgtEl>
                                        <p:attrNameLst>
                                          <p:attrName>style.visibility</p:attrName>
                                        </p:attrNameLst>
                                      </p:cBhvr>
                                      <p:to>
                                        <p:strVal val="visible"/>
                                      </p:to>
                                    </p:set>
                                    <p:animEffect filter="fade" transition="in">
                                      <p:cBhvr>
                                        <p:cTn dur="500"/>
                                        <p:tgtEl>
                                          <p:spTgt spid="9808"/>
                                        </p:tgtEl>
                                      </p:cBhvr>
                                    </p:animEffect>
                                  </p:childTnLst>
                                </p:cTn>
                              </p:par>
                            </p:childTnLst>
                          </p:cTn>
                        </p:par>
                        <p:par>
                          <p:cTn fill="hold">
                            <p:stCondLst>
                              <p:cond delay="1000"/>
                            </p:stCondLst>
                            <p:childTnLst>
                              <p:par>
                                <p:cTn fill="hold" nodeType="afterEffect" presetClass="exit" presetID="1" presetSubtype="0">
                                  <p:stCondLst>
                                    <p:cond delay="0"/>
                                  </p:stCondLst>
                                  <p:childTnLst>
                                    <p:set>
                                      <p:cBhvr>
                                        <p:cTn dur="1" fill="hold">
                                          <p:stCondLst>
                                            <p:cond delay="1"/>
                                          </p:stCondLst>
                                        </p:cTn>
                                        <p:tgtEl>
                                          <p:spTgt spid="980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785"/>
                                        </p:tgtEl>
                                        <p:attrNameLst>
                                          <p:attrName>style.visibility</p:attrName>
                                        </p:attrNameLst>
                                      </p:cBhvr>
                                      <p:to>
                                        <p:strVal val="visible"/>
                                      </p:to>
                                    </p:set>
                                    <p:animEffect filter="fade" transition="in">
                                      <p:cBhvr>
                                        <p:cTn dur="500"/>
                                        <p:tgtEl>
                                          <p:spTgt spid="97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785"/>
                                        </p:tgtEl>
                                      </p:cBhvr>
                                    </p:animEffect>
                                    <p:set>
                                      <p:cBhvr>
                                        <p:cTn dur="1" fill="hold">
                                          <p:stCondLst>
                                            <p:cond delay="500"/>
                                          </p:stCondLst>
                                        </p:cTn>
                                        <p:tgtEl>
                                          <p:spTgt spid="9785"/>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809"/>
                                        </p:tgtEl>
                                        <p:attrNameLst>
                                          <p:attrName>style.visibility</p:attrName>
                                        </p:attrNameLst>
                                      </p:cBhvr>
                                      <p:to>
                                        <p:strVal val="visible"/>
                                      </p:to>
                                    </p:set>
                                    <p:animEffect filter="fade" transition="in">
                                      <p:cBhvr>
                                        <p:cTn dur="500"/>
                                        <p:tgtEl>
                                          <p:spTgt spid="9809"/>
                                        </p:tgtEl>
                                      </p:cBhvr>
                                    </p:animEffect>
                                  </p:childTnLst>
                                </p:cTn>
                              </p:par>
                            </p:childTnLst>
                          </p:cTn>
                        </p:par>
                        <p:par>
                          <p:cTn fill="hold">
                            <p:stCondLst>
                              <p:cond delay="1000"/>
                            </p:stCondLst>
                            <p:childTnLst>
                              <p:par>
                                <p:cTn fill="hold" nodeType="afterEffect" presetClass="exit" presetID="1" presetSubtype="0">
                                  <p:stCondLst>
                                    <p:cond delay="0"/>
                                  </p:stCondLst>
                                  <p:childTnLst>
                                    <p:set>
                                      <p:cBhvr>
                                        <p:cTn dur="1" fill="hold">
                                          <p:stCondLst>
                                            <p:cond delay="1"/>
                                          </p:stCondLst>
                                        </p:cTn>
                                        <p:tgtEl>
                                          <p:spTgt spid="980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795"/>
                                        </p:tgtEl>
                                        <p:attrNameLst>
                                          <p:attrName>style.visibility</p:attrName>
                                        </p:attrNameLst>
                                      </p:cBhvr>
                                      <p:to>
                                        <p:strVal val="visible"/>
                                      </p:to>
                                    </p:set>
                                    <p:animEffect filter="fade" transition="in">
                                      <p:cBhvr>
                                        <p:cTn dur="500"/>
                                        <p:tgtEl>
                                          <p:spTgt spid="97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70"/>
                                        </p:tgtEl>
                                        <p:attrNameLst>
                                          <p:attrName>style.visibility</p:attrName>
                                        </p:attrNameLst>
                                      </p:cBhvr>
                                      <p:to>
                                        <p:strVal val="visible"/>
                                      </p:to>
                                    </p:set>
                                    <p:animEffect filter="fade" transition="in">
                                      <p:cBhvr>
                                        <p:cTn dur="500"/>
                                        <p:tgtEl>
                                          <p:spTgt spid="977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739"/>
                                        </p:tgtEl>
                                        <p:attrNameLst>
                                          <p:attrName>style.visibility</p:attrName>
                                        </p:attrNameLst>
                                      </p:cBhvr>
                                      <p:to>
                                        <p:strVal val="visible"/>
                                      </p:to>
                                    </p:set>
                                    <p:animEffect filter="fade" transition="in">
                                      <p:cBhvr>
                                        <p:cTn dur="500"/>
                                        <p:tgtEl>
                                          <p:spTgt spid="9739"/>
                                        </p:tgtEl>
                                      </p:cBhvr>
                                    </p:animEffect>
                                  </p:childTnLst>
                                </p:cTn>
                              </p:par>
                              <p:par>
                                <p:cTn fill="hold" nodeType="withEffect" presetClass="exit" presetID="10" presetSubtype="0">
                                  <p:stCondLst>
                                    <p:cond delay="0"/>
                                  </p:stCondLst>
                                  <p:childTnLst>
                                    <p:animEffect filter="fade" transition="out">
                                      <p:cBhvr>
                                        <p:cTn dur="500"/>
                                        <p:tgtEl>
                                          <p:spTgt spid="9795"/>
                                        </p:tgtEl>
                                      </p:cBhvr>
                                    </p:animEffect>
                                    <p:set>
                                      <p:cBhvr>
                                        <p:cTn dur="1" fill="hold">
                                          <p:stCondLst>
                                            <p:cond delay="500"/>
                                          </p:stCondLst>
                                        </p:cTn>
                                        <p:tgtEl>
                                          <p:spTgt spid="9795"/>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810"/>
                                        </p:tgtEl>
                                        <p:attrNameLst>
                                          <p:attrName>style.visibility</p:attrName>
                                        </p:attrNameLst>
                                      </p:cBhvr>
                                      <p:to>
                                        <p:strVal val="visible"/>
                                      </p:to>
                                    </p:set>
                                    <p:animEffect filter="fade" transition="in">
                                      <p:cBhvr>
                                        <p:cTn dur="500"/>
                                        <p:tgtEl>
                                          <p:spTgt spid="981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9811"/>
                                        </p:tgtEl>
                                        <p:attrNameLst>
                                          <p:attrName>style.visibility</p:attrName>
                                        </p:attrNameLst>
                                      </p:cBhvr>
                                      <p:to>
                                        <p:strVal val="visible"/>
                                      </p:to>
                                    </p:set>
                                    <p:animEffect filter="fade" transition="in">
                                      <p:cBhvr>
                                        <p:cTn dur="500"/>
                                        <p:tgtEl>
                                          <p:spTgt spid="981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812"/>
                                        </p:tgtEl>
                                        <p:attrNameLst>
                                          <p:attrName>style.visibility</p:attrName>
                                        </p:attrNameLst>
                                      </p:cBhvr>
                                      <p:to>
                                        <p:strVal val="visible"/>
                                      </p:to>
                                    </p:set>
                                    <p:animEffect filter="fade" transition="in">
                                      <p:cBhvr>
                                        <p:cTn dur="500"/>
                                        <p:tgtEl>
                                          <p:spTgt spid="98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7" name="Shape 9817"/>
        <p:cNvGrpSpPr/>
        <p:nvPr/>
      </p:nvGrpSpPr>
      <p:grpSpPr>
        <a:xfrm>
          <a:off x="0" y="0"/>
          <a:ext cx="0" cy="0"/>
          <a:chOff x="0" y="0"/>
          <a:chExt cx="0" cy="0"/>
        </a:xfrm>
      </p:grpSpPr>
      <p:sp>
        <p:nvSpPr>
          <p:cNvPr id="9818" name="Google Shape;9818;p100"/>
          <p:cNvSpPr/>
          <p:nvPr/>
        </p:nvSpPr>
        <p:spPr>
          <a:xfrm>
            <a:off x="8197855" y="4478480"/>
            <a:ext cx="454072" cy="992421"/>
          </a:xfrm>
          <a:custGeom>
            <a:rect b="b" l="l" r="r" t="t"/>
            <a:pathLst>
              <a:path extrusionOk="0" h="9750" w="9587">
                <a:moveTo>
                  <a:pt x="9553" y="7744"/>
                </a:moveTo>
                <a:lnTo>
                  <a:pt x="302" y="0"/>
                </a:lnTo>
                <a:cubicBezTo>
                  <a:pt x="201" y="3191"/>
                  <a:pt x="101" y="6382"/>
                  <a:pt x="0" y="9573"/>
                </a:cubicBezTo>
                <a:lnTo>
                  <a:pt x="9464" y="9750"/>
                </a:lnTo>
                <a:cubicBezTo>
                  <a:pt x="9314" y="8998"/>
                  <a:pt x="9702" y="8496"/>
                  <a:pt x="9553" y="7744"/>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819" name="Google Shape;9819;p100"/>
          <p:cNvGrpSpPr/>
          <p:nvPr/>
        </p:nvGrpSpPr>
        <p:grpSpPr>
          <a:xfrm>
            <a:off x="8637066" y="5115960"/>
            <a:ext cx="958850" cy="476251"/>
            <a:chOff x="7493876" y="2774731"/>
            <a:chExt cx="1481958" cy="894622"/>
          </a:xfrm>
        </p:grpSpPr>
        <p:sp>
          <p:nvSpPr>
            <p:cNvPr id="9820" name="Google Shape;9820;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sp>
          <p:nvSpPr>
            <p:cNvPr id="9821" name="Google Shape;9821;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b="0" i="0" sz="1800" u="none" cap="none" strike="noStrike">
                <a:solidFill>
                  <a:srgbClr val="FFFFFF"/>
                </a:solidFill>
                <a:latin typeface="Calibri"/>
                <a:ea typeface="Calibri"/>
                <a:cs typeface="Calibri"/>
                <a:sym typeface="Calibri"/>
              </a:endParaRPr>
            </a:p>
          </p:txBody>
        </p:sp>
        <p:grpSp>
          <p:nvGrpSpPr>
            <p:cNvPr id="9822" name="Google Shape;9822;p100"/>
            <p:cNvGrpSpPr/>
            <p:nvPr/>
          </p:nvGrpSpPr>
          <p:grpSpPr>
            <a:xfrm>
              <a:off x="7713663" y="2848339"/>
              <a:ext cx="1042107" cy="425543"/>
              <a:chOff x="7786941" y="2884917"/>
              <a:chExt cx="897649" cy="353919"/>
            </a:xfrm>
          </p:grpSpPr>
          <p:sp>
            <p:nvSpPr>
              <p:cNvPr id="9823" name="Google Shape;9823;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24" name="Google Shape;9824;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25" name="Google Shape;9825;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26" name="Google Shape;9826;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9827" name="Google Shape;9827;p100"/>
          <p:cNvSpPr/>
          <p:nvPr/>
        </p:nvSpPr>
        <p:spPr>
          <a:xfrm>
            <a:off x="6916745" y="4489446"/>
            <a:ext cx="1273175" cy="946150"/>
          </a:xfrm>
          <a:prstGeom prst="rect">
            <a:avLst/>
          </a:prstGeom>
          <a:solidFill>
            <a:schemeClr val="lt1"/>
          </a:solidFill>
          <a:ln cap="flat" cmpd="sng" w="28575">
            <a:solidFill>
              <a:schemeClr val="dk1"/>
            </a:solidFill>
            <a:prstDash val="solid"/>
            <a:miter lim="800000"/>
            <a:headEnd len="sm" w="sm" type="none"/>
            <a:tailEnd len="sm" w="sm" type="none"/>
          </a:ln>
          <a:effectLst>
            <a:outerShdw blurRad="127000" sx="103000" rotWithShape="0" algn="bl" dir="18900000" dist="38100" sy="103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828" name="Google Shape;9828;p100"/>
          <p:cNvSpPr txBox="1"/>
          <p:nvPr/>
        </p:nvSpPr>
        <p:spPr>
          <a:xfrm>
            <a:off x="6873882" y="4456108"/>
            <a:ext cx="1317625" cy="996950"/>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network</a:t>
            </a:r>
            <a:endParaRPr b="0" i="0" sz="18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link</a:t>
            </a:r>
            <a:endParaRPr b="0" i="0" sz="18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sp>
        <p:nvSpPr>
          <p:cNvPr id="9829" name="Google Shape;9829;p100"/>
          <p:cNvSpPr/>
          <p:nvPr/>
        </p:nvSpPr>
        <p:spPr>
          <a:xfrm>
            <a:off x="2886137" y="4865756"/>
            <a:ext cx="1273175" cy="1536700"/>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830" name="Google Shape;9830;p100"/>
          <p:cNvSpPr txBox="1"/>
          <p:nvPr/>
        </p:nvSpPr>
        <p:spPr>
          <a:xfrm>
            <a:off x="2832765" y="4821907"/>
            <a:ext cx="1317625" cy="1600200"/>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application</a:t>
            </a:r>
            <a:endParaRPr b="0" i="0" sz="18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transport</a:t>
            </a:r>
            <a:endParaRPr b="0" i="0" sz="18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network</a:t>
            </a:r>
            <a:endParaRPr b="0" i="0" sz="18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link</a:t>
            </a:r>
            <a:endParaRPr b="0" i="0" sz="18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cxnSp>
        <p:nvCxnSpPr>
          <p:cNvPr id="9831" name="Google Shape;9831;p100"/>
          <p:cNvCxnSpPr/>
          <p:nvPr/>
        </p:nvCxnSpPr>
        <p:spPr>
          <a:xfrm>
            <a:off x="2886136" y="5183257"/>
            <a:ext cx="1263650" cy="3175"/>
          </a:xfrm>
          <a:prstGeom prst="straightConnector1">
            <a:avLst/>
          </a:prstGeom>
          <a:noFill/>
          <a:ln cap="flat" cmpd="sng" w="28575">
            <a:solidFill>
              <a:schemeClr val="dk1"/>
            </a:solidFill>
            <a:prstDash val="solid"/>
            <a:round/>
            <a:headEnd len="sm" w="sm" type="none"/>
            <a:tailEnd len="sm" w="sm" type="none"/>
          </a:ln>
        </p:spPr>
      </p:cxnSp>
      <p:cxnSp>
        <p:nvCxnSpPr>
          <p:cNvPr id="9832" name="Google Shape;9832;p100"/>
          <p:cNvCxnSpPr/>
          <p:nvPr/>
        </p:nvCxnSpPr>
        <p:spPr>
          <a:xfrm>
            <a:off x="2894074" y="5503932"/>
            <a:ext cx="1263650" cy="3175"/>
          </a:xfrm>
          <a:prstGeom prst="straightConnector1">
            <a:avLst/>
          </a:prstGeom>
          <a:noFill/>
          <a:ln cap="flat" cmpd="sng" w="28575">
            <a:solidFill>
              <a:schemeClr val="dk1"/>
            </a:solidFill>
            <a:prstDash val="solid"/>
            <a:round/>
            <a:headEnd len="sm" w="sm" type="none"/>
            <a:tailEnd len="sm" w="sm" type="none"/>
          </a:ln>
        </p:spPr>
      </p:cxnSp>
      <p:cxnSp>
        <p:nvCxnSpPr>
          <p:cNvPr id="9833" name="Google Shape;9833;p100"/>
          <p:cNvCxnSpPr/>
          <p:nvPr/>
        </p:nvCxnSpPr>
        <p:spPr>
          <a:xfrm>
            <a:off x="2898836" y="5784919"/>
            <a:ext cx="1263650" cy="3175"/>
          </a:xfrm>
          <a:prstGeom prst="straightConnector1">
            <a:avLst/>
          </a:prstGeom>
          <a:noFill/>
          <a:ln cap="flat" cmpd="sng" w="28575">
            <a:solidFill>
              <a:schemeClr val="dk1"/>
            </a:solidFill>
            <a:prstDash val="solid"/>
            <a:round/>
            <a:headEnd len="sm" w="sm" type="none"/>
            <a:tailEnd len="sm" w="sm" type="none"/>
          </a:ln>
        </p:spPr>
      </p:cxnSp>
      <p:cxnSp>
        <p:nvCxnSpPr>
          <p:cNvPr id="9834" name="Google Shape;9834;p100"/>
          <p:cNvCxnSpPr/>
          <p:nvPr/>
        </p:nvCxnSpPr>
        <p:spPr>
          <a:xfrm>
            <a:off x="2898836" y="6061144"/>
            <a:ext cx="1263650" cy="3175"/>
          </a:xfrm>
          <a:prstGeom prst="straightConnector1">
            <a:avLst/>
          </a:prstGeom>
          <a:noFill/>
          <a:ln cap="flat" cmpd="sng" w="28575">
            <a:solidFill>
              <a:schemeClr val="dk1"/>
            </a:solidFill>
            <a:prstDash val="solid"/>
            <a:round/>
            <a:headEnd len="sm" w="sm" type="none"/>
            <a:tailEnd len="sm" w="sm" type="none"/>
          </a:ln>
        </p:spPr>
      </p:cxnSp>
      <p:sp>
        <p:nvSpPr>
          <p:cNvPr id="9835" name="Google Shape;9835;p100"/>
          <p:cNvSpPr/>
          <p:nvPr/>
        </p:nvSpPr>
        <p:spPr>
          <a:xfrm>
            <a:off x="3816357" y="985833"/>
            <a:ext cx="1273175" cy="1536700"/>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836" name="Google Shape;9836;p100"/>
          <p:cNvSpPr txBox="1"/>
          <p:nvPr/>
        </p:nvSpPr>
        <p:spPr>
          <a:xfrm>
            <a:off x="3762985" y="941984"/>
            <a:ext cx="1317625" cy="1600200"/>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application</a:t>
            </a:r>
            <a:endParaRPr b="0" i="0" sz="18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transport</a:t>
            </a:r>
            <a:endParaRPr b="0" i="0" sz="18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network</a:t>
            </a:r>
            <a:endParaRPr b="0" i="0" sz="18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link</a:t>
            </a:r>
            <a:endParaRPr b="0" i="0" sz="18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sp>
        <p:nvSpPr>
          <p:cNvPr id="9837" name="Google Shape;9837;p100"/>
          <p:cNvSpPr/>
          <p:nvPr/>
        </p:nvSpPr>
        <p:spPr>
          <a:xfrm>
            <a:off x="8317497" y="2564096"/>
            <a:ext cx="638175" cy="781777"/>
          </a:xfrm>
          <a:custGeom>
            <a:rect b="b" l="l" r="r" t="t"/>
            <a:pathLst>
              <a:path extrusionOk="0" h="537" w="402">
                <a:moveTo>
                  <a:pt x="402" y="363"/>
                </a:moveTo>
                <a:lnTo>
                  <a:pt x="28" y="0"/>
                </a:lnTo>
                <a:lnTo>
                  <a:pt x="0" y="470"/>
                </a:lnTo>
                <a:lnTo>
                  <a:pt x="242" y="537"/>
                </a:lnTo>
                <a:lnTo>
                  <a:pt x="402" y="363"/>
                </a:ln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838" name="Google Shape;9838;p100"/>
          <p:cNvGrpSpPr/>
          <p:nvPr/>
        </p:nvGrpSpPr>
        <p:grpSpPr>
          <a:xfrm>
            <a:off x="8737109" y="2942202"/>
            <a:ext cx="959348" cy="478062"/>
            <a:chOff x="3668110" y="2448910"/>
            <a:chExt cx="3794234" cy="2165130"/>
          </a:xfrm>
        </p:grpSpPr>
        <p:sp>
          <p:nvSpPr>
            <p:cNvPr id="9839" name="Google Shape;9839;p100"/>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9840" name="Google Shape;9840;p100"/>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9841" name="Google Shape;9841;p100"/>
            <p:cNvGrpSpPr/>
            <p:nvPr/>
          </p:nvGrpSpPr>
          <p:grpSpPr>
            <a:xfrm>
              <a:off x="3941378" y="2603243"/>
              <a:ext cx="3202061" cy="1066110"/>
              <a:chOff x="7939341" y="3037317"/>
              <a:chExt cx="897649" cy="353919"/>
            </a:xfrm>
          </p:grpSpPr>
          <p:sp>
            <p:nvSpPr>
              <p:cNvPr id="9842" name="Google Shape;9842;p100"/>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9843" name="Google Shape;9843;p100"/>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9844" name="Google Shape;9844;p100"/>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9845" name="Google Shape;9845;p100"/>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sp>
        <p:nvSpPr>
          <p:cNvPr id="9846" name="Google Shape;9846;p100"/>
          <p:cNvSpPr txBox="1"/>
          <p:nvPr>
            <p:ph type="title"/>
          </p:nvPr>
        </p:nvSpPr>
        <p:spPr>
          <a:xfrm>
            <a:off x="6978813" y="264748"/>
            <a:ext cx="4683534" cy="16808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Encapsulation: an end-end view</a:t>
            </a:r>
            <a:endParaRPr sz="4400"/>
          </a:p>
        </p:txBody>
      </p:sp>
      <p:sp>
        <p:nvSpPr>
          <p:cNvPr id="9847" name="Google Shape;9847;p100"/>
          <p:cNvSpPr/>
          <p:nvPr/>
        </p:nvSpPr>
        <p:spPr>
          <a:xfrm>
            <a:off x="5037145" y="1701796"/>
            <a:ext cx="4048125" cy="3833813"/>
          </a:xfrm>
          <a:custGeom>
            <a:rect b="b" l="l" r="r" t="t"/>
            <a:pathLst>
              <a:path extrusionOk="0" h="2415" w="2550">
                <a:moveTo>
                  <a:pt x="592" y="0"/>
                </a:moveTo>
                <a:lnTo>
                  <a:pt x="2544" y="0"/>
                </a:lnTo>
                <a:lnTo>
                  <a:pt x="2550" y="2415"/>
                </a:lnTo>
                <a:lnTo>
                  <a:pt x="0" y="2415"/>
                </a:lnTo>
              </a:path>
            </a:pathLst>
          </a:custGeom>
          <a:noFill/>
          <a:ln cap="flat" cmpd="sng" w="9525">
            <a:solidFill>
              <a:schemeClr val="l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48" name="Google Shape;9848;p100"/>
          <p:cNvSpPr txBox="1"/>
          <p:nvPr/>
        </p:nvSpPr>
        <p:spPr>
          <a:xfrm>
            <a:off x="3935420" y="477833"/>
            <a:ext cx="1100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b="0" i="1" lang="en-US" sz="2400" u="none" cap="none" strike="noStrike">
                <a:solidFill>
                  <a:srgbClr val="000099"/>
                </a:solidFill>
                <a:latin typeface="Arial"/>
                <a:ea typeface="Arial"/>
                <a:cs typeface="Arial"/>
                <a:sym typeface="Arial"/>
              </a:rPr>
              <a:t>source</a:t>
            </a:r>
            <a:endParaRPr b="0" i="1" sz="2400" u="none" cap="none" strike="noStrike">
              <a:solidFill>
                <a:srgbClr val="000099"/>
              </a:solidFill>
              <a:latin typeface="Arial"/>
              <a:ea typeface="Arial"/>
              <a:cs typeface="Arial"/>
              <a:sym typeface="Arial"/>
            </a:endParaRPr>
          </a:p>
        </p:txBody>
      </p:sp>
      <p:sp>
        <p:nvSpPr>
          <p:cNvPr id="9849" name="Google Shape;9849;p100"/>
          <p:cNvSpPr/>
          <p:nvPr/>
        </p:nvSpPr>
        <p:spPr>
          <a:xfrm>
            <a:off x="5087944" y="959945"/>
            <a:ext cx="360362" cy="1596219"/>
          </a:xfrm>
          <a:custGeom>
            <a:rect b="b" l="l" r="r" t="t"/>
            <a:pathLst>
              <a:path extrusionOk="0" h="1186" w="267">
                <a:moveTo>
                  <a:pt x="254" y="466"/>
                </a:moveTo>
                <a:lnTo>
                  <a:pt x="0" y="0"/>
                </a:lnTo>
                <a:lnTo>
                  <a:pt x="0" y="1186"/>
                </a:lnTo>
                <a:lnTo>
                  <a:pt x="267" y="652"/>
                </a:lnTo>
                <a:lnTo>
                  <a:pt x="254" y="466"/>
                </a:ln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9850" name="Google Shape;9850;p100"/>
          <p:cNvCxnSpPr/>
          <p:nvPr/>
        </p:nvCxnSpPr>
        <p:spPr>
          <a:xfrm>
            <a:off x="3816356" y="1303334"/>
            <a:ext cx="1263650" cy="3175"/>
          </a:xfrm>
          <a:prstGeom prst="straightConnector1">
            <a:avLst/>
          </a:prstGeom>
          <a:noFill/>
          <a:ln cap="flat" cmpd="sng" w="28575">
            <a:solidFill>
              <a:schemeClr val="dk1"/>
            </a:solidFill>
            <a:prstDash val="solid"/>
            <a:round/>
            <a:headEnd len="sm" w="sm" type="none"/>
            <a:tailEnd len="sm" w="sm" type="none"/>
          </a:ln>
        </p:spPr>
      </p:cxnSp>
      <p:cxnSp>
        <p:nvCxnSpPr>
          <p:cNvPr id="9851" name="Google Shape;9851;p100"/>
          <p:cNvCxnSpPr/>
          <p:nvPr/>
        </p:nvCxnSpPr>
        <p:spPr>
          <a:xfrm>
            <a:off x="3824294" y="1624009"/>
            <a:ext cx="1263650" cy="3175"/>
          </a:xfrm>
          <a:prstGeom prst="straightConnector1">
            <a:avLst/>
          </a:prstGeom>
          <a:noFill/>
          <a:ln cap="flat" cmpd="sng" w="28575">
            <a:solidFill>
              <a:schemeClr val="dk1"/>
            </a:solidFill>
            <a:prstDash val="solid"/>
            <a:round/>
            <a:headEnd len="sm" w="sm" type="none"/>
            <a:tailEnd len="sm" w="sm" type="none"/>
          </a:ln>
        </p:spPr>
      </p:cxnSp>
      <p:cxnSp>
        <p:nvCxnSpPr>
          <p:cNvPr id="9852" name="Google Shape;9852;p100"/>
          <p:cNvCxnSpPr/>
          <p:nvPr/>
        </p:nvCxnSpPr>
        <p:spPr>
          <a:xfrm>
            <a:off x="3829056" y="1904996"/>
            <a:ext cx="1263650" cy="3175"/>
          </a:xfrm>
          <a:prstGeom prst="straightConnector1">
            <a:avLst/>
          </a:prstGeom>
          <a:noFill/>
          <a:ln cap="flat" cmpd="sng" w="28575">
            <a:solidFill>
              <a:schemeClr val="dk1"/>
            </a:solidFill>
            <a:prstDash val="solid"/>
            <a:round/>
            <a:headEnd len="sm" w="sm" type="none"/>
            <a:tailEnd len="sm" w="sm" type="none"/>
          </a:ln>
        </p:spPr>
      </p:cxnSp>
      <p:cxnSp>
        <p:nvCxnSpPr>
          <p:cNvPr id="9853" name="Google Shape;9853;p100"/>
          <p:cNvCxnSpPr/>
          <p:nvPr/>
        </p:nvCxnSpPr>
        <p:spPr>
          <a:xfrm>
            <a:off x="3829056" y="2181221"/>
            <a:ext cx="1263650" cy="3175"/>
          </a:xfrm>
          <a:prstGeom prst="straightConnector1">
            <a:avLst/>
          </a:prstGeom>
          <a:noFill/>
          <a:ln cap="flat" cmpd="sng" w="28575">
            <a:solidFill>
              <a:schemeClr val="dk1"/>
            </a:solidFill>
            <a:prstDash val="solid"/>
            <a:round/>
            <a:headEnd len="sm" w="sm" type="none"/>
            <a:tailEnd len="sm" w="sm" type="none"/>
          </a:ln>
        </p:spPr>
      </p:cxnSp>
      <p:grpSp>
        <p:nvGrpSpPr>
          <p:cNvPr id="9854" name="Google Shape;9854;p100"/>
          <p:cNvGrpSpPr/>
          <p:nvPr/>
        </p:nvGrpSpPr>
        <p:grpSpPr>
          <a:xfrm>
            <a:off x="2438406" y="1622421"/>
            <a:ext cx="1208088" cy="303213"/>
            <a:chOff x="501" y="1990"/>
            <a:chExt cx="761" cy="191"/>
          </a:xfrm>
        </p:grpSpPr>
        <p:sp>
          <p:nvSpPr>
            <p:cNvPr id="9855" name="Google Shape;9855;p100"/>
            <p:cNvSpPr/>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856" name="Google Shape;9856;p100"/>
            <p:cNvSpPr/>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857" name="Google Shape;9857;p100"/>
            <p:cNvSpPr/>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sp>
          <p:nvSpPr>
            <p:cNvPr id="9858" name="Google Shape;9858;p100"/>
            <p:cNvSpPr/>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cxnSp>
          <p:nvCxnSpPr>
            <p:cNvPr id="9859" name="Google Shape;9859;p100"/>
            <p:cNvCxnSpPr/>
            <p:nvPr/>
          </p:nvCxnSpPr>
          <p:spPr>
            <a:xfrm>
              <a:off x="688" y="2013"/>
              <a:ext cx="0" cy="154"/>
            </a:xfrm>
            <a:prstGeom prst="straightConnector1">
              <a:avLst/>
            </a:prstGeom>
            <a:noFill/>
            <a:ln cap="flat" cmpd="sng" w="9525">
              <a:solidFill>
                <a:schemeClr val="dk1"/>
              </a:solidFill>
              <a:prstDash val="solid"/>
              <a:round/>
              <a:headEnd len="sm" w="sm" type="none"/>
              <a:tailEnd len="sm" w="sm" type="none"/>
            </a:ln>
          </p:spPr>
        </p:cxnSp>
        <p:cxnSp>
          <p:nvCxnSpPr>
            <p:cNvPr id="9860" name="Google Shape;9860;p100"/>
            <p:cNvCxnSpPr/>
            <p:nvPr/>
          </p:nvCxnSpPr>
          <p:spPr>
            <a:xfrm>
              <a:off x="880" y="2010"/>
              <a:ext cx="0" cy="156"/>
            </a:xfrm>
            <a:prstGeom prst="straightConnector1">
              <a:avLst/>
            </a:prstGeom>
            <a:noFill/>
            <a:ln cap="flat" cmpd="sng" w="9525">
              <a:solidFill>
                <a:schemeClr val="dk1"/>
              </a:solidFill>
              <a:prstDash val="solid"/>
              <a:round/>
              <a:headEnd len="sm" w="sm" type="none"/>
              <a:tailEnd len="sm" w="sm" type="none"/>
            </a:ln>
          </p:spPr>
        </p:cxnSp>
      </p:grpSp>
      <p:sp>
        <p:nvSpPr>
          <p:cNvPr id="9861" name="Google Shape;9861;p100"/>
          <p:cNvSpPr txBox="1"/>
          <p:nvPr/>
        </p:nvSpPr>
        <p:spPr>
          <a:xfrm>
            <a:off x="1614494" y="1250945"/>
            <a:ext cx="96361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b="0" i="0" lang="en-US" sz="1600" u="none" cap="none" strike="noStrike">
                <a:solidFill>
                  <a:srgbClr val="CC0000"/>
                </a:solidFill>
                <a:latin typeface="Arial"/>
                <a:ea typeface="Arial"/>
                <a:cs typeface="Arial"/>
                <a:sym typeface="Arial"/>
              </a:rPr>
              <a:t>segment</a:t>
            </a:r>
            <a:endParaRPr b="0" i="0" sz="1600" u="none" cap="none" strike="noStrike">
              <a:solidFill>
                <a:srgbClr val="CC0000"/>
              </a:solidFill>
              <a:latin typeface="Arial"/>
              <a:ea typeface="Arial"/>
              <a:cs typeface="Arial"/>
              <a:sym typeface="Arial"/>
            </a:endParaRPr>
          </a:p>
        </p:txBody>
      </p:sp>
      <p:grpSp>
        <p:nvGrpSpPr>
          <p:cNvPr id="9862" name="Google Shape;9862;p100"/>
          <p:cNvGrpSpPr/>
          <p:nvPr/>
        </p:nvGrpSpPr>
        <p:grpSpPr>
          <a:xfrm>
            <a:off x="2755907" y="1290633"/>
            <a:ext cx="301625" cy="292100"/>
            <a:chOff x="1962" y="2058"/>
            <a:chExt cx="190" cy="184"/>
          </a:xfrm>
        </p:grpSpPr>
        <p:sp>
          <p:nvSpPr>
            <p:cNvPr id="9863" name="Google Shape;9863;p100"/>
            <p:cNvSpPr/>
            <p:nvPr/>
          </p:nvSpPr>
          <p:spPr>
            <a:xfrm>
              <a:off x="1962"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864" name="Google Shape;9864;p100"/>
            <p:cNvSpPr/>
            <p:nvPr/>
          </p:nvSpPr>
          <p:spPr>
            <a:xfrm>
              <a:off x="1965"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grpSp>
      <p:sp>
        <p:nvSpPr>
          <p:cNvPr id="9865" name="Google Shape;9865;p100"/>
          <p:cNvSpPr txBox="1"/>
          <p:nvPr/>
        </p:nvSpPr>
        <p:spPr>
          <a:xfrm>
            <a:off x="1414470" y="1590670"/>
            <a:ext cx="10429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b="0" i="0" lang="en-US" sz="1600" u="none" cap="none" strike="noStrike">
                <a:solidFill>
                  <a:srgbClr val="CC0000"/>
                </a:solidFill>
                <a:latin typeface="Arial"/>
                <a:ea typeface="Arial"/>
                <a:cs typeface="Arial"/>
                <a:sym typeface="Arial"/>
              </a:rPr>
              <a:t>datagram</a:t>
            </a:r>
            <a:endParaRPr b="0" i="0" sz="1600" u="none" cap="none" strike="noStrike">
              <a:solidFill>
                <a:srgbClr val="CC0000"/>
              </a:solidFill>
              <a:latin typeface="Arial"/>
              <a:ea typeface="Arial"/>
              <a:cs typeface="Arial"/>
              <a:sym typeface="Arial"/>
            </a:endParaRPr>
          </a:p>
        </p:txBody>
      </p:sp>
      <p:sp>
        <p:nvSpPr>
          <p:cNvPr id="9866" name="Google Shape;9866;p100"/>
          <p:cNvSpPr txBox="1"/>
          <p:nvPr/>
        </p:nvSpPr>
        <p:spPr>
          <a:xfrm>
            <a:off x="2767020" y="4411659"/>
            <a:ext cx="14128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Noto Sans Symbols"/>
              <a:buNone/>
            </a:pPr>
            <a:r>
              <a:rPr b="0" i="1" lang="en-US" sz="20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9867" name="Google Shape;9867;p100"/>
          <p:cNvGrpSpPr/>
          <p:nvPr/>
        </p:nvGrpSpPr>
        <p:grpSpPr>
          <a:xfrm>
            <a:off x="1371606" y="5781671"/>
            <a:ext cx="1479550" cy="303213"/>
            <a:chOff x="332" y="2224"/>
            <a:chExt cx="932" cy="191"/>
          </a:xfrm>
        </p:grpSpPr>
        <p:sp>
          <p:nvSpPr>
            <p:cNvPr id="9868" name="Google Shape;9868;p100"/>
            <p:cNvSpPr/>
            <p:nvPr/>
          </p:nvSpPr>
          <p:spPr>
            <a:xfrm>
              <a:off x="345" y="2241"/>
              <a:ext cx="84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869" name="Google Shape;9869;p100"/>
            <p:cNvSpPr/>
            <p:nvPr/>
          </p:nvSpPr>
          <p:spPr>
            <a:xfrm>
              <a:off x="706"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870" name="Google Shape;9870;p100"/>
            <p:cNvSpPr/>
            <p:nvPr/>
          </p:nvSpPr>
          <p:spPr>
            <a:xfrm>
              <a:off x="520"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sp>
          <p:nvSpPr>
            <p:cNvPr id="9871" name="Google Shape;9871;p100"/>
            <p:cNvSpPr/>
            <p:nvPr/>
          </p:nvSpPr>
          <p:spPr>
            <a:xfrm>
              <a:off x="332"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b="0" baseline="-25000" i="0" sz="1800" u="none" cap="none" strike="noStrike">
                <a:solidFill>
                  <a:srgbClr val="000000"/>
                </a:solidFill>
                <a:latin typeface="Arial"/>
                <a:ea typeface="Arial"/>
                <a:cs typeface="Arial"/>
                <a:sym typeface="Arial"/>
              </a:endParaRPr>
            </a:p>
          </p:txBody>
        </p:sp>
        <p:sp>
          <p:nvSpPr>
            <p:cNvPr id="9872" name="Google Shape;9872;p100"/>
            <p:cNvSpPr/>
            <p:nvPr/>
          </p:nvSpPr>
          <p:spPr>
            <a:xfrm>
              <a:off x="836" y="222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cxnSp>
          <p:nvCxnSpPr>
            <p:cNvPr id="9873" name="Google Shape;9873;p100"/>
            <p:cNvCxnSpPr/>
            <p:nvPr/>
          </p:nvCxnSpPr>
          <p:spPr>
            <a:xfrm>
              <a:off x="510" y="2241"/>
              <a:ext cx="0" cy="162"/>
            </a:xfrm>
            <a:prstGeom prst="straightConnector1">
              <a:avLst/>
            </a:prstGeom>
            <a:noFill/>
            <a:ln cap="flat" cmpd="sng" w="9525">
              <a:solidFill>
                <a:schemeClr val="dk1"/>
              </a:solidFill>
              <a:prstDash val="solid"/>
              <a:round/>
              <a:headEnd len="sm" w="sm" type="none"/>
              <a:tailEnd len="sm" w="sm" type="none"/>
            </a:ln>
          </p:spPr>
        </p:cxnSp>
        <p:cxnSp>
          <p:nvCxnSpPr>
            <p:cNvPr id="9874" name="Google Shape;9874;p100"/>
            <p:cNvCxnSpPr/>
            <p:nvPr/>
          </p:nvCxnSpPr>
          <p:spPr>
            <a:xfrm>
              <a:off x="690" y="2247"/>
              <a:ext cx="0" cy="154"/>
            </a:xfrm>
            <a:prstGeom prst="straightConnector1">
              <a:avLst/>
            </a:prstGeom>
            <a:noFill/>
            <a:ln cap="flat" cmpd="sng" w="9525">
              <a:solidFill>
                <a:schemeClr val="dk1"/>
              </a:solidFill>
              <a:prstDash val="solid"/>
              <a:round/>
              <a:headEnd len="sm" w="sm" type="none"/>
              <a:tailEnd len="sm" w="sm" type="none"/>
            </a:ln>
          </p:spPr>
        </p:cxnSp>
        <p:cxnSp>
          <p:nvCxnSpPr>
            <p:cNvPr id="9875" name="Google Shape;9875;p100"/>
            <p:cNvCxnSpPr/>
            <p:nvPr/>
          </p:nvCxnSpPr>
          <p:spPr>
            <a:xfrm>
              <a:off x="882" y="2244"/>
              <a:ext cx="0" cy="156"/>
            </a:xfrm>
            <a:prstGeom prst="straightConnector1">
              <a:avLst/>
            </a:prstGeom>
            <a:noFill/>
            <a:ln cap="flat" cmpd="sng" w="9525">
              <a:solidFill>
                <a:schemeClr val="dk1"/>
              </a:solidFill>
              <a:prstDash val="solid"/>
              <a:round/>
              <a:headEnd len="sm" w="sm" type="none"/>
              <a:tailEnd len="sm" w="sm" type="none"/>
            </a:ln>
          </p:spPr>
        </p:cxnSp>
      </p:grpSp>
      <p:grpSp>
        <p:nvGrpSpPr>
          <p:cNvPr id="9876" name="Google Shape;9876;p100"/>
          <p:cNvGrpSpPr/>
          <p:nvPr/>
        </p:nvGrpSpPr>
        <p:grpSpPr>
          <a:xfrm>
            <a:off x="1639895" y="5483221"/>
            <a:ext cx="1208087" cy="303213"/>
            <a:chOff x="501" y="1990"/>
            <a:chExt cx="761" cy="191"/>
          </a:xfrm>
        </p:grpSpPr>
        <p:sp>
          <p:nvSpPr>
            <p:cNvPr id="9877" name="Google Shape;9877;p100"/>
            <p:cNvSpPr/>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878" name="Google Shape;9878;p100"/>
            <p:cNvSpPr/>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879" name="Google Shape;9879;p100"/>
            <p:cNvSpPr/>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sp>
          <p:nvSpPr>
            <p:cNvPr id="9880" name="Google Shape;9880;p100"/>
            <p:cNvSpPr/>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cxnSp>
          <p:nvCxnSpPr>
            <p:cNvPr id="9881" name="Google Shape;9881;p100"/>
            <p:cNvCxnSpPr/>
            <p:nvPr/>
          </p:nvCxnSpPr>
          <p:spPr>
            <a:xfrm>
              <a:off x="688" y="2013"/>
              <a:ext cx="0" cy="154"/>
            </a:xfrm>
            <a:prstGeom prst="straightConnector1">
              <a:avLst/>
            </a:prstGeom>
            <a:noFill/>
            <a:ln cap="flat" cmpd="sng" w="9525">
              <a:solidFill>
                <a:schemeClr val="dk1"/>
              </a:solidFill>
              <a:prstDash val="solid"/>
              <a:round/>
              <a:headEnd len="sm" w="sm" type="none"/>
              <a:tailEnd len="sm" w="sm" type="none"/>
            </a:ln>
          </p:spPr>
        </p:cxnSp>
        <p:cxnSp>
          <p:nvCxnSpPr>
            <p:cNvPr id="9882" name="Google Shape;9882;p100"/>
            <p:cNvCxnSpPr/>
            <p:nvPr/>
          </p:nvCxnSpPr>
          <p:spPr>
            <a:xfrm>
              <a:off x="880" y="2010"/>
              <a:ext cx="0" cy="156"/>
            </a:xfrm>
            <a:prstGeom prst="straightConnector1">
              <a:avLst/>
            </a:prstGeom>
            <a:noFill/>
            <a:ln cap="flat" cmpd="sng" w="9525">
              <a:solidFill>
                <a:schemeClr val="dk1"/>
              </a:solidFill>
              <a:prstDash val="solid"/>
              <a:round/>
              <a:headEnd len="sm" w="sm" type="none"/>
              <a:tailEnd len="sm" w="sm" type="none"/>
            </a:ln>
          </p:spPr>
        </p:cxnSp>
      </p:grpSp>
      <p:grpSp>
        <p:nvGrpSpPr>
          <p:cNvPr id="9883" name="Google Shape;9883;p100"/>
          <p:cNvGrpSpPr/>
          <p:nvPr/>
        </p:nvGrpSpPr>
        <p:grpSpPr>
          <a:xfrm>
            <a:off x="1943106" y="5175246"/>
            <a:ext cx="890588" cy="303213"/>
            <a:chOff x="645" y="1734"/>
            <a:chExt cx="561" cy="191"/>
          </a:xfrm>
        </p:grpSpPr>
        <p:sp>
          <p:nvSpPr>
            <p:cNvPr id="9884" name="Google Shape;9884;p100"/>
            <p:cNvSpPr/>
            <p:nvPr/>
          </p:nvSpPr>
          <p:spPr>
            <a:xfrm>
              <a:off x="645" y="1751"/>
              <a:ext cx="4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885" name="Google Shape;9885;p100"/>
            <p:cNvSpPr/>
            <p:nvPr/>
          </p:nvSpPr>
          <p:spPr>
            <a:xfrm>
              <a:off x="648" y="173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886" name="Google Shape;9886;p100"/>
            <p:cNvSpPr/>
            <p:nvPr/>
          </p:nvSpPr>
          <p:spPr>
            <a:xfrm>
              <a:off x="778" y="173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cxnSp>
          <p:nvCxnSpPr>
            <p:cNvPr id="9887" name="Google Shape;9887;p100"/>
            <p:cNvCxnSpPr/>
            <p:nvPr/>
          </p:nvCxnSpPr>
          <p:spPr>
            <a:xfrm>
              <a:off x="824" y="1754"/>
              <a:ext cx="0" cy="156"/>
            </a:xfrm>
            <a:prstGeom prst="straightConnector1">
              <a:avLst/>
            </a:prstGeom>
            <a:noFill/>
            <a:ln cap="flat" cmpd="sng" w="9525">
              <a:solidFill>
                <a:schemeClr val="dk1"/>
              </a:solidFill>
              <a:prstDash val="solid"/>
              <a:round/>
              <a:headEnd len="sm" w="sm" type="none"/>
              <a:tailEnd len="sm" w="sm" type="none"/>
            </a:ln>
          </p:spPr>
        </p:cxnSp>
      </p:grpSp>
      <p:grpSp>
        <p:nvGrpSpPr>
          <p:cNvPr id="9888" name="Google Shape;9888;p100"/>
          <p:cNvGrpSpPr/>
          <p:nvPr/>
        </p:nvGrpSpPr>
        <p:grpSpPr>
          <a:xfrm>
            <a:off x="2149481" y="4864096"/>
            <a:ext cx="679450" cy="301625"/>
            <a:chOff x="780" y="1553"/>
            <a:chExt cx="428" cy="190"/>
          </a:xfrm>
        </p:grpSpPr>
        <p:sp>
          <p:nvSpPr>
            <p:cNvPr id="9889" name="Google Shape;9889;p100"/>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890" name="Google Shape;9890;p100"/>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cxnSp>
        <p:nvCxnSpPr>
          <p:cNvPr id="9891" name="Google Shape;9891;p100"/>
          <p:cNvCxnSpPr/>
          <p:nvPr/>
        </p:nvCxnSpPr>
        <p:spPr>
          <a:xfrm>
            <a:off x="6916745" y="4806946"/>
            <a:ext cx="1263650" cy="3175"/>
          </a:xfrm>
          <a:prstGeom prst="straightConnector1">
            <a:avLst/>
          </a:prstGeom>
          <a:noFill/>
          <a:ln cap="flat" cmpd="sng" w="28575">
            <a:solidFill>
              <a:schemeClr val="dk1"/>
            </a:solidFill>
            <a:prstDash val="solid"/>
            <a:round/>
            <a:headEnd len="sm" w="sm" type="none"/>
            <a:tailEnd len="sm" w="sm" type="none"/>
          </a:ln>
        </p:spPr>
      </p:cxnSp>
      <p:cxnSp>
        <p:nvCxnSpPr>
          <p:cNvPr id="9892" name="Google Shape;9892;p100"/>
          <p:cNvCxnSpPr/>
          <p:nvPr/>
        </p:nvCxnSpPr>
        <p:spPr>
          <a:xfrm>
            <a:off x="6924682" y="5127621"/>
            <a:ext cx="1263650" cy="3175"/>
          </a:xfrm>
          <a:prstGeom prst="straightConnector1">
            <a:avLst/>
          </a:prstGeom>
          <a:noFill/>
          <a:ln cap="flat" cmpd="sng" w="28575">
            <a:solidFill>
              <a:schemeClr val="dk1"/>
            </a:solidFill>
            <a:prstDash val="solid"/>
            <a:round/>
            <a:headEnd len="sm" w="sm" type="none"/>
            <a:tailEnd len="sm" w="sm" type="none"/>
          </a:ln>
        </p:spPr>
      </p:cxnSp>
      <p:sp>
        <p:nvSpPr>
          <p:cNvPr id="9893" name="Google Shape;9893;p100"/>
          <p:cNvSpPr/>
          <p:nvPr/>
        </p:nvSpPr>
        <p:spPr>
          <a:xfrm>
            <a:off x="7083433" y="2597147"/>
            <a:ext cx="1273175" cy="655638"/>
          </a:xfrm>
          <a:prstGeom prst="rect">
            <a:avLst/>
          </a:prstGeom>
          <a:solidFill>
            <a:schemeClr val="lt1"/>
          </a:solidFill>
          <a:ln cap="flat" cmpd="sng" w="28575">
            <a:solidFill>
              <a:schemeClr val="dk1"/>
            </a:solidFill>
            <a:prstDash val="solid"/>
            <a:miter lim="800000"/>
            <a:headEnd len="sm" w="sm" type="none"/>
            <a:tailEnd len="sm" w="sm" type="none"/>
          </a:ln>
          <a:effectLst>
            <a:outerShdw blurRad="50800" sx="102000" rotWithShape="0" algn="bl" dir="18900000" dist="38100" sy="102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cxnSp>
        <p:nvCxnSpPr>
          <p:cNvPr id="9894" name="Google Shape;9894;p100"/>
          <p:cNvCxnSpPr/>
          <p:nvPr/>
        </p:nvCxnSpPr>
        <p:spPr>
          <a:xfrm>
            <a:off x="7083433" y="2914647"/>
            <a:ext cx="1263650" cy="3175"/>
          </a:xfrm>
          <a:prstGeom prst="straightConnector1">
            <a:avLst/>
          </a:prstGeom>
          <a:noFill/>
          <a:ln cap="flat" cmpd="sng" w="28575">
            <a:solidFill>
              <a:schemeClr val="dk1"/>
            </a:solidFill>
            <a:prstDash val="solid"/>
            <a:round/>
            <a:headEnd len="sm" w="sm" type="none"/>
            <a:tailEnd len="sm" w="sm" type="none"/>
          </a:ln>
        </p:spPr>
      </p:cxnSp>
      <p:sp>
        <p:nvSpPr>
          <p:cNvPr id="9895" name="Google Shape;9895;p100"/>
          <p:cNvSpPr/>
          <p:nvPr/>
        </p:nvSpPr>
        <p:spPr>
          <a:xfrm>
            <a:off x="3048006" y="787395"/>
            <a:ext cx="5264150" cy="5494338"/>
          </a:xfrm>
          <a:custGeom>
            <a:rect b="b" l="l" r="r" t="t"/>
            <a:pathLst>
              <a:path extrusionOk="0" h="3461" w="3316">
                <a:moveTo>
                  <a:pt x="872" y="0"/>
                </a:moveTo>
                <a:lnTo>
                  <a:pt x="878" y="1481"/>
                </a:lnTo>
                <a:lnTo>
                  <a:pt x="2612" y="1481"/>
                </a:lnTo>
                <a:lnTo>
                  <a:pt x="2612" y="1179"/>
                </a:lnTo>
                <a:lnTo>
                  <a:pt x="3294" y="1179"/>
                </a:lnTo>
                <a:lnTo>
                  <a:pt x="3316" y="3131"/>
                </a:lnTo>
                <a:lnTo>
                  <a:pt x="3148" y="2986"/>
                </a:lnTo>
                <a:lnTo>
                  <a:pt x="3143" y="2387"/>
                </a:lnTo>
                <a:lnTo>
                  <a:pt x="2505" y="2387"/>
                </a:lnTo>
                <a:lnTo>
                  <a:pt x="2505" y="3070"/>
                </a:lnTo>
                <a:lnTo>
                  <a:pt x="1057" y="3461"/>
                </a:lnTo>
                <a:lnTo>
                  <a:pt x="0" y="3461"/>
                </a:lnTo>
                <a:lnTo>
                  <a:pt x="0" y="2505"/>
                </a:lnTo>
              </a:path>
            </a:pathLst>
          </a:custGeom>
          <a:noFill/>
          <a:ln cap="flat" cmpd="sng" w="28575">
            <a:solidFill>
              <a:srgbClr val="CC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896" name="Google Shape;9896;p100"/>
          <p:cNvGrpSpPr/>
          <p:nvPr/>
        </p:nvGrpSpPr>
        <p:grpSpPr>
          <a:xfrm>
            <a:off x="5457831" y="4800596"/>
            <a:ext cx="1479550" cy="303213"/>
            <a:chOff x="332" y="2224"/>
            <a:chExt cx="932" cy="191"/>
          </a:xfrm>
        </p:grpSpPr>
        <p:sp>
          <p:nvSpPr>
            <p:cNvPr id="9897" name="Google Shape;9897;p100"/>
            <p:cNvSpPr/>
            <p:nvPr/>
          </p:nvSpPr>
          <p:spPr>
            <a:xfrm>
              <a:off x="345" y="2241"/>
              <a:ext cx="84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898" name="Google Shape;9898;p100"/>
            <p:cNvSpPr/>
            <p:nvPr/>
          </p:nvSpPr>
          <p:spPr>
            <a:xfrm>
              <a:off x="706"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899" name="Google Shape;9899;p100"/>
            <p:cNvSpPr/>
            <p:nvPr/>
          </p:nvSpPr>
          <p:spPr>
            <a:xfrm>
              <a:off x="520"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sp>
          <p:nvSpPr>
            <p:cNvPr id="9900" name="Google Shape;9900;p100"/>
            <p:cNvSpPr/>
            <p:nvPr/>
          </p:nvSpPr>
          <p:spPr>
            <a:xfrm>
              <a:off x="332"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b="0" baseline="-25000" i="0" sz="1800" u="none" cap="none" strike="noStrike">
                <a:solidFill>
                  <a:srgbClr val="000000"/>
                </a:solidFill>
                <a:latin typeface="Arial"/>
                <a:ea typeface="Arial"/>
                <a:cs typeface="Arial"/>
                <a:sym typeface="Arial"/>
              </a:endParaRPr>
            </a:p>
          </p:txBody>
        </p:sp>
        <p:sp>
          <p:nvSpPr>
            <p:cNvPr id="9901" name="Google Shape;9901;p100"/>
            <p:cNvSpPr/>
            <p:nvPr/>
          </p:nvSpPr>
          <p:spPr>
            <a:xfrm>
              <a:off x="836" y="222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cxnSp>
          <p:nvCxnSpPr>
            <p:cNvPr id="9902" name="Google Shape;9902;p100"/>
            <p:cNvCxnSpPr/>
            <p:nvPr/>
          </p:nvCxnSpPr>
          <p:spPr>
            <a:xfrm>
              <a:off x="510" y="2241"/>
              <a:ext cx="0" cy="162"/>
            </a:xfrm>
            <a:prstGeom prst="straightConnector1">
              <a:avLst/>
            </a:prstGeom>
            <a:noFill/>
            <a:ln cap="flat" cmpd="sng" w="9525">
              <a:solidFill>
                <a:schemeClr val="dk1"/>
              </a:solidFill>
              <a:prstDash val="solid"/>
              <a:round/>
              <a:headEnd len="sm" w="sm" type="none"/>
              <a:tailEnd len="sm" w="sm" type="none"/>
            </a:ln>
          </p:spPr>
        </p:cxnSp>
        <p:cxnSp>
          <p:nvCxnSpPr>
            <p:cNvPr id="9903" name="Google Shape;9903;p100"/>
            <p:cNvCxnSpPr/>
            <p:nvPr/>
          </p:nvCxnSpPr>
          <p:spPr>
            <a:xfrm>
              <a:off x="690" y="2247"/>
              <a:ext cx="0" cy="154"/>
            </a:xfrm>
            <a:prstGeom prst="straightConnector1">
              <a:avLst/>
            </a:prstGeom>
            <a:noFill/>
            <a:ln cap="flat" cmpd="sng" w="9525">
              <a:solidFill>
                <a:schemeClr val="dk1"/>
              </a:solidFill>
              <a:prstDash val="solid"/>
              <a:round/>
              <a:headEnd len="sm" w="sm" type="none"/>
              <a:tailEnd len="sm" w="sm" type="none"/>
            </a:ln>
          </p:spPr>
        </p:cxnSp>
        <p:cxnSp>
          <p:nvCxnSpPr>
            <p:cNvPr id="9904" name="Google Shape;9904;p100"/>
            <p:cNvCxnSpPr/>
            <p:nvPr/>
          </p:nvCxnSpPr>
          <p:spPr>
            <a:xfrm>
              <a:off x="882" y="2244"/>
              <a:ext cx="0" cy="156"/>
            </a:xfrm>
            <a:prstGeom prst="straightConnector1">
              <a:avLst/>
            </a:prstGeom>
            <a:noFill/>
            <a:ln cap="flat" cmpd="sng" w="9525">
              <a:solidFill>
                <a:schemeClr val="dk1"/>
              </a:solidFill>
              <a:prstDash val="solid"/>
              <a:round/>
              <a:headEnd len="sm" w="sm" type="none"/>
              <a:tailEnd len="sm" w="sm" type="none"/>
            </a:ln>
          </p:spPr>
        </p:cxnSp>
      </p:grpSp>
      <p:grpSp>
        <p:nvGrpSpPr>
          <p:cNvPr id="9905" name="Google Shape;9905;p100"/>
          <p:cNvGrpSpPr/>
          <p:nvPr/>
        </p:nvGrpSpPr>
        <p:grpSpPr>
          <a:xfrm>
            <a:off x="5716595" y="4494208"/>
            <a:ext cx="1208087" cy="303212"/>
            <a:chOff x="501" y="1990"/>
            <a:chExt cx="761" cy="191"/>
          </a:xfrm>
        </p:grpSpPr>
        <p:sp>
          <p:nvSpPr>
            <p:cNvPr id="9906" name="Google Shape;9906;p100"/>
            <p:cNvSpPr/>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907" name="Google Shape;9907;p100"/>
            <p:cNvSpPr/>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908" name="Google Shape;9908;p100"/>
            <p:cNvSpPr/>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sp>
          <p:nvSpPr>
            <p:cNvPr id="9909" name="Google Shape;9909;p100"/>
            <p:cNvSpPr/>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cxnSp>
          <p:nvCxnSpPr>
            <p:cNvPr id="9910" name="Google Shape;9910;p100"/>
            <p:cNvCxnSpPr/>
            <p:nvPr/>
          </p:nvCxnSpPr>
          <p:spPr>
            <a:xfrm>
              <a:off x="688" y="2013"/>
              <a:ext cx="0" cy="154"/>
            </a:xfrm>
            <a:prstGeom prst="straightConnector1">
              <a:avLst/>
            </a:prstGeom>
            <a:noFill/>
            <a:ln cap="flat" cmpd="sng" w="9525">
              <a:solidFill>
                <a:schemeClr val="dk1"/>
              </a:solidFill>
              <a:prstDash val="solid"/>
              <a:round/>
              <a:headEnd len="sm" w="sm" type="none"/>
              <a:tailEnd len="sm" w="sm" type="none"/>
            </a:ln>
          </p:spPr>
        </p:cxnSp>
        <p:cxnSp>
          <p:nvCxnSpPr>
            <p:cNvPr id="9911" name="Google Shape;9911;p100"/>
            <p:cNvCxnSpPr/>
            <p:nvPr/>
          </p:nvCxnSpPr>
          <p:spPr>
            <a:xfrm>
              <a:off x="880" y="2010"/>
              <a:ext cx="0" cy="156"/>
            </a:xfrm>
            <a:prstGeom prst="straightConnector1">
              <a:avLst/>
            </a:prstGeom>
            <a:noFill/>
            <a:ln cap="flat" cmpd="sng" w="9525">
              <a:solidFill>
                <a:schemeClr val="dk1"/>
              </a:solidFill>
              <a:prstDash val="solid"/>
              <a:round/>
              <a:headEnd len="sm" w="sm" type="none"/>
              <a:tailEnd len="sm" w="sm" type="none"/>
            </a:ln>
          </p:spPr>
        </p:cxnSp>
      </p:grpSp>
      <p:grpSp>
        <p:nvGrpSpPr>
          <p:cNvPr id="9912" name="Google Shape;9912;p100"/>
          <p:cNvGrpSpPr/>
          <p:nvPr/>
        </p:nvGrpSpPr>
        <p:grpSpPr>
          <a:xfrm>
            <a:off x="8488370" y="4860921"/>
            <a:ext cx="1208087" cy="303213"/>
            <a:chOff x="501" y="1990"/>
            <a:chExt cx="761" cy="191"/>
          </a:xfrm>
        </p:grpSpPr>
        <p:sp>
          <p:nvSpPr>
            <p:cNvPr id="9913" name="Google Shape;9913;p100"/>
            <p:cNvSpPr/>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914" name="Google Shape;9914;p100"/>
            <p:cNvSpPr/>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915" name="Google Shape;9915;p100"/>
            <p:cNvSpPr/>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sp>
          <p:nvSpPr>
            <p:cNvPr id="9916" name="Google Shape;9916;p100"/>
            <p:cNvSpPr/>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cxnSp>
          <p:nvCxnSpPr>
            <p:cNvPr id="9917" name="Google Shape;9917;p100"/>
            <p:cNvCxnSpPr/>
            <p:nvPr/>
          </p:nvCxnSpPr>
          <p:spPr>
            <a:xfrm>
              <a:off x="688" y="2013"/>
              <a:ext cx="0" cy="154"/>
            </a:xfrm>
            <a:prstGeom prst="straightConnector1">
              <a:avLst/>
            </a:prstGeom>
            <a:noFill/>
            <a:ln cap="flat" cmpd="sng" w="9525">
              <a:solidFill>
                <a:schemeClr val="dk1"/>
              </a:solidFill>
              <a:prstDash val="solid"/>
              <a:round/>
              <a:headEnd len="sm" w="sm" type="none"/>
              <a:tailEnd len="sm" w="sm" type="none"/>
            </a:ln>
          </p:spPr>
        </p:cxnSp>
        <p:cxnSp>
          <p:nvCxnSpPr>
            <p:cNvPr id="9918" name="Google Shape;9918;p100"/>
            <p:cNvCxnSpPr/>
            <p:nvPr/>
          </p:nvCxnSpPr>
          <p:spPr>
            <a:xfrm>
              <a:off x="880" y="2010"/>
              <a:ext cx="0" cy="156"/>
            </a:xfrm>
            <a:prstGeom prst="straightConnector1">
              <a:avLst/>
            </a:prstGeom>
            <a:noFill/>
            <a:ln cap="flat" cmpd="sng" w="9525">
              <a:solidFill>
                <a:schemeClr val="dk1"/>
              </a:solidFill>
              <a:prstDash val="solid"/>
              <a:round/>
              <a:headEnd len="sm" w="sm" type="none"/>
              <a:tailEnd len="sm" w="sm" type="none"/>
            </a:ln>
          </p:spPr>
        </p:cxnSp>
      </p:grpSp>
      <p:grpSp>
        <p:nvGrpSpPr>
          <p:cNvPr id="9919" name="Google Shape;9919;p100"/>
          <p:cNvGrpSpPr/>
          <p:nvPr/>
        </p:nvGrpSpPr>
        <p:grpSpPr>
          <a:xfrm>
            <a:off x="2157419" y="1919283"/>
            <a:ext cx="1479550" cy="303212"/>
            <a:chOff x="332" y="2224"/>
            <a:chExt cx="932" cy="191"/>
          </a:xfrm>
        </p:grpSpPr>
        <p:sp>
          <p:nvSpPr>
            <p:cNvPr id="9920" name="Google Shape;9920;p100"/>
            <p:cNvSpPr/>
            <p:nvPr/>
          </p:nvSpPr>
          <p:spPr>
            <a:xfrm>
              <a:off x="345" y="2241"/>
              <a:ext cx="84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921" name="Google Shape;9921;p100"/>
            <p:cNvSpPr/>
            <p:nvPr/>
          </p:nvSpPr>
          <p:spPr>
            <a:xfrm>
              <a:off x="706"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sp>
          <p:nvSpPr>
            <p:cNvPr id="9922" name="Google Shape;9922;p100"/>
            <p:cNvSpPr/>
            <p:nvPr/>
          </p:nvSpPr>
          <p:spPr>
            <a:xfrm>
              <a:off x="520"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sp>
          <p:nvSpPr>
            <p:cNvPr id="9923" name="Google Shape;9923;p100"/>
            <p:cNvSpPr/>
            <p:nvPr/>
          </p:nvSpPr>
          <p:spPr>
            <a:xfrm>
              <a:off x="332"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b="0" baseline="-25000" i="0" sz="1800" u="none" cap="none" strike="noStrike">
                <a:solidFill>
                  <a:srgbClr val="000000"/>
                </a:solidFill>
                <a:latin typeface="Arial"/>
                <a:ea typeface="Arial"/>
                <a:cs typeface="Arial"/>
                <a:sym typeface="Arial"/>
              </a:endParaRPr>
            </a:p>
          </p:txBody>
        </p:sp>
        <p:sp>
          <p:nvSpPr>
            <p:cNvPr id="9924" name="Google Shape;9924;p100"/>
            <p:cNvSpPr/>
            <p:nvPr/>
          </p:nvSpPr>
          <p:spPr>
            <a:xfrm>
              <a:off x="836" y="222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cxnSp>
          <p:nvCxnSpPr>
            <p:cNvPr id="9925" name="Google Shape;9925;p100"/>
            <p:cNvCxnSpPr/>
            <p:nvPr/>
          </p:nvCxnSpPr>
          <p:spPr>
            <a:xfrm>
              <a:off x="510" y="2241"/>
              <a:ext cx="0" cy="162"/>
            </a:xfrm>
            <a:prstGeom prst="straightConnector1">
              <a:avLst/>
            </a:prstGeom>
            <a:noFill/>
            <a:ln cap="flat" cmpd="sng" w="9525">
              <a:solidFill>
                <a:schemeClr val="dk1"/>
              </a:solidFill>
              <a:prstDash val="solid"/>
              <a:round/>
              <a:headEnd len="sm" w="sm" type="none"/>
              <a:tailEnd len="sm" w="sm" type="none"/>
            </a:ln>
          </p:spPr>
        </p:cxnSp>
        <p:cxnSp>
          <p:nvCxnSpPr>
            <p:cNvPr id="9926" name="Google Shape;9926;p100"/>
            <p:cNvCxnSpPr/>
            <p:nvPr/>
          </p:nvCxnSpPr>
          <p:spPr>
            <a:xfrm>
              <a:off x="690" y="2247"/>
              <a:ext cx="0" cy="154"/>
            </a:xfrm>
            <a:prstGeom prst="straightConnector1">
              <a:avLst/>
            </a:prstGeom>
            <a:noFill/>
            <a:ln cap="flat" cmpd="sng" w="9525">
              <a:solidFill>
                <a:schemeClr val="dk1"/>
              </a:solidFill>
              <a:prstDash val="solid"/>
              <a:round/>
              <a:headEnd len="sm" w="sm" type="none"/>
              <a:tailEnd len="sm" w="sm" type="none"/>
            </a:ln>
          </p:spPr>
        </p:cxnSp>
        <p:cxnSp>
          <p:nvCxnSpPr>
            <p:cNvPr id="9927" name="Google Shape;9927;p100"/>
            <p:cNvCxnSpPr/>
            <p:nvPr/>
          </p:nvCxnSpPr>
          <p:spPr>
            <a:xfrm>
              <a:off x="882" y="2244"/>
              <a:ext cx="0" cy="156"/>
            </a:xfrm>
            <a:prstGeom prst="straightConnector1">
              <a:avLst/>
            </a:prstGeom>
            <a:noFill/>
            <a:ln cap="flat" cmpd="sng" w="9525">
              <a:solidFill>
                <a:schemeClr val="dk1"/>
              </a:solidFill>
              <a:prstDash val="solid"/>
              <a:round/>
              <a:headEnd len="sm" w="sm" type="none"/>
              <a:tailEnd len="sm" w="sm" type="none"/>
            </a:ln>
          </p:spPr>
        </p:cxnSp>
      </p:grpSp>
      <p:sp>
        <p:nvSpPr>
          <p:cNvPr id="9928" name="Google Shape;9928;p100"/>
          <p:cNvSpPr txBox="1"/>
          <p:nvPr/>
        </p:nvSpPr>
        <p:spPr>
          <a:xfrm>
            <a:off x="9140831" y="5665783"/>
            <a:ext cx="84144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Calibri"/>
                <a:ea typeface="Calibri"/>
                <a:cs typeface="Calibri"/>
                <a:sym typeface="Calibri"/>
              </a:rPr>
              <a:t>router</a:t>
            </a:r>
            <a:endParaRPr b="0" i="0" sz="1800" u="none" cap="none" strike="noStrike">
              <a:solidFill>
                <a:srgbClr val="000000"/>
              </a:solidFill>
              <a:latin typeface="Calibri"/>
              <a:ea typeface="Calibri"/>
              <a:cs typeface="Calibri"/>
              <a:sym typeface="Calibri"/>
            </a:endParaRPr>
          </a:p>
        </p:txBody>
      </p:sp>
      <p:sp>
        <p:nvSpPr>
          <p:cNvPr id="9929" name="Google Shape;9929;p100"/>
          <p:cNvSpPr txBox="1"/>
          <p:nvPr/>
        </p:nvSpPr>
        <p:spPr>
          <a:xfrm>
            <a:off x="9155119" y="3386662"/>
            <a:ext cx="86927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Calibri"/>
                <a:ea typeface="Calibri"/>
                <a:cs typeface="Calibri"/>
                <a:sym typeface="Calibri"/>
              </a:rPr>
              <a:t>switch</a:t>
            </a:r>
            <a:endParaRPr b="0" i="0" sz="1800" u="none" cap="none" strike="noStrike">
              <a:solidFill>
                <a:srgbClr val="000000"/>
              </a:solidFill>
              <a:latin typeface="Calibri"/>
              <a:ea typeface="Calibri"/>
              <a:cs typeface="Calibri"/>
              <a:sym typeface="Calibri"/>
            </a:endParaRPr>
          </a:p>
        </p:txBody>
      </p:sp>
      <p:sp>
        <p:nvSpPr>
          <p:cNvPr id="9930" name="Google Shape;9930;p100"/>
          <p:cNvSpPr txBox="1"/>
          <p:nvPr/>
        </p:nvSpPr>
        <p:spPr>
          <a:xfrm>
            <a:off x="1922469" y="946145"/>
            <a:ext cx="10080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b="0" i="0" lang="en-US" sz="1600" u="none" cap="none" strike="noStrike">
                <a:solidFill>
                  <a:srgbClr val="CC0000"/>
                </a:solidFill>
                <a:latin typeface="Arial"/>
                <a:ea typeface="Arial"/>
                <a:cs typeface="Arial"/>
                <a:sym typeface="Arial"/>
              </a:rPr>
              <a:t>message</a:t>
            </a:r>
            <a:endParaRPr b="0" i="0" sz="1600" u="none" cap="none" strike="noStrike">
              <a:solidFill>
                <a:srgbClr val="CC0000"/>
              </a:solidFill>
              <a:latin typeface="Arial"/>
              <a:ea typeface="Arial"/>
              <a:cs typeface="Arial"/>
              <a:sym typeface="Arial"/>
            </a:endParaRPr>
          </a:p>
        </p:txBody>
      </p:sp>
      <p:grpSp>
        <p:nvGrpSpPr>
          <p:cNvPr id="9931" name="Google Shape;9931;p100"/>
          <p:cNvGrpSpPr/>
          <p:nvPr/>
        </p:nvGrpSpPr>
        <p:grpSpPr>
          <a:xfrm>
            <a:off x="2982919" y="973134"/>
            <a:ext cx="679450" cy="301625"/>
            <a:chOff x="780" y="1553"/>
            <a:chExt cx="428" cy="190"/>
          </a:xfrm>
        </p:grpSpPr>
        <p:sp>
          <p:nvSpPr>
            <p:cNvPr id="9932" name="Google Shape;9932;p100"/>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933" name="Google Shape;9933;p100"/>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grpSp>
        <p:nvGrpSpPr>
          <p:cNvPr id="9934" name="Google Shape;9934;p100"/>
          <p:cNvGrpSpPr/>
          <p:nvPr/>
        </p:nvGrpSpPr>
        <p:grpSpPr>
          <a:xfrm>
            <a:off x="2746384" y="1290634"/>
            <a:ext cx="908050" cy="301625"/>
            <a:chOff x="1848" y="2046"/>
            <a:chExt cx="572" cy="190"/>
          </a:xfrm>
        </p:grpSpPr>
        <p:grpSp>
          <p:nvGrpSpPr>
            <p:cNvPr id="9935" name="Google Shape;9935;p100"/>
            <p:cNvGrpSpPr/>
            <p:nvPr/>
          </p:nvGrpSpPr>
          <p:grpSpPr>
            <a:xfrm>
              <a:off x="1848" y="2047"/>
              <a:ext cx="187" cy="184"/>
              <a:chOff x="1959" y="2058"/>
              <a:chExt cx="187" cy="184"/>
            </a:xfrm>
          </p:grpSpPr>
          <p:sp>
            <p:nvSpPr>
              <p:cNvPr id="9936" name="Google Shape;9936;p100"/>
              <p:cNvSpPr/>
              <p:nvPr/>
            </p:nvSpPr>
            <p:spPr>
              <a:xfrm>
                <a:off x="1964"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937" name="Google Shape;9937;p100"/>
              <p:cNvSpPr/>
              <p:nvPr/>
            </p:nvSpPr>
            <p:spPr>
              <a:xfrm>
                <a:off x="1959"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b="0" baseline="-25000" i="0" sz="1800" u="none" cap="none" strike="noStrike">
                  <a:solidFill>
                    <a:srgbClr val="000000"/>
                  </a:solidFill>
                  <a:latin typeface="Arial"/>
                  <a:ea typeface="Arial"/>
                  <a:cs typeface="Arial"/>
                  <a:sym typeface="Arial"/>
                </a:endParaRPr>
              </a:p>
            </p:txBody>
          </p:sp>
        </p:grpSp>
        <p:grpSp>
          <p:nvGrpSpPr>
            <p:cNvPr id="9938" name="Google Shape;9938;p100"/>
            <p:cNvGrpSpPr/>
            <p:nvPr/>
          </p:nvGrpSpPr>
          <p:grpSpPr>
            <a:xfrm>
              <a:off x="1992" y="2046"/>
              <a:ext cx="428" cy="190"/>
              <a:chOff x="780" y="1553"/>
              <a:chExt cx="428" cy="190"/>
            </a:xfrm>
          </p:grpSpPr>
          <p:sp>
            <p:nvSpPr>
              <p:cNvPr id="9939" name="Google Shape;9939;p100"/>
              <p:cNvSpPr/>
              <p:nvPr/>
            </p:nvSpPr>
            <p:spPr>
              <a:xfrm>
                <a:off x="817" y="1571"/>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940" name="Google Shape;9940;p100"/>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pSp>
      </p:grpSp>
      <p:grpSp>
        <p:nvGrpSpPr>
          <p:cNvPr id="9941" name="Google Shape;9941;p100"/>
          <p:cNvGrpSpPr/>
          <p:nvPr/>
        </p:nvGrpSpPr>
        <p:grpSpPr>
          <a:xfrm>
            <a:off x="2438407" y="1622425"/>
            <a:ext cx="323850" cy="295274"/>
            <a:chOff x="1948" y="2058"/>
            <a:chExt cx="204" cy="184"/>
          </a:xfrm>
        </p:grpSpPr>
        <p:sp>
          <p:nvSpPr>
            <p:cNvPr id="9942" name="Google Shape;9942;p100"/>
            <p:cNvSpPr/>
            <p:nvPr/>
          </p:nvSpPr>
          <p:spPr>
            <a:xfrm>
              <a:off x="1948" y="2075"/>
              <a:ext cx="191"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943" name="Google Shape;9943;p100"/>
            <p:cNvSpPr/>
            <p:nvPr/>
          </p:nvSpPr>
          <p:spPr>
            <a:xfrm>
              <a:off x="1965"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b="0" baseline="-25000" i="0" sz="1800" u="none" cap="none" strike="noStrike">
                <a:solidFill>
                  <a:srgbClr val="000000"/>
                </a:solidFill>
                <a:latin typeface="Arial"/>
                <a:ea typeface="Arial"/>
                <a:cs typeface="Arial"/>
                <a:sym typeface="Arial"/>
              </a:endParaRPr>
            </a:p>
          </p:txBody>
        </p:sp>
      </p:grpSp>
      <p:sp>
        <p:nvSpPr>
          <p:cNvPr id="9944" name="Google Shape;9944;p100"/>
          <p:cNvSpPr txBox="1"/>
          <p:nvPr/>
        </p:nvSpPr>
        <p:spPr>
          <a:xfrm>
            <a:off x="1376369" y="1897058"/>
            <a:ext cx="704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b="0" i="0" lang="en-US" sz="1600" u="none" cap="none" strike="noStrike">
                <a:solidFill>
                  <a:srgbClr val="CC0000"/>
                </a:solidFill>
                <a:latin typeface="Arial"/>
                <a:ea typeface="Arial"/>
                <a:cs typeface="Arial"/>
                <a:sym typeface="Arial"/>
              </a:rPr>
              <a:t>frame</a:t>
            </a:r>
            <a:endParaRPr b="0" i="0" sz="1600" u="none" cap="none" strike="noStrike">
              <a:solidFill>
                <a:srgbClr val="CC0000"/>
              </a:solidFill>
              <a:latin typeface="Arial"/>
              <a:ea typeface="Arial"/>
              <a:cs typeface="Arial"/>
              <a:sym typeface="Arial"/>
            </a:endParaRPr>
          </a:p>
        </p:txBody>
      </p:sp>
      <p:grpSp>
        <p:nvGrpSpPr>
          <p:cNvPr id="9945" name="Google Shape;9945;p100"/>
          <p:cNvGrpSpPr/>
          <p:nvPr/>
        </p:nvGrpSpPr>
        <p:grpSpPr>
          <a:xfrm flipH="1">
            <a:off x="5359407" y="1341434"/>
            <a:ext cx="803275" cy="771525"/>
            <a:chOff x="-44" y="1473"/>
            <a:chExt cx="981" cy="1105"/>
          </a:xfrm>
        </p:grpSpPr>
        <p:pic>
          <p:nvPicPr>
            <p:cNvPr descr="desktop_computer_stylized_medium" id="9946" name="Google Shape;9946;p10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947" name="Google Shape;9947;p10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948" name="Google Shape;9948;p100"/>
          <p:cNvSpPr/>
          <p:nvPr/>
        </p:nvSpPr>
        <p:spPr>
          <a:xfrm>
            <a:off x="4178506" y="4871041"/>
            <a:ext cx="360362" cy="1522901"/>
          </a:xfrm>
          <a:custGeom>
            <a:rect b="b" l="l" r="r" t="t"/>
            <a:pathLst>
              <a:path extrusionOk="0" h="1186" w="267">
                <a:moveTo>
                  <a:pt x="254" y="466"/>
                </a:moveTo>
                <a:lnTo>
                  <a:pt x="0" y="0"/>
                </a:lnTo>
                <a:lnTo>
                  <a:pt x="0" y="1186"/>
                </a:lnTo>
                <a:lnTo>
                  <a:pt x="267" y="652"/>
                </a:lnTo>
                <a:lnTo>
                  <a:pt x="254" y="466"/>
                </a:ln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949" name="Google Shape;9949;p100"/>
          <p:cNvGrpSpPr/>
          <p:nvPr/>
        </p:nvGrpSpPr>
        <p:grpSpPr>
          <a:xfrm flipH="1">
            <a:off x="4397382" y="5224459"/>
            <a:ext cx="803275" cy="771525"/>
            <a:chOff x="-44" y="1473"/>
            <a:chExt cx="981" cy="1105"/>
          </a:xfrm>
        </p:grpSpPr>
        <p:pic>
          <p:nvPicPr>
            <p:cNvPr descr="desktop_computer_stylized_medium" id="9950" name="Google Shape;9950;p10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951" name="Google Shape;9951;p10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952" name="Google Shape;9952;p100"/>
          <p:cNvSpPr txBox="1"/>
          <p:nvPr/>
        </p:nvSpPr>
        <p:spPr>
          <a:xfrm>
            <a:off x="7030180" y="2584590"/>
            <a:ext cx="1317625" cy="695325"/>
          </a:xfrm>
          <a:prstGeom prst="rect">
            <a:avLst/>
          </a:prstGeom>
          <a:noFill/>
          <a:ln>
            <a:noFill/>
          </a:ln>
          <a:effectLst>
            <a:outerShdw blurRad="114300" sx="123000" rotWithShape="0" algn="bl" dir="18900000" dist="38100" sy="123000">
              <a:srgbClr val="000000">
                <a:alpha val="40000"/>
              </a:srgbClr>
            </a:outerShdw>
          </a:effectLst>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link</a:t>
            </a:r>
            <a:endParaRPr b="0" i="0" sz="18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9930"/>
                                        </p:tgtEl>
                                      </p:cBhvr>
                                    </p:animEffect>
                                    <p:set>
                                      <p:cBhvr>
                                        <p:cTn dur="1" fill="hold">
                                          <p:stCondLst>
                                            <p:cond delay="2000"/>
                                          </p:stCondLst>
                                        </p:cTn>
                                        <p:tgtEl>
                                          <p:spTgt spid="99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93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986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861"/>
                                        </p:tgtEl>
                                      </p:cBhvr>
                                    </p:animEffect>
                                    <p:set>
                                      <p:cBhvr>
                                        <p:cTn dur="1" fill="hold">
                                          <p:stCondLst>
                                            <p:cond delay="500"/>
                                          </p:stCondLst>
                                        </p:cTn>
                                        <p:tgtEl>
                                          <p:spTgt spid="986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9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93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994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865"/>
                                        </p:tgtEl>
                                      </p:cBhvr>
                                    </p:animEffect>
                                    <p:set>
                                      <p:cBhvr>
                                        <p:cTn dur="1" fill="hold">
                                          <p:stCondLst>
                                            <p:cond delay="500"/>
                                          </p:stCondLst>
                                        </p:cTn>
                                        <p:tgtEl>
                                          <p:spTgt spid="986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8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85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944"/>
                                        </p:tgtEl>
                                      </p:cBhvr>
                                    </p:animEffect>
                                    <p:set>
                                      <p:cBhvr>
                                        <p:cTn dur="1" fill="hold">
                                          <p:stCondLst>
                                            <p:cond delay="500"/>
                                          </p:stCondLst>
                                        </p:cTn>
                                        <p:tgtEl>
                                          <p:spTgt spid="99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91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5"/>
                                        </p:tgtEl>
                                        <p:attrNameLst>
                                          <p:attrName>style.visibility</p:attrName>
                                        </p:attrNameLst>
                                      </p:cBhvr>
                                      <p:to>
                                        <p:strVal val="visible"/>
                                      </p:to>
                                    </p:set>
                                    <p:animEffect filter="fade" transition="in">
                                      <p:cBhvr>
                                        <p:cTn dur="500"/>
                                        <p:tgtEl>
                                          <p:spTgt spid="99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6"/>
                                        </p:tgtEl>
                                        <p:attrNameLst>
                                          <p:attrName>style.visibility</p:attrName>
                                        </p:attrNameLst>
                                      </p:cBhvr>
                                      <p:to>
                                        <p:strVal val="visible"/>
                                      </p:to>
                                    </p:set>
                                    <p:animEffect filter="fade" transition="in">
                                      <p:cBhvr>
                                        <p:cTn dur="500"/>
                                        <p:tgtEl>
                                          <p:spTgt spid="98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67"/>
                                        </p:tgtEl>
                                        <p:attrNameLst>
                                          <p:attrName>style.visibility</p:attrName>
                                        </p:attrNameLst>
                                      </p:cBhvr>
                                      <p:to>
                                        <p:strVal val="visible"/>
                                      </p:to>
                                    </p:set>
                                    <p:animEffect filter="fade" transition="in">
                                      <p:cBhvr>
                                        <p:cTn dur="500"/>
                                        <p:tgtEl>
                                          <p:spTgt spid="98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76"/>
                                        </p:tgtEl>
                                        <p:attrNameLst>
                                          <p:attrName>style.visibility</p:attrName>
                                        </p:attrNameLst>
                                      </p:cBhvr>
                                      <p:to>
                                        <p:strVal val="visible"/>
                                      </p:to>
                                    </p:set>
                                    <p:animEffect filter="fade" transition="in">
                                      <p:cBhvr>
                                        <p:cTn dur="500"/>
                                        <p:tgtEl>
                                          <p:spTgt spid="98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83"/>
                                        </p:tgtEl>
                                        <p:attrNameLst>
                                          <p:attrName>style.visibility</p:attrName>
                                        </p:attrNameLst>
                                      </p:cBhvr>
                                      <p:to>
                                        <p:strVal val="visible"/>
                                      </p:to>
                                    </p:set>
                                    <p:animEffect filter="fade" transition="in">
                                      <p:cBhvr>
                                        <p:cTn dur="500"/>
                                        <p:tgtEl>
                                          <p:spTgt spid="98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88"/>
                                        </p:tgtEl>
                                        <p:attrNameLst>
                                          <p:attrName>style.visibility</p:attrName>
                                        </p:attrNameLst>
                                      </p:cBhvr>
                                      <p:to>
                                        <p:strVal val="visible"/>
                                      </p:to>
                                    </p:set>
                                    <p:animEffect filter="fade" transition="in">
                                      <p:cBhvr>
                                        <p:cTn dur="500"/>
                                        <p:tgtEl>
                                          <p:spTgt spid="98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6" name="Shape 9956"/>
        <p:cNvGrpSpPr/>
        <p:nvPr/>
      </p:nvGrpSpPr>
      <p:grpSpPr>
        <a:xfrm>
          <a:off x="0" y="0"/>
          <a:ext cx="0" cy="0"/>
          <a:chOff x="0" y="0"/>
          <a:chExt cx="0" cy="0"/>
        </a:xfrm>
      </p:grpSpPr>
      <p:sp>
        <p:nvSpPr>
          <p:cNvPr id="9957" name="Google Shape;9957;p10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Encapsulation and Decapsulation</a:t>
            </a:r>
            <a:endParaRPr/>
          </a:p>
        </p:txBody>
      </p:sp>
      <p:pic>
        <p:nvPicPr>
          <p:cNvPr id="9958" name="Google Shape;9958;p101"/>
          <p:cNvPicPr preferRelativeResize="0"/>
          <p:nvPr/>
        </p:nvPicPr>
        <p:blipFill rotWithShape="1">
          <a:blip r:embed="rId3">
            <a:alphaModFix/>
          </a:blip>
          <a:srcRect b="0" l="0" r="0" t="0"/>
          <a:stretch/>
        </p:blipFill>
        <p:spPr>
          <a:xfrm>
            <a:off x="672465" y="1772285"/>
            <a:ext cx="11022965" cy="439674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2" name="Shape 9962"/>
        <p:cNvGrpSpPr/>
        <p:nvPr/>
      </p:nvGrpSpPr>
      <p:grpSpPr>
        <a:xfrm>
          <a:off x="0" y="0"/>
          <a:ext cx="0" cy="0"/>
          <a:chOff x="0" y="0"/>
          <a:chExt cx="0" cy="0"/>
        </a:xfrm>
      </p:grpSpPr>
      <p:sp>
        <p:nvSpPr>
          <p:cNvPr id="9963" name="Google Shape;9963;p102"/>
          <p:cNvSpPr txBox="1"/>
          <p:nvPr>
            <p:ph idx="1" type="body"/>
          </p:nvPr>
        </p:nvSpPr>
        <p:spPr>
          <a:xfrm>
            <a:off x="838200" y="3585210"/>
            <a:ext cx="10515600" cy="3022600"/>
          </a:xfrm>
          <a:prstGeom prst="rect">
            <a:avLst/>
          </a:prstGeom>
          <a:noFill/>
          <a:ln>
            <a:noFill/>
          </a:ln>
        </p:spPr>
        <p:txBody>
          <a:bodyPr anchorCtr="0" anchor="t" bIns="45700" lIns="91425" spcFirstLastPara="1" rIns="91425" wrap="square" tIns="45700">
            <a:normAutofit lnSpcReduction="20000"/>
          </a:bodyPr>
          <a:lstStyle/>
          <a:p>
            <a:pPr indent="-222250" lvl="0" marL="352425" rtl="0" algn="l">
              <a:lnSpc>
                <a:spcPct val="90000"/>
              </a:lnSpc>
              <a:spcBef>
                <a:spcPts val="0"/>
              </a:spcBef>
              <a:spcAft>
                <a:spcPts val="0"/>
              </a:spcAft>
              <a:buSzPts val="2800"/>
              <a:buChar char="▪"/>
            </a:pPr>
            <a:r>
              <a:rPr b="1" lang="en-US"/>
              <a:t>Multiplexing - </a:t>
            </a:r>
            <a:r>
              <a:rPr lang="en-US"/>
              <a:t>At the source, a protocol at a layer can take data packets from several next-higher layer protocols one at a time and encapsulate them together. This means that data from different applications can be combined into a single packet.</a:t>
            </a:r>
            <a:endParaRPr/>
          </a:p>
          <a:p>
            <a:pPr indent="-222250" lvl="0" marL="352425" rtl="0" algn="l">
              <a:lnSpc>
                <a:spcPct val="90000"/>
              </a:lnSpc>
              <a:spcBef>
                <a:spcPts val="1000"/>
              </a:spcBef>
              <a:spcAft>
                <a:spcPts val="0"/>
              </a:spcAft>
              <a:buSzPts val="2800"/>
              <a:buChar char="▪"/>
            </a:pPr>
            <a:r>
              <a:rPr b="1" lang="en-US"/>
              <a:t>Demultiplexing - </a:t>
            </a:r>
            <a:r>
              <a:rPr lang="en-US"/>
              <a:t>At the destination, the receiving protocol can identify and extract the encapsulated packets from the received data packet and deliver them to their respective next-higher layer protocols one at a time. This ensures that the data is correctly routed to the appropriate application or service.</a:t>
            </a:r>
            <a:endParaRPr/>
          </a:p>
        </p:txBody>
      </p:sp>
      <p:sp>
        <p:nvSpPr>
          <p:cNvPr id="9964" name="Google Shape;9964;p10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Multiplexing and Demultiplexing</a:t>
            </a:r>
            <a:endParaRPr/>
          </a:p>
        </p:txBody>
      </p:sp>
      <p:pic>
        <p:nvPicPr>
          <p:cNvPr id="9965" name="Google Shape;9965;p102"/>
          <p:cNvPicPr preferRelativeResize="0"/>
          <p:nvPr/>
        </p:nvPicPr>
        <p:blipFill rotWithShape="1">
          <a:blip r:embed="rId3">
            <a:alphaModFix/>
          </a:blip>
          <a:srcRect b="0" l="0" r="0" t="0"/>
          <a:stretch/>
        </p:blipFill>
        <p:spPr>
          <a:xfrm>
            <a:off x="2849245" y="1346200"/>
            <a:ext cx="5842635" cy="1814195"/>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9" name="Shape 9969"/>
        <p:cNvGrpSpPr/>
        <p:nvPr/>
      </p:nvGrpSpPr>
      <p:grpSpPr>
        <a:xfrm>
          <a:off x="0" y="0"/>
          <a:ext cx="0" cy="0"/>
          <a:chOff x="0" y="0"/>
          <a:chExt cx="0" cy="0"/>
        </a:xfrm>
      </p:grpSpPr>
      <p:sp>
        <p:nvSpPr>
          <p:cNvPr id="9970" name="Google Shape;9970;p103"/>
          <p:cNvSpPr txBox="1"/>
          <p:nvPr>
            <p:ph type="title"/>
          </p:nvPr>
        </p:nvSpPr>
        <p:spPr>
          <a:xfrm>
            <a:off x="581025" y="702310"/>
            <a:ext cx="11029315" cy="75692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The OSI Model</a:t>
            </a:r>
            <a:endParaRPr/>
          </a:p>
        </p:txBody>
      </p:sp>
      <p:sp>
        <p:nvSpPr>
          <p:cNvPr id="9971" name="Google Shape;9971;p103"/>
          <p:cNvSpPr txBox="1"/>
          <p:nvPr>
            <p:ph idx="1" type="body"/>
          </p:nvPr>
        </p:nvSpPr>
        <p:spPr>
          <a:xfrm>
            <a:off x="581025" y="1898015"/>
            <a:ext cx="11029315" cy="4525645"/>
          </a:xfrm>
          <a:prstGeom prst="rect">
            <a:avLst/>
          </a:prstGeom>
          <a:noFill/>
          <a:ln>
            <a:noFill/>
          </a:ln>
        </p:spPr>
        <p:txBody>
          <a:bodyPr anchorCtr="0" anchor="ctr" bIns="45700" lIns="91425" spcFirstLastPara="1" rIns="91425" wrap="square" tIns="45700">
            <a:noAutofit/>
          </a:bodyPr>
          <a:lstStyle/>
          <a:p>
            <a:pPr indent="-306070" lvl="0" marL="306070" rtl="0" algn="l">
              <a:lnSpc>
                <a:spcPct val="110000"/>
              </a:lnSpc>
              <a:spcBef>
                <a:spcPts val="0"/>
              </a:spcBef>
              <a:spcAft>
                <a:spcPts val="0"/>
              </a:spcAft>
              <a:buSzPts val="1840"/>
              <a:buFont typeface="Noto Sans Symbols"/>
              <a:buChar char="⮚"/>
            </a:pPr>
            <a:r>
              <a:rPr lang="en-US" sz="2000"/>
              <a:t> Established in 1947, the </a:t>
            </a:r>
            <a:r>
              <a:rPr b="1" lang="en-US" sz="2000"/>
              <a:t>International Organization for Standardization (ISO)</a:t>
            </a:r>
            <a:r>
              <a:rPr lang="en-US" sz="2000"/>
              <a:t> is a multinational body dedicated to worldwide agreement on international standards.</a:t>
            </a:r>
            <a:endParaRPr sz="2000"/>
          </a:p>
          <a:p>
            <a:pPr indent="-306070" lvl="0" marL="306070" rtl="0" algn="l">
              <a:lnSpc>
                <a:spcPct val="110000"/>
              </a:lnSpc>
              <a:spcBef>
                <a:spcPts val="1000"/>
              </a:spcBef>
              <a:spcAft>
                <a:spcPts val="0"/>
              </a:spcAft>
              <a:buSzPts val="1840"/>
              <a:buFont typeface="Noto Sans Symbols"/>
              <a:buChar char="⮚"/>
            </a:pPr>
            <a:r>
              <a:rPr lang="en-US" sz="2000"/>
              <a:t> An ISO standard that covers all aspects of network communications is the </a:t>
            </a:r>
            <a:r>
              <a:rPr b="1" lang="en-US" sz="2000"/>
              <a:t>Open Systems Interconnection (OSI) model</a:t>
            </a:r>
            <a:r>
              <a:rPr lang="en-US" sz="2000"/>
              <a:t>. It was first introduced in the late 1970s. </a:t>
            </a:r>
            <a:endParaRPr sz="2000"/>
          </a:p>
          <a:p>
            <a:pPr indent="-306070" lvl="0" marL="306070" rtl="0" algn="l">
              <a:lnSpc>
                <a:spcPct val="110000"/>
              </a:lnSpc>
              <a:spcBef>
                <a:spcPts val="1000"/>
              </a:spcBef>
              <a:spcAft>
                <a:spcPts val="0"/>
              </a:spcAft>
              <a:buSzPts val="1840"/>
              <a:buFont typeface="Noto Sans Symbols"/>
              <a:buChar char="⮚"/>
            </a:pPr>
            <a:r>
              <a:rPr lang="en-US" sz="2000"/>
              <a:t>An open system is like a universal translator that enables different systems to talk to each other, regardless of their differences. The OSI model is a blueprint that shows how to make this communication happen without changing the underlying hardware or software.</a:t>
            </a:r>
            <a:endParaRPr sz="2000"/>
          </a:p>
          <a:p>
            <a:pPr indent="-306070" lvl="0" marL="306070" rtl="0" algn="l">
              <a:lnSpc>
                <a:spcPct val="110000"/>
              </a:lnSpc>
              <a:spcBef>
                <a:spcPts val="1000"/>
              </a:spcBef>
              <a:spcAft>
                <a:spcPts val="0"/>
              </a:spcAft>
              <a:buSzPts val="1840"/>
              <a:buFont typeface="Noto Sans Symbols"/>
              <a:buChar char="⮚"/>
            </a:pPr>
            <a:r>
              <a:rPr lang="en-US" sz="2000"/>
              <a:t>The OSI model is a layered framework for the design of network systems that allows communication between all types of computer systems. It consists of seven separate but related layers, each of which defines a part of the process of moving information across a network.</a:t>
            </a:r>
            <a:endParaRPr sz="2000"/>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5" name="Shape 9975"/>
        <p:cNvGrpSpPr/>
        <p:nvPr/>
      </p:nvGrpSpPr>
      <p:grpSpPr>
        <a:xfrm>
          <a:off x="0" y="0"/>
          <a:ext cx="0" cy="0"/>
          <a:chOff x="0" y="0"/>
          <a:chExt cx="0" cy="0"/>
        </a:xfrm>
      </p:grpSpPr>
      <p:sp>
        <p:nvSpPr>
          <p:cNvPr id="9976" name="Google Shape;9976;p10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OSI Model</a:t>
            </a:r>
            <a:endParaRPr/>
          </a:p>
        </p:txBody>
      </p:sp>
      <p:pic>
        <p:nvPicPr>
          <p:cNvPr id="9977" name="Google Shape;9977;p104"/>
          <p:cNvPicPr preferRelativeResize="0"/>
          <p:nvPr/>
        </p:nvPicPr>
        <p:blipFill rotWithShape="1">
          <a:blip r:embed="rId3">
            <a:alphaModFix/>
          </a:blip>
          <a:srcRect b="0" l="0" r="0" t="0"/>
          <a:stretch/>
        </p:blipFill>
        <p:spPr>
          <a:xfrm>
            <a:off x="1298575" y="1604645"/>
            <a:ext cx="7658100" cy="5224145"/>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1" name="Shape 9981"/>
        <p:cNvGrpSpPr/>
        <p:nvPr/>
      </p:nvGrpSpPr>
      <p:grpSpPr>
        <a:xfrm>
          <a:off x="0" y="0"/>
          <a:ext cx="0" cy="0"/>
          <a:chOff x="0" y="0"/>
          <a:chExt cx="0" cy="0"/>
        </a:xfrm>
      </p:grpSpPr>
      <p:sp>
        <p:nvSpPr>
          <p:cNvPr id="9982" name="Google Shape;9982;p10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OSI Vs TCP/IP</a:t>
            </a:r>
            <a:endParaRPr/>
          </a:p>
        </p:txBody>
      </p:sp>
      <p:pic>
        <p:nvPicPr>
          <p:cNvPr descr="An illustration shows the O S I model and T C P/I P protocol suite." id="9983" name="Google Shape;9983;p105"/>
          <p:cNvPicPr preferRelativeResize="0"/>
          <p:nvPr/>
        </p:nvPicPr>
        <p:blipFill rotWithShape="1">
          <a:blip r:embed="rId3">
            <a:alphaModFix/>
          </a:blip>
          <a:srcRect b="0" l="0" r="0" t="0"/>
          <a:stretch/>
        </p:blipFill>
        <p:spPr>
          <a:xfrm>
            <a:off x="2082165" y="1416050"/>
            <a:ext cx="8366125" cy="520827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7" name="Shape 9987"/>
        <p:cNvGrpSpPr/>
        <p:nvPr/>
      </p:nvGrpSpPr>
      <p:grpSpPr>
        <a:xfrm>
          <a:off x="0" y="0"/>
          <a:ext cx="0" cy="0"/>
          <a:chOff x="0" y="0"/>
          <a:chExt cx="0" cy="0"/>
        </a:xfrm>
      </p:grpSpPr>
      <p:sp>
        <p:nvSpPr>
          <p:cNvPr id="9988" name="Google Shape;9988;p106"/>
          <p:cNvSpPr txBox="1"/>
          <p:nvPr>
            <p:ph type="title"/>
          </p:nvPr>
        </p:nvSpPr>
        <p:spPr>
          <a:xfrm>
            <a:off x="581025" y="702310"/>
            <a:ext cx="11029315" cy="69469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OSI vs TCP/IP</a:t>
            </a:r>
            <a:endParaRPr/>
          </a:p>
        </p:txBody>
      </p:sp>
      <p:sp>
        <p:nvSpPr>
          <p:cNvPr id="9989" name="Google Shape;9989;p106"/>
          <p:cNvSpPr txBox="1"/>
          <p:nvPr>
            <p:ph idx="1" type="body"/>
          </p:nvPr>
        </p:nvSpPr>
        <p:spPr>
          <a:xfrm>
            <a:off x="581025" y="1804035"/>
            <a:ext cx="11029315" cy="4171315"/>
          </a:xfrm>
          <a:prstGeom prst="rect">
            <a:avLst/>
          </a:prstGeom>
          <a:noFill/>
          <a:ln>
            <a:noFill/>
          </a:ln>
        </p:spPr>
        <p:txBody>
          <a:bodyPr anchorCtr="0" anchor="ctr" bIns="45700" lIns="91425" spcFirstLastPara="1" rIns="91425" wrap="square" tIns="45700">
            <a:normAutofit fontScale="90000" lnSpcReduction="10000"/>
          </a:bodyPr>
          <a:lstStyle/>
          <a:p>
            <a:pPr indent="-306070" lvl="0" marL="306070" rtl="0" algn="l">
              <a:lnSpc>
                <a:spcPct val="110000"/>
              </a:lnSpc>
              <a:spcBef>
                <a:spcPts val="0"/>
              </a:spcBef>
              <a:spcAft>
                <a:spcPts val="0"/>
              </a:spcAft>
              <a:buSzPct val="92000"/>
              <a:buFont typeface="Noto Sans Symbols"/>
              <a:buChar char="⮚"/>
            </a:pPr>
            <a:r>
              <a:rPr b="1" lang="en-US"/>
              <a:t>Multiple Transport-layer Protocols</a:t>
            </a:r>
            <a:r>
              <a:rPr lang="en-US"/>
              <a:t>: TCP/IP has more than one transport-layer protocol, and some of them provide functionalities that were originally associated with the session layer in the OSI model.</a:t>
            </a:r>
            <a:endParaRPr/>
          </a:p>
          <a:p>
            <a:pPr indent="-306070" lvl="0" marL="306070" rtl="0" algn="l">
              <a:lnSpc>
                <a:spcPct val="110000"/>
              </a:lnSpc>
              <a:spcBef>
                <a:spcPts val="1032"/>
              </a:spcBef>
              <a:spcAft>
                <a:spcPts val="0"/>
              </a:spcAft>
              <a:buSzPct val="92000"/>
              <a:buFont typeface="Noto Sans Symbols"/>
              <a:buChar char="⮚"/>
            </a:pPr>
            <a:r>
              <a:rPr b="1" lang="en-US"/>
              <a:t>Application Layer Variability:</a:t>
            </a:r>
            <a:r>
              <a:rPr lang="en-US"/>
              <a:t> The application layer in TCP/IP is not limited to a single piece of software. Instead, multiple applications can be developed at this layer. If a specific application requires functionalities similar to those in the session and presentation layers, those functionalities can be included in the application's development.</a:t>
            </a:r>
            <a:endParaRPr/>
          </a:p>
          <a:p>
            <a:pPr indent="-306070" lvl="0" marL="306070" rtl="0" algn="l">
              <a:lnSpc>
                <a:spcPct val="110000"/>
              </a:lnSpc>
              <a:spcBef>
                <a:spcPts val="1032"/>
              </a:spcBef>
              <a:spcAft>
                <a:spcPts val="0"/>
              </a:spcAft>
              <a:buSzPct val="92000"/>
              <a:buFont typeface="Noto Sans Symbols"/>
              <a:buChar char="⮚"/>
            </a:pPr>
            <a:r>
              <a:rPr lang="en-US"/>
              <a:t>The absense of session and presentation layers in TCP/IP was a deliberate decision, influenced by the presence of multiple transport layer protocols and the flexibility of the application layer to accommodate various application specific functionalities.</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3" name="Shape 9993"/>
        <p:cNvGrpSpPr/>
        <p:nvPr/>
      </p:nvGrpSpPr>
      <p:grpSpPr>
        <a:xfrm>
          <a:off x="0" y="0"/>
          <a:ext cx="0" cy="0"/>
          <a:chOff x="0" y="0"/>
          <a:chExt cx="0" cy="0"/>
        </a:xfrm>
      </p:grpSpPr>
      <p:sp>
        <p:nvSpPr>
          <p:cNvPr id="9994" name="Google Shape;9994;p107"/>
          <p:cNvSpPr txBox="1"/>
          <p:nvPr>
            <p:ph type="title"/>
          </p:nvPr>
        </p:nvSpPr>
        <p:spPr>
          <a:xfrm>
            <a:off x="581025" y="702310"/>
            <a:ext cx="11029315" cy="77724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Lack of OSI Model’s Success</a:t>
            </a:r>
            <a:endParaRPr/>
          </a:p>
        </p:txBody>
      </p:sp>
      <p:sp>
        <p:nvSpPr>
          <p:cNvPr id="9995" name="Google Shape;9995;p107"/>
          <p:cNvSpPr txBox="1"/>
          <p:nvPr>
            <p:ph idx="1" type="body"/>
          </p:nvPr>
        </p:nvSpPr>
        <p:spPr>
          <a:xfrm>
            <a:off x="581025" y="1991360"/>
            <a:ext cx="11029315" cy="4580890"/>
          </a:xfrm>
          <a:prstGeom prst="rect">
            <a:avLst/>
          </a:prstGeom>
          <a:noFill/>
          <a:ln>
            <a:noFill/>
          </a:ln>
        </p:spPr>
        <p:txBody>
          <a:bodyPr anchorCtr="0" anchor="ctr" bIns="45700" lIns="91425" spcFirstLastPara="1" rIns="91425" wrap="square" tIns="45700">
            <a:normAutofit fontScale="80000"/>
          </a:bodyPr>
          <a:lstStyle/>
          <a:p>
            <a:pPr indent="-306069" lvl="0" marL="306070" rtl="0" algn="l">
              <a:lnSpc>
                <a:spcPct val="110000"/>
              </a:lnSpc>
              <a:spcBef>
                <a:spcPts val="0"/>
              </a:spcBef>
              <a:spcAft>
                <a:spcPts val="0"/>
              </a:spcAft>
              <a:buSzPct val="92000"/>
              <a:buFont typeface="Noto Sans Symbols"/>
              <a:buChar char="⮚"/>
            </a:pPr>
            <a:r>
              <a:rPr b="1" lang="en-US"/>
              <a:t>Timing and Cost:</a:t>
            </a:r>
            <a:r>
              <a:rPr lang="en-US"/>
              <a:t> By the time the OSI model was completed, TCP/IP was already widely implemented and used. Switching to the OSI model would have required a significant amount of time, effort, and money to replace the existing TCP/IP infrastructure, which was not practical.</a:t>
            </a:r>
            <a:endParaRPr/>
          </a:p>
          <a:p>
            <a:pPr indent="-306069" lvl="0" marL="306070" rtl="0" algn="l">
              <a:lnSpc>
                <a:spcPct val="110000"/>
              </a:lnSpc>
              <a:spcBef>
                <a:spcPts val="984"/>
              </a:spcBef>
              <a:spcAft>
                <a:spcPts val="0"/>
              </a:spcAft>
              <a:buSzPct val="92000"/>
              <a:buFont typeface="Noto Sans Symbols"/>
              <a:buChar char="⮚"/>
            </a:pPr>
            <a:r>
              <a:rPr lang="en-US"/>
              <a:t> </a:t>
            </a:r>
            <a:r>
              <a:rPr b="1" lang="en-US"/>
              <a:t>Incomplete Definitions:</a:t>
            </a:r>
            <a:r>
              <a:rPr lang="en-US"/>
              <a:t> Some layers in the OSI model, like the presentation and session layers, were not fully defined with concrete protocols and software. Although the services provided by these layers were listed, the actual implementation details were lacking, making it difficult for organizations to adopt them.</a:t>
            </a:r>
            <a:endParaRPr/>
          </a:p>
          <a:p>
            <a:pPr indent="-306069" lvl="0" marL="306070" rtl="0" algn="l">
              <a:lnSpc>
                <a:spcPct val="110000"/>
              </a:lnSpc>
              <a:spcBef>
                <a:spcPts val="984"/>
              </a:spcBef>
              <a:spcAft>
                <a:spcPts val="0"/>
              </a:spcAft>
              <a:buSzPct val="92000"/>
              <a:buFont typeface="Noto Sans Symbols"/>
              <a:buChar char="⮚"/>
            </a:pPr>
            <a:r>
              <a:rPr b="1" lang="en-US"/>
              <a:t>Performance Issues:</a:t>
            </a:r>
            <a:r>
              <a:rPr lang="en-US"/>
              <a:t> When organizations attempted to implement the OSI model in different applications, it didn't demonstrate significantly better performance than the established TCP/IP protocol suite. As a result, there was no compelling reason for the Internet authority to switch from TCP/IP to OSI.</a:t>
            </a:r>
            <a:endParaRPr/>
          </a:p>
          <a:p>
            <a:pPr indent="-193903" lvl="0" marL="306070" rtl="0" algn="l">
              <a:lnSpc>
                <a:spcPct val="110000"/>
              </a:lnSpc>
              <a:spcBef>
                <a:spcPts val="984"/>
              </a:spcBef>
              <a:spcAft>
                <a:spcPts val="0"/>
              </a:spcAft>
              <a:buSzPct val="92000"/>
              <a:buFont typeface="Noto Sans Symbols"/>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2023-08-07T04:25:00Z</dcterms:created>
  <dc:creator>Vijay Kumar Meena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435A0B3524E649A4867599A0795489F9_12</vt:lpwstr>
  </property>
  <property fmtid="{D5CDD505-2E9C-101B-9397-08002B2CF9AE}" pid="4" name="KSOProductBuildVer">
    <vt:lpwstr>1033-12.2.0.17153</vt:lpwstr>
  </property>
</Properties>
</file>